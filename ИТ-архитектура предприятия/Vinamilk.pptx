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84" r:id="rId4"/>
  </p:sldMasterIdLst>
  <p:notesMasterIdLst>
    <p:notesMasterId r:id="rId49"/>
  </p:notesMasterIdLst>
  <p:sldIdLst>
    <p:sldId id="257" r:id="rId5"/>
    <p:sldId id="296" r:id="rId6"/>
    <p:sldId id="297" r:id="rId7"/>
    <p:sldId id="263" r:id="rId8"/>
    <p:sldId id="309" r:id="rId9"/>
    <p:sldId id="259" r:id="rId10"/>
    <p:sldId id="302" r:id="rId11"/>
    <p:sldId id="262" r:id="rId12"/>
    <p:sldId id="300" r:id="rId13"/>
    <p:sldId id="303" r:id="rId14"/>
    <p:sldId id="299" r:id="rId15"/>
    <p:sldId id="301" r:id="rId16"/>
    <p:sldId id="258" r:id="rId17"/>
    <p:sldId id="304" r:id="rId18"/>
    <p:sldId id="266" r:id="rId19"/>
    <p:sldId id="284" r:id="rId20"/>
    <p:sldId id="305" r:id="rId21"/>
    <p:sldId id="307" r:id="rId22"/>
    <p:sldId id="306" r:id="rId23"/>
    <p:sldId id="311" r:id="rId24"/>
    <p:sldId id="313" r:id="rId25"/>
    <p:sldId id="314" r:id="rId26"/>
    <p:sldId id="315" r:id="rId27"/>
    <p:sldId id="269" r:id="rId28"/>
    <p:sldId id="316" r:id="rId29"/>
    <p:sldId id="317" r:id="rId30"/>
    <p:sldId id="328" r:id="rId31"/>
    <p:sldId id="329" r:id="rId32"/>
    <p:sldId id="330" r:id="rId33"/>
    <p:sldId id="327" r:id="rId34"/>
    <p:sldId id="326" r:id="rId35"/>
    <p:sldId id="318" r:id="rId36"/>
    <p:sldId id="319" r:id="rId37"/>
    <p:sldId id="320" r:id="rId38"/>
    <p:sldId id="325" r:id="rId39"/>
    <p:sldId id="321" r:id="rId40"/>
    <p:sldId id="322" r:id="rId41"/>
    <p:sldId id="331" r:id="rId42"/>
    <p:sldId id="332" r:id="rId43"/>
    <p:sldId id="333" r:id="rId44"/>
    <p:sldId id="335" r:id="rId45"/>
    <p:sldId id="339" r:id="rId46"/>
    <p:sldId id="336" r:id="rId47"/>
    <p:sldId id="337" r:id="rId48"/>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7B9"/>
    <a:srgbClr val="FFE7E8"/>
    <a:srgbClr val="FFCFD0"/>
    <a:srgbClr val="EAD7FD"/>
    <a:srgbClr val="FFFFFF"/>
    <a:srgbClr val="D9D9D9"/>
    <a:srgbClr val="B97D7E"/>
    <a:srgbClr val="C05840"/>
    <a:srgbClr val="0213B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12C8C85-51F0-491E-9774-3900AFEF0FD7}" styleName="Светлый стиль 2 — акцент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8EC20E35-A176-4012-BC5E-935CFFF8708E}" styleName="Средний стиль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Средний стиль 2 — акцент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Светлый стиль 1 — акцент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Светлый стиль 1 — акцент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1E171933-4619-4E11-9A3F-F7608DF75F80}" styleName="Средний стиль 1 — акцент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Светлый стиль 3 — акцент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4B1156A-380E-4F78-BDF5-A606A8083BF9}" styleName="Средний стиль 4 — акцент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9D7B26C5-4107-4FEC-AEDC-1716B250A1EF}" styleName="Светлый стиль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75DCB02-9BB8-47FD-8907-85C794F793BA}" styleName="Стиль из темы 1 - акцент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F2DE63D5-997A-4646-A377-4702673A728D}" styleName="Светлый стиль 2 — акцент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C083E6E3-FA7D-4D7B-A595-EF9225AFEA82}" styleName="Светлый стиль 1 — акцент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Стиль из темы 1 - акцент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Стиль из темы 1 - акцент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93D81CF-94F2-401A-BA57-92F5A7B2D0C5}" styleName="Средний стиль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FF49FC-A9D5-48DC-BE42-DC668DFFD013}"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88B655C5-DAFD-42E6-B41D-E0FEBC9C9A52}">
      <dgm:prSet custT="1"/>
      <dgm:spPr/>
      <dgm:t>
        <a:bodyPr/>
        <a:lstStyle/>
        <a:p>
          <a:pPr>
            <a:lnSpc>
              <a:spcPct val="100000"/>
            </a:lnSpc>
          </a:pPr>
          <a:r>
            <a:rPr lang="ru-RU" sz="1200" dirty="0"/>
            <a:t>Подобная фрагментарность приводит к децентрализации кадровых данных, невозможности их оперативного объединения и анализа. Компании сложно получать актуальные отчёты в реальном времени, проводить объективную оценку эффективности сотрудников и внедрять единые кадровые политики по всей организации.</a:t>
          </a:r>
          <a:endParaRPr lang="en-US" sz="1200" dirty="0"/>
        </a:p>
      </dgm:t>
    </dgm:pt>
    <dgm:pt modelId="{F861EDD2-27E2-431B-8D71-5D1CEB561CE1}" type="parTrans" cxnId="{8EF7E6B2-A8C7-4975-9213-0514AAE28010}">
      <dgm:prSet/>
      <dgm:spPr/>
      <dgm:t>
        <a:bodyPr/>
        <a:lstStyle/>
        <a:p>
          <a:endParaRPr lang="en-US"/>
        </a:p>
      </dgm:t>
    </dgm:pt>
    <dgm:pt modelId="{5431FD6C-0CDE-4E44-A4F2-B8E93DD1001E}" type="sibTrans" cxnId="{8EF7E6B2-A8C7-4975-9213-0514AAE28010}">
      <dgm:prSet/>
      <dgm:spPr/>
      <dgm:t>
        <a:bodyPr/>
        <a:lstStyle/>
        <a:p>
          <a:pPr>
            <a:lnSpc>
              <a:spcPct val="100000"/>
            </a:lnSpc>
          </a:pPr>
          <a:endParaRPr lang="en-US"/>
        </a:p>
      </dgm:t>
    </dgm:pt>
    <dgm:pt modelId="{D5F3515E-3A85-42E6-9513-43D3BB83653C}">
      <dgm:prSet custT="1"/>
      <dgm:spPr/>
      <dgm:t>
        <a:bodyPr/>
        <a:lstStyle/>
        <a:p>
          <a:pPr>
            <a:lnSpc>
              <a:spcPct val="100000"/>
            </a:lnSpc>
          </a:pPr>
          <a:r>
            <a:rPr lang="ru-RU" sz="1200" dirty="0"/>
            <a:t>Учитывая, что в структуру </a:t>
          </a:r>
          <a:r>
            <a:rPr lang="ru-RU" sz="1200" dirty="0" err="1"/>
            <a:t>Vinamilk</a:t>
          </a:r>
          <a:r>
            <a:rPr lang="ru-RU" sz="1200" dirty="0"/>
            <a:t> входит более 40 дочерних подразделений (заводы, фермы, филиалы во Вьетнаме и за рубежом), а общее количество сотрудников превышает 7 800 человек, необходимость внедрения интегрированной HRM-системы становится критически важной. Такая система должна быть гибкой, поддерживать разграничение прав доступа по подразделениям и обеспечивать обработку данных в реальном времени.</a:t>
          </a:r>
          <a:endParaRPr lang="en-US" sz="1200" dirty="0"/>
        </a:p>
      </dgm:t>
    </dgm:pt>
    <dgm:pt modelId="{6C12F4C7-082D-415D-9D31-2711DAACDBC2}" type="parTrans" cxnId="{046A6CBF-45A3-4A64-9BD3-18A477154D15}">
      <dgm:prSet/>
      <dgm:spPr/>
      <dgm:t>
        <a:bodyPr/>
        <a:lstStyle/>
        <a:p>
          <a:endParaRPr lang="en-US"/>
        </a:p>
      </dgm:t>
    </dgm:pt>
    <dgm:pt modelId="{801E577B-0B10-4B9A-AD99-71FACDA64314}" type="sibTrans" cxnId="{046A6CBF-45A3-4A64-9BD3-18A477154D15}">
      <dgm:prSet/>
      <dgm:spPr/>
      <dgm:t>
        <a:bodyPr/>
        <a:lstStyle/>
        <a:p>
          <a:endParaRPr lang="en-US"/>
        </a:p>
      </dgm:t>
    </dgm:pt>
    <dgm:pt modelId="{4D2C2BA2-973F-4082-BB4F-F9EC42040EE7}" type="pres">
      <dgm:prSet presAssocID="{CCFF49FC-A9D5-48DC-BE42-DC668DFFD013}" presName="root" presStyleCnt="0">
        <dgm:presLayoutVars>
          <dgm:dir/>
          <dgm:resizeHandles val="exact"/>
        </dgm:presLayoutVars>
      </dgm:prSet>
      <dgm:spPr/>
    </dgm:pt>
    <dgm:pt modelId="{C6C6D98C-EF32-4701-9F35-CD09925769CA}" type="pres">
      <dgm:prSet presAssocID="{CCFF49FC-A9D5-48DC-BE42-DC668DFFD013}" presName="container" presStyleCnt="0">
        <dgm:presLayoutVars>
          <dgm:dir/>
          <dgm:resizeHandles val="exact"/>
        </dgm:presLayoutVars>
      </dgm:prSet>
      <dgm:spPr/>
    </dgm:pt>
    <dgm:pt modelId="{5E52605A-EF01-4ACA-A439-3D5CC5ABE155}" type="pres">
      <dgm:prSet presAssocID="{88B655C5-DAFD-42E6-B41D-E0FEBC9C9A52}" presName="compNode" presStyleCnt="0"/>
      <dgm:spPr/>
    </dgm:pt>
    <dgm:pt modelId="{DC29EC4B-DEAF-4AA5-B354-B3374F54D5A2}" type="pres">
      <dgm:prSet presAssocID="{88B655C5-DAFD-42E6-B41D-E0FEBC9C9A52}" presName="iconBgRect" presStyleLbl="bgShp" presStyleIdx="0" presStyleCnt="2"/>
      <dgm:spPr/>
    </dgm:pt>
    <dgm:pt modelId="{BB7686C4-8A98-492A-9B12-64A58ED3D35A}" type="pres">
      <dgm:prSet presAssocID="{88B655C5-DAFD-42E6-B41D-E0FEBC9C9A5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Флажок"/>
        </a:ext>
      </dgm:extLst>
    </dgm:pt>
    <dgm:pt modelId="{EA8220F2-F5B5-46ED-8909-52895F5BF77E}" type="pres">
      <dgm:prSet presAssocID="{88B655C5-DAFD-42E6-B41D-E0FEBC9C9A52}" presName="spaceRect" presStyleCnt="0"/>
      <dgm:spPr/>
    </dgm:pt>
    <dgm:pt modelId="{DA59B11C-ADA9-423A-8881-AC72D6089367}" type="pres">
      <dgm:prSet presAssocID="{88B655C5-DAFD-42E6-B41D-E0FEBC9C9A52}" presName="textRect" presStyleLbl="revTx" presStyleIdx="0" presStyleCnt="2" custScaleX="91287">
        <dgm:presLayoutVars>
          <dgm:chMax val="1"/>
          <dgm:chPref val="1"/>
        </dgm:presLayoutVars>
      </dgm:prSet>
      <dgm:spPr/>
    </dgm:pt>
    <dgm:pt modelId="{2C5E7157-87AE-467E-8131-DE52C1181D37}" type="pres">
      <dgm:prSet presAssocID="{5431FD6C-0CDE-4E44-A4F2-B8E93DD1001E}" presName="sibTrans" presStyleLbl="sibTrans2D1" presStyleIdx="0" presStyleCnt="0"/>
      <dgm:spPr/>
    </dgm:pt>
    <dgm:pt modelId="{55B825D5-FD0C-41E1-8A1E-9B17310FE3E1}" type="pres">
      <dgm:prSet presAssocID="{D5F3515E-3A85-42E6-9513-43D3BB83653C}" presName="compNode" presStyleCnt="0"/>
      <dgm:spPr/>
    </dgm:pt>
    <dgm:pt modelId="{8377EAD0-6413-4407-BF25-996E74EB1980}" type="pres">
      <dgm:prSet presAssocID="{D5F3515E-3A85-42E6-9513-43D3BB83653C}" presName="iconBgRect" presStyleLbl="bgShp" presStyleIdx="1" presStyleCnt="2"/>
      <dgm:spPr/>
    </dgm:pt>
    <dgm:pt modelId="{ACB2D76E-4E7C-4C76-A7DF-FEDD227DE751}" type="pres">
      <dgm:prSet presAssocID="{D5F3515E-3A85-42E6-9513-43D3BB83653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Фабрика"/>
        </a:ext>
      </dgm:extLst>
    </dgm:pt>
    <dgm:pt modelId="{2FE4349E-786C-4B3D-856F-D80925F90CB6}" type="pres">
      <dgm:prSet presAssocID="{D5F3515E-3A85-42E6-9513-43D3BB83653C}" presName="spaceRect" presStyleCnt="0"/>
      <dgm:spPr/>
    </dgm:pt>
    <dgm:pt modelId="{5D9B380F-AFB9-4CE7-9372-D99500132413}" type="pres">
      <dgm:prSet presAssocID="{D5F3515E-3A85-42E6-9513-43D3BB83653C}" presName="textRect" presStyleLbl="revTx" presStyleIdx="1" presStyleCnt="2">
        <dgm:presLayoutVars>
          <dgm:chMax val="1"/>
          <dgm:chPref val="1"/>
        </dgm:presLayoutVars>
      </dgm:prSet>
      <dgm:spPr/>
    </dgm:pt>
  </dgm:ptLst>
  <dgm:cxnLst>
    <dgm:cxn modelId="{2EF46B92-B330-47CC-9709-2A91D7D5A928}" type="presOf" srcId="{D5F3515E-3A85-42E6-9513-43D3BB83653C}" destId="{5D9B380F-AFB9-4CE7-9372-D99500132413}" srcOrd="0" destOrd="0" presId="urn:microsoft.com/office/officeart/2018/2/layout/IconCircleList"/>
    <dgm:cxn modelId="{8EF7E6B2-A8C7-4975-9213-0514AAE28010}" srcId="{CCFF49FC-A9D5-48DC-BE42-DC668DFFD013}" destId="{88B655C5-DAFD-42E6-B41D-E0FEBC9C9A52}" srcOrd="0" destOrd="0" parTransId="{F861EDD2-27E2-431B-8D71-5D1CEB561CE1}" sibTransId="{5431FD6C-0CDE-4E44-A4F2-B8E93DD1001E}"/>
    <dgm:cxn modelId="{046A6CBF-45A3-4A64-9BD3-18A477154D15}" srcId="{CCFF49FC-A9D5-48DC-BE42-DC668DFFD013}" destId="{D5F3515E-3A85-42E6-9513-43D3BB83653C}" srcOrd="1" destOrd="0" parTransId="{6C12F4C7-082D-415D-9D31-2711DAACDBC2}" sibTransId="{801E577B-0B10-4B9A-AD99-71FACDA64314}"/>
    <dgm:cxn modelId="{34A9B5E5-E68B-4D02-943C-351F72B6452C}" type="presOf" srcId="{5431FD6C-0CDE-4E44-A4F2-B8E93DD1001E}" destId="{2C5E7157-87AE-467E-8131-DE52C1181D37}" srcOrd="0" destOrd="0" presId="urn:microsoft.com/office/officeart/2018/2/layout/IconCircleList"/>
    <dgm:cxn modelId="{4FC0E2ED-92A8-4804-A261-4BF331E8CAC4}" type="presOf" srcId="{CCFF49FC-A9D5-48DC-BE42-DC668DFFD013}" destId="{4D2C2BA2-973F-4082-BB4F-F9EC42040EE7}" srcOrd="0" destOrd="0" presId="urn:microsoft.com/office/officeart/2018/2/layout/IconCircleList"/>
    <dgm:cxn modelId="{F18581F8-6272-4DDF-8971-62CA1842FB1E}" type="presOf" srcId="{88B655C5-DAFD-42E6-B41D-E0FEBC9C9A52}" destId="{DA59B11C-ADA9-423A-8881-AC72D6089367}" srcOrd="0" destOrd="0" presId="urn:microsoft.com/office/officeart/2018/2/layout/IconCircleList"/>
    <dgm:cxn modelId="{8E88204F-70B5-470F-92C2-36E3D1B14790}" type="presParOf" srcId="{4D2C2BA2-973F-4082-BB4F-F9EC42040EE7}" destId="{C6C6D98C-EF32-4701-9F35-CD09925769CA}" srcOrd="0" destOrd="0" presId="urn:microsoft.com/office/officeart/2018/2/layout/IconCircleList"/>
    <dgm:cxn modelId="{62B46566-31EB-4F6D-A749-662BF4D050BF}" type="presParOf" srcId="{C6C6D98C-EF32-4701-9F35-CD09925769CA}" destId="{5E52605A-EF01-4ACA-A439-3D5CC5ABE155}" srcOrd="0" destOrd="0" presId="urn:microsoft.com/office/officeart/2018/2/layout/IconCircleList"/>
    <dgm:cxn modelId="{83E42A6A-1AFE-4476-8612-687828A5691F}" type="presParOf" srcId="{5E52605A-EF01-4ACA-A439-3D5CC5ABE155}" destId="{DC29EC4B-DEAF-4AA5-B354-B3374F54D5A2}" srcOrd="0" destOrd="0" presId="urn:microsoft.com/office/officeart/2018/2/layout/IconCircleList"/>
    <dgm:cxn modelId="{AF4CB9FB-AC30-4615-AA3A-268BCCD57C65}" type="presParOf" srcId="{5E52605A-EF01-4ACA-A439-3D5CC5ABE155}" destId="{BB7686C4-8A98-492A-9B12-64A58ED3D35A}" srcOrd="1" destOrd="0" presId="urn:microsoft.com/office/officeart/2018/2/layout/IconCircleList"/>
    <dgm:cxn modelId="{E3A97EA7-13FA-45B3-83C3-509249777FC3}" type="presParOf" srcId="{5E52605A-EF01-4ACA-A439-3D5CC5ABE155}" destId="{EA8220F2-F5B5-46ED-8909-52895F5BF77E}" srcOrd="2" destOrd="0" presId="urn:microsoft.com/office/officeart/2018/2/layout/IconCircleList"/>
    <dgm:cxn modelId="{0CA36181-E539-4D19-A00A-EC4DFBC552EE}" type="presParOf" srcId="{5E52605A-EF01-4ACA-A439-3D5CC5ABE155}" destId="{DA59B11C-ADA9-423A-8881-AC72D6089367}" srcOrd="3" destOrd="0" presId="urn:microsoft.com/office/officeart/2018/2/layout/IconCircleList"/>
    <dgm:cxn modelId="{0BA8FB3A-4E40-4A29-B0C4-1875FE55893E}" type="presParOf" srcId="{C6C6D98C-EF32-4701-9F35-CD09925769CA}" destId="{2C5E7157-87AE-467E-8131-DE52C1181D37}" srcOrd="1" destOrd="0" presId="urn:microsoft.com/office/officeart/2018/2/layout/IconCircleList"/>
    <dgm:cxn modelId="{F9D5C2E3-D76D-4FE5-AA05-1BCECAF57D3F}" type="presParOf" srcId="{C6C6D98C-EF32-4701-9F35-CD09925769CA}" destId="{55B825D5-FD0C-41E1-8A1E-9B17310FE3E1}" srcOrd="2" destOrd="0" presId="urn:microsoft.com/office/officeart/2018/2/layout/IconCircleList"/>
    <dgm:cxn modelId="{921D8F13-445D-4931-931E-B9BDE80D1DC9}" type="presParOf" srcId="{55B825D5-FD0C-41E1-8A1E-9B17310FE3E1}" destId="{8377EAD0-6413-4407-BF25-996E74EB1980}" srcOrd="0" destOrd="0" presId="urn:microsoft.com/office/officeart/2018/2/layout/IconCircleList"/>
    <dgm:cxn modelId="{630A3F58-C858-436B-8982-6A1897C5D07D}" type="presParOf" srcId="{55B825D5-FD0C-41E1-8A1E-9B17310FE3E1}" destId="{ACB2D76E-4E7C-4C76-A7DF-FEDD227DE751}" srcOrd="1" destOrd="0" presId="urn:microsoft.com/office/officeart/2018/2/layout/IconCircleList"/>
    <dgm:cxn modelId="{05D122D5-FCA7-43BB-A7DB-75A0DD34D79C}" type="presParOf" srcId="{55B825D5-FD0C-41E1-8A1E-9B17310FE3E1}" destId="{2FE4349E-786C-4B3D-856F-D80925F90CB6}" srcOrd="2" destOrd="0" presId="urn:microsoft.com/office/officeart/2018/2/layout/IconCircleList"/>
    <dgm:cxn modelId="{646EC781-02BC-4D33-B50D-D5EDF5B6677B}" type="presParOf" srcId="{55B825D5-FD0C-41E1-8A1E-9B17310FE3E1}" destId="{5D9B380F-AFB9-4CE7-9372-D99500132413}"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29EC4B-DEAF-4AA5-B354-B3374F54D5A2}">
      <dsp:nvSpPr>
        <dsp:cNvPr id="0" name=""/>
        <dsp:cNvSpPr/>
      </dsp:nvSpPr>
      <dsp:spPr>
        <a:xfrm>
          <a:off x="16138" y="1369464"/>
          <a:ext cx="1058074" cy="105807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7686C4-8A98-492A-9B12-64A58ED3D35A}">
      <dsp:nvSpPr>
        <dsp:cNvPr id="0" name=""/>
        <dsp:cNvSpPr/>
      </dsp:nvSpPr>
      <dsp:spPr>
        <a:xfrm>
          <a:off x="238333" y="1591659"/>
          <a:ext cx="613683" cy="6136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59B11C-ADA9-423A-8881-AC72D6089367}">
      <dsp:nvSpPr>
        <dsp:cNvPr id="0" name=""/>
        <dsp:cNvSpPr/>
      </dsp:nvSpPr>
      <dsp:spPr>
        <a:xfrm>
          <a:off x="1409595" y="1369464"/>
          <a:ext cx="2276727" cy="1058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ru-RU" sz="1200" kern="1200" dirty="0"/>
            <a:t>Подобная фрагментарность приводит к децентрализации кадровых данных, невозможности их оперативного объединения и анализа. Компании сложно получать актуальные отчёты в реальном времени, проводить объективную оценку эффективности сотрудников и внедрять единые кадровые политики по всей организации.</a:t>
          </a:r>
          <a:endParaRPr lang="en-US" sz="1200" kern="1200" dirty="0"/>
        </a:p>
      </dsp:txBody>
      <dsp:txXfrm>
        <a:off x="1409595" y="1369464"/>
        <a:ext cx="2276727" cy="1058074"/>
      </dsp:txXfrm>
    </dsp:sp>
    <dsp:sp modelId="{8377EAD0-6413-4407-BF25-996E74EB1980}">
      <dsp:nvSpPr>
        <dsp:cNvPr id="0" name=""/>
        <dsp:cNvSpPr/>
      </dsp:nvSpPr>
      <dsp:spPr>
        <a:xfrm>
          <a:off x="4120888" y="1369464"/>
          <a:ext cx="1058074" cy="105807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B2D76E-4E7C-4C76-A7DF-FEDD227DE751}">
      <dsp:nvSpPr>
        <dsp:cNvPr id="0" name=""/>
        <dsp:cNvSpPr/>
      </dsp:nvSpPr>
      <dsp:spPr>
        <a:xfrm>
          <a:off x="4343084" y="1591659"/>
          <a:ext cx="613683" cy="6136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9B380F-AFB9-4CE7-9372-D99500132413}">
      <dsp:nvSpPr>
        <dsp:cNvPr id="0" name=""/>
        <dsp:cNvSpPr/>
      </dsp:nvSpPr>
      <dsp:spPr>
        <a:xfrm>
          <a:off x="5405693" y="1369464"/>
          <a:ext cx="2494032" cy="1058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ru-RU" sz="1200" kern="1200" dirty="0"/>
            <a:t>Учитывая, что в структуру </a:t>
          </a:r>
          <a:r>
            <a:rPr lang="ru-RU" sz="1200" kern="1200" dirty="0" err="1"/>
            <a:t>Vinamilk</a:t>
          </a:r>
          <a:r>
            <a:rPr lang="ru-RU" sz="1200" kern="1200" dirty="0"/>
            <a:t> входит более 40 дочерних подразделений (заводы, фермы, филиалы во Вьетнаме и за рубежом), а общее количество сотрудников превышает 7 800 человек, необходимость внедрения интегрированной HRM-системы становится критически важной. Такая система должна быть гибкой, поддерживать разграничение прав доступа по подразделениям и обеспечивать обработку данных в реальном времени.</a:t>
          </a:r>
          <a:endParaRPr lang="en-US" sz="1200" kern="1200" dirty="0"/>
        </a:p>
      </dsp:txBody>
      <dsp:txXfrm>
        <a:off x="5405693" y="1369464"/>
        <a:ext cx="2494032" cy="1058074"/>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50E2D8-BF86-4F5E-BE9B-B54F27153F82}" type="datetimeFigureOut">
              <a:rPr lang="ru-RU" smtClean="0"/>
              <a:t>03.06.2025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CEFD78-2ECC-45D9-8C34-B7F69217FF74}" type="slidenum">
              <a:rPr lang="ru-RU" smtClean="0"/>
              <a:t>‹#›</a:t>
            </a:fld>
            <a:endParaRPr lang="ru-RU"/>
          </a:p>
        </p:txBody>
      </p:sp>
    </p:spTree>
    <p:extLst>
      <p:ext uri="{BB962C8B-B14F-4D97-AF65-F5344CB8AC3E}">
        <p14:creationId xmlns:p14="http://schemas.microsoft.com/office/powerpoint/2010/main" val="2713944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gdcb566e1d5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 name="Google Shape;44;gdcb566e1d5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e2fff653d8_0_3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e2fff653d8_0_3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88e4ee22b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88e4ee22b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88fe8ee0d5_0_307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88fe8ee0d5_0_307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5"/>
        <p:cNvGrpSpPr/>
        <p:nvPr/>
      </p:nvGrpSpPr>
      <p:grpSpPr>
        <a:xfrm>
          <a:off x="0" y="0"/>
          <a:ext cx="0" cy="0"/>
          <a:chOff x="0" y="0"/>
          <a:chExt cx="0" cy="0"/>
        </a:xfrm>
      </p:grpSpPr>
      <p:sp>
        <p:nvSpPr>
          <p:cNvPr id="1616" name="Google Shape;1616;g8a70d5bc83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7" name="Google Shape;1617;g8a70d5bc83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88ac73eae6_1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88ac73eae6_1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ace4dfecc9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5" name="Google Shape;635;gace4dfecc9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6"/>
        <p:cNvGrpSpPr/>
        <p:nvPr/>
      </p:nvGrpSpPr>
      <p:grpSpPr>
        <a:xfrm>
          <a:off x="0" y="0"/>
          <a:ext cx="0" cy="0"/>
          <a:chOff x="0" y="0"/>
          <a:chExt cx="0" cy="0"/>
        </a:xfrm>
      </p:grpSpPr>
      <p:sp>
        <p:nvSpPr>
          <p:cNvPr id="1877" name="Google Shape;1877;gfd373b2640_0_2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8" name="Google Shape;1878;gfd373b2640_0_2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g88fe8ee0d5_0_307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5" name="Google Shape;615;g88fe8ee0d5_0_307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ace4dfecc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ace4dfecc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gace4dfecc9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4" name="Google Shape;564;gace4dfecc9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gad1905abb2_0_17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9" name="Google Shape;689;gad1905abb2_0_17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5"/>
        <p:cNvGrpSpPr/>
        <p:nvPr/>
      </p:nvGrpSpPr>
      <p:grpSpPr>
        <a:xfrm>
          <a:off x="0" y="0"/>
          <a:ext cx="0" cy="0"/>
          <a:chOff x="0" y="0"/>
          <a:chExt cx="0" cy="0"/>
        </a:xfrm>
      </p:grpSpPr>
      <p:sp>
        <p:nvSpPr>
          <p:cNvPr id="1616" name="Google Shape;1616;g8a70d5bc83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7" name="Google Shape;1617;g8a70d5bc83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3CEFD78-2ECC-45D9-8C34-B7F69217FF74}" type="slidenum">
              <a:rPr lang="ru-RU" smtClean="0"/>
              <a:t>33</a:t>
            </a:fld>
            <a:endParaRPr lang="ru-RU"/>
          </a:p>
        </p:txBody>
      </p:sp>
    </p:spTree>
    <p:extLst>
      <p:ext uri="{BB962C8B-B14F-4D97-AF65-F5344CB8AC3E}">
        <p14:creationId xmlns:p14="http://schemas.microsoft.com/office/powerpoint/2010/main" val="28325984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a:extLst>
            <a:ext uri="{FF2B5EF4-FFF2-40B4-BE49-F238E27FC236}">
              <a16:creationId xmlns:a16="http://schemas.microsoft.com/office/drawing/2014/main" id="{D2097CDA-285D-8718-8849-DA56F349B083}"/>
            </a:ext>
          </a:extLst>
        </p:cNvPr>
        <p:cNvGrpSpPr/>
        <p:nvPr/>
      </p:nvGrpSpPr>
      <p:grpSpPr>
        <a:xfrm>
          <a:off x="0" y="0"/>
          <a:ext cx="0" cy="0"/>
          <a:chOff x="0" y="0"/>
          <a:chExt cx="0" cy="0"/>
        </a:xfrm>
      </p:grpSpPr>
      <p:sp>
        <p:nvSpPr>
          <p:cNvPr id="386" name="Google Shape;386;gace4dfecc9_0_0:notes">
            <a:extLst>
              <a:ext uri="{FF2B5EF4-FFF2-40B4-BE49-F238E27FC236}">
                <a16:creationId xmlns:a16="http://schemas.microsoft.com/office/drawing/2014/main" id="{2AB6B812-E329-EB52-B0B8-D8C4C20009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ace4dfecc9_0_0:notes">
            <a:extLst>
              <a:ext uri="{FF2B5EF4-FFF2-40B4-BE49-F238E27FC236}">
                <a16:creationId xmlns:a16="http://schemas.microsoft.com/office/drawing/2014/main" id="{9122DEC5-C043-0B71-A999-46EEA80B24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929513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a:extLst>
            <a:ext uri="{FF2B5EF4-FFF2-40B4-BE49-F238E27FC236}">
              <a16:creationId xmlns:a16="http://schemas.microsoft.com/office/drawing/2014/main" id="{A0073794-68D1-2D15-C864-0627B648ABA8}"/>
            </a:ext>
          </a:extLst>
        </p:cNvPr>
        <p:cNvGrpSpPr/>
        <p:nvPr/>
      </p:nvGrpSpPr>
      <p:grpSpPr>
        <a:xfrm>
          <a:off x="0" y="0"/>
          <a:ext cx="0" cy="0"/>
          <a:chOff x="0" y="0"/>
          <a:chExt cx="0" cy="0"/>
        </a:xfrm>
      </p:grpSpPr>
      <p:sp>
        <p:nvSpPr>
          <p:cNvPr id="363" name="Google Shape;363;g88ac73eae6_1_170:notes">
            <a:extLst>
              <a:ext uri="{FF2B5EF4-FFF2-40B4-BE49-F238E27FC236}">
                <a16:creationId xmlns:a16="http://schemas.microsoft.com/office/drawing/2014/main" id="{4BCDB7C0-0621-F244-4A9F-10A7D24B14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88ac73eae6_1_170:notes">
            <a:extLst>
              <a:ext uri="{FF2B5EF4-FFF2-40B4-BE49-F238E27FC236}">
                <a16:creationId xmlns:a16="http://schemas.microsoft.com/office/drawing/2014/main" id="{408582C6-343D-33F5-9E38-8DA746B580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5150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4.xml"/><Relationship Id="rId5" Type="http://schemas.openxmlformats.org/officeDocument/2006/relationships/hyperlink" Target="https://stories.freepik.com/?utm_source=slidesgo_template&amp;utm_medium=referral-link&amp;utm_campaign=slidesgo_contents_of_this_template&amp;utm_term=stories_by_freepik&amp;utm_content=stories" TargetMode="External"/><Relationship Id="rId4" Type="http://schemas.openxmlformats.org/officeDocument/2006/relationships/hyperlink" Target="http://bit.ly/2TtBDfr" TargetMode="Externa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D69F54-7C36-C1F6-D625-A5AAE52BF0E6}"/>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343B4CFB-B3DD-3E9A-7E8A-BF55DC072D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F62CC9E7-A8BB-FFDE-3013-AC9400AB722D}"/>
              </a:ext>
            </a:extLst>
          </p:cNvPr>
          <p:cNvSpPr>
            <a:spLocks noGrp="1"/>
          </p:cNvSpPr>
          <p:nvPr>
            <p:ph type="dt" sz="half" idx="10"/>
          </p:nvPr>
        </p:nvSpPr>
        <p:spPr/>
        <p:txBody>
          <a:bodyPr/>
          <a:lstStyle/>
          <a:p>
            <a:fld id="{CF40077E-C6B3-4183-BCF7-44D452984504}" type="datetimeFigureOut">
              <a:rPr lang="ru-RU" smtClean="0"/>
              <a:t>03.06.2025</a:t>
            </a:fld>
            <a:endParaRPr lang="ru-RU"/>
          </a:p>
        </p:txBody>
      </p:sp>
      <p:sp>
        <p:nvSpPr>
          <p:cNvPr id="5" name="Нижний колонтитул 4">
            <a:extLst>
              <a:ext uri="{FF2B5EF4-FFF2-40B4-BE49-F238E27FC236}">
                <a16:creationId xmlns:a16="http://schemas.microsoft.com/office/drawing/2014/main" id="{C981A794-B810-86CD-1FC7-8B41A8958AA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CBBF52C6-257C-432D-2D9A-662E17BEA14D}"/>
              </a:ext>
            </a:extLst>
          </p:cNvPr>
          <p:cNvSpPr>
            <a:spLocks noGrp="1"/>
          </p:cNvSpPr>
          <p:nvPr>
            <p:ph type="sldNum" sz="quarter" idx="12"/>
          </p:nvPr>
        </p:nvSpPr>
        <p:spPr/>
        <p:txBody>
          <a:bodyPr/>
          <a:lstStyle/>
          <a:p>
            <a:fld id="{C8C22472-9336-403A-9BA4-FFE24B72532C}" type="slidenum">
              <a:rPr lang="ru-RU" smtClean="0"/>
              <a:t>‹#›</a:t>
            </a:fld>
            <a:endParaRPr lang="ru-RU"/>
          </a:p>
        </p:txBody>
      </p:sp>
    </p:spTree>
    <p:extLst>
      <p:ext uri="{BB962C8B-B14F-4D97-AF65-F5344CB8AC3E}">
        <p14:creationId xmlns:p14="http://schemas.microsoft.com/office/powerpoint/2010/main" val="14365325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18287B-334A-5BF4-BA16-8C9A9511A7EC}"/>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37D89461-0DC9-1214-D41D-4D41D262A08D}"/>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FBB9DF8D-4414-4A47-28B3-9CA300D29800}"/>
              </a:ext>
            </a:extLst>
          </p:cNvPr>
          <p:cNvSpPr>
            <a:spLocks noGrp="1"/>
          </p:cNvSpPr>
          <p:nvPr>
            <p:ph type="dt" sz="half" idx="10"/>
          </p:nvPr>
        </p:nvSpPr>
        <p:spPr/>
        <p:txBody>
          <a:bodyPr/>
          <a:lstStyle/>
          <a:p>
            <a:fld id="{CF40077E-C6B3-4183-BCF7-44D452984504}" type="datetimeFigureOut">
              <a:rPr lang="ru-RU" smtClean="0"/>
              <a:t>03.06.2025</a:t>
            </a:fld>
            <a:endParaRPr lang="ru-RU"/>
          </a:p>
        </p:txBody>
      </p:sp>
      <p:sp>
        <p:nvSpPr>
          <p:cNvPr id="5" name="Нижний колонтитул 4">
            <a:extLst>
              <a:ext uri="{FF2B5EF4-FFF2-40B4-BE49-F238E27FC236}">
                <a16:creationId xmlns:a16="http://schemas.microsoft.com/office/drawing/2014/main" id="{A6CA6215-34EA-5B59-C47F-9CC3F8341D29}"/>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D3CA774-96D7-2997-30F7-BB58BC8CA03C}"/>
              </a:ext>
            </a:extLst>
          </p:cNvPr>
          <p:cNvSpPr>
            <a:spLocks noGrp="1"/>
          </p:cNvSpPr>
          <p:nvPr>
            <p:ph type="sldNum" sz="quarter" idx="12"/>
          </p:nvPr>
        </p:nvSpPr>
        <p:spPr/>
        <p:txBody>
          <a:bodyPr/>
          <a:lstStyle/>
          <a:p>
            <a:fld id="{C8C22472-9336-403A-9BA4-FFE24B72532C}" type="slidenum">
              <a:rPr lang="ru-RU" smtClean="0"/>
              <a:t>‹#›</a:t>
            </a:fld>
            <a:endParaRPr lang="ru-RU"/>
          </a:p>
        </p:txBody>
      </p:sp>
    </p:spTree>
    <p:extLst>
      <p:ext uri="{BB962C8B-B14F-4D97-AF65-F5344CB8AC3E}">
        <p14:creationId xmlns:p14="http://schemas.microsoft.com/office/powerpoint/2010/main" val="3364063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7DE75C-4E0D-CDF5-A88B-20C0A1A9940D}"/>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1BEF341F-CF3D-9320-633B-B0AA8A79E4F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88D3E449-E169-087F-291D-92731403F94C}"/>
              </a:ext>
            </a:extLst>
          </p:cNvPr>
          <p:cNvSpPr>
            <a:spLocks noGrp="1"/>
          </p:cNvSpPr>
          <p:nvPr>
            <p:ph type="dt" sz="half" idx="10"/>
          </p:nvPr>
        </p:nvSpPr>
        <p:spPr/>
        <p:txBody>
          <a:bodyPr/>
          <a:lstStyle/>
          <a:p>
            <a:fld id="{CF40077E-C6B3-4183-BCF7-44D452984504}" type="datetimeFigureOut">
              <a:rPr lang="ru-RU" smtClean="0"/>
              <a:t>03.06.2025</a:t>
            </a:fld>
            <a:endParaRPr lang="ru-RU"/>
          </a:p>
        </p:txBody>
      </p:sp>
      <p:sp>
        <p:nvSpPr>
          <p:cNvPr id="5" name="Нижний колонтитул 4">
            <a:extLst>
              <a:ext uri="{FF2B5EF4-FFF2-40B4-BE49-F238E27FC236}">
                <a16:creationId xmlns:a16="http://schemas.microsoft.com/office/drawing/2014/main" id="{3D683960-5B57-FAB8-59F4-7341784E523C}"/>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875F929-D00C-E559-DC95-4682A233F8C9}"/>
              </a:ext>
            </a:extLst>
          </p:cNvPr>
          <p:cNvSpPr>
            <a:spLocks noGrp="1"/>
          </p:cNvSpPr>
          <p:nvPr>
            <p:ph type="sldNum" sz="quarter" idx="12"/>
          </p:nvPr>
        </p:nvSpPr>
        <p:spPr/>
        <p:txBody>
          <a:bodyPr/>
          <a:lstStyle/>
          <a:p>
            <a:fld id="{C8C22472-9336-403A-9BA4-FFE24B72532C}" type="slidenum">
              <a:rPr lang="ru-RU" smtClean="0"/>
              <a:t>‹#›</a:t>
            </a:fld>
            <a:endParaRPr lang="ru-RU"/>
          </a:p>
        </p:txBody>
      </p:sp>
    </p:spTree>
    <p:extLst>
      <p:ext uri="{BB962C8B-B14F-4D97-AF65-F5344CB8AC3E}">
        <p14:creationId xmlns:p14="http://schemas.microsoft.com/office/powerpoint/2010/main" val="2707582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6C28B7E-CFCB-9EA0-0A41-57FB8AE24B9F}"/>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D19C258F-71E6-E4E8-2635-2A210737FFBA}"/>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E7DAE734-AADB-86B3-9F86-02F5617B379A}"/>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D62C78EB-C4B1-6B01-A6F2-8D524A9F7B8E}"/>
              </a:ext>
            </a:extLst>
          </p:cNvPr>
          <p:cNvSpPr>
            <a:spLocks noGrp="1"/>
          </p:cNvSpPr>
          <p:nvPr>
            <p:ph type="dt" sz="half" idx="10"/>
          </p:nvPr>
        </p:nvSpPr>
        <p:spPr/>
        <p:txBody>
          <a:bodyPr/>
          <a:lstStyle/>
          <a:p>
            <a:fld id="{CF40077E-C6B3-4183-BCF7-44D452984504}" type="datetimeFigureOut">
              <a:rPr lang="ru-RU" smtClean="0"/>
              <a:t>03.06.2025</a:t>
            </a:fld>
            <a:endParaRPr lang="ru-RU"/>
          </a:p>
        </p:txBody>
      </p:sp>
      <p:sp>
        <p:nvSpPr>
          <p:cNvPr id="6" name="Нижний колонтитул 5">
            <a:extLst>
              <a:ext uri="{FF2B5EF4-FFF2-40B4-BE49-F238E27FC236}">
                <a16:creationId xmlns:a16="http://schemas.microsoft.com/office/drawing/2014/main" id="{78F7C24B-2FAE-7541-3861-6017B59A14BF}"/>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3C6B1238-296A-D95F-39F8-2BA1A1CA4785}"/>
              </a:ext>
            </a:extLst>
          </p:cNvPr>
          <p:cNvSpPr>
            <a:spLocks noGrp="1"/>
          </p:cNvSpPr>
          <p:nvPr>
            <p:ph type="sldNum" sz="quarter" idx="12"/>
          </p:nvPr>
        </p:nvSpPr>
        <p:spPr/>
        <p:txBody>
          <a:bodyPr/>
          <a:lstStyle/>
          <a:p>
            <a:fld id="{C8C22472-9336-403A-9BA4-FFE24B72532C}" type="slidenum">
              <a:rPr lang="ru-RU" smtClean="0"/>
              <a:t>‹#›</a:t>
            </a:fld>
            <a:endParaRPr lang="ru-RU"/>
          </a:p>
        </p:txBody>
      </p:sp>
    </p:spTree>
    <p:extLst>
      <p:ext uri="{BB962C8B-B14F-4D97-AF65-F5344CB8AC3E}">
        <p14:creationId xmlns:p14="http://schemas.microsoft.com/office/powerpoint/2010/main" val="3572656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AA3CAC-B089-94F2-8E42-014307D57EE2}"/>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CF12954A-D119-43B3-3CE6-68EB9BE9C4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FC3075BA-8937-DB54-CFFD-71540DDF4E22}"/>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0D789A4F-566F-3039-F206-B4F8E79D1B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7B25395C-A345-D727-006E-E93AB213D473}"/>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B1AE09E9-CE9D-B834-FC41-C323784858CA}"/>
              </a:ext>
            </a:extLst>
          </p:cNvPr>
          <p:cNvSpPr>
            <a:spLocks noGrp="1"/>
          </p:cNvSpPr>
          <p:nvPr>
            <p:ph type="dt" sz="half" idx="10"/>
          </p:nvPr>
        </p:nvSpPr>
        <p:spPr/>
        <p:txBody>
          <a:bodyPr/>
          <a:lstStyle/>
          <a:p>
            <a:fld id="{CF40077E-C6B3-4183-BCF7-44D452984504}" type="datetimeFigureOut">
              <a:rPr lang="ru-RU" smtClean="0"/>
              <a:t>03.06.2025</a:t>
            </a:fld>
            <a:endParaRPr lang="ru-RU"/>
          </a:p>
        </p:txBody>
      </p:sp>
      <p:sp>
        <p:nvSpPr>
          <p:cNvPr id="8" name="Нижний колонтитул 7">
            <a:extLst>
              <a:ext uri="{FF2B5EF4-FFF2-40B4-BE49-F238E27FC236}">
                <a16:creationId xmlns:a16="http://schemas.microsoft.com/office/drawing/2014/main" id="{8CB3E21D-B570-C2E2-C5B2-9F5DAD30DA0D}"/>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72041217-37E9-3AB0-B13F-937A79A70D22}"/>
              </a:ext>
            </a:extLst>
          </p:cNvPr>
          <p:cNvSpPr>
            <a:spLocks noGrp="1"/>
          </p:cNvSpPr>
          <p:nvPr>
            <p:ph type="sldNum" sz="quarter" idx="12"/>
          </p:nvPr>
        </p:nvSpPr>
        <p:spPr/>
        <p:txBody>
          <a:bodyPr/>
          <a:lstStyle/>
          <a:p>
            <a:fld id="{C8C22472-9336-403A-9BA4-FFE24B72532C}" type="slidenum">
              <a:rPr lang="ru-RU" smtClean="0"/>
              <a:t>‹#›</a:t>
            </a:fld>
            <a:endParaRPr lang="ru-RU"/>
          </a:p>
        </p:txBody>
      </p:sp>
    </p:spTree>
    <p:extLst>
      <p:ext uri="{BB962C8B-B14F-4D97-AF65-F5344CB8AC3E}">
        <p14:creationId xmlns:p14="http://schemas.microsoft.com/office/powerpoint/2010/main" val="1072057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703100D-74A3-14F5-6E49-28BFA7F22428}"/>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2EDED6FD-655B-427A-F6C5-FD27A3D0295D}"/>
              </a:ext>
            </a:extLst>
          </p:cNvPr>
          <p:cNvSpPr>
            <a:spLocks noGrp="1"/>
          </p:cNvSpPr>
          <p:nvPr>
            <p:ph type="dt" sz="half" idx="10"/>
          </p:nvPr>
        </p:nvSpPr>
        <p:spPr/>
        <p:txBody>
          <a:bodyPr/>
          <a:lstStyle/>
          <a:p>
            <a:fld id="{CF40077E-C6B3-4183-BCF7-44D452984504}" type="datetimeFigureOut">
              <a:rPr lang="ru-RU" smtClean="0"/>
              <a:t>03.06.2025</a:t>
            </a:fld>
            <a:endParaRPr lang="ru-RU"/>
          </a:p>
        </p:txBody>
      </p:sp>
      <p:sp>
        <p:nvSpPr>
          <p:cNvPr id="4" name="Нижний колонтитул 3">
            <a:extLst>
              <a:ext uri="{FF2B5EF4-FFF2-40B4-BE49-F238E27FC236}">
                <a16:creationId xmlns:a16="http://schemas.microsoft.com/office/drawing/2014/main" id="{0F06A338-282F-A56A-E92A-DD542ECA428C}"/>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C59853EF-33E4-D092-2BE7-AA44F6088FEF}"/>
              </a:ext>
            </a:extLst>
          </p:cNvPr>
          <p:cNvSpPr>
            <a:spLocks noGrp="1"/>
          </p:cNvSpPr>
          <p:nvPr>
            <p:ph type="sldNum" sz="quarter" idx="12"/>
          </p:nvPr>
        </p:nvSpPr>
        <p:spPr/>
        <p:txBody>
          <a:bodyPr/>
          <a:lstStyle/>
          <a:p>
            <a:fld id="{C8C22472-9336-403A-9BA4-FFE24B72532C}" type="slidenum">
              <a:rPr lang="ru-RU" smtClean="0"/>
              <a:t>‹#›</a:t>
            </a:fld>
            <a:endParaRPr lang="ru-RU"/>
          </a:p>
        </p:txBody>
      </p:sp>
    </p:spTree>
    <p:extLst>
      <p:ext uri="{BB962C8B-B14F-4D97-AF65-F5344CB8AC3E}">
        <p14:creationId xmlns:p14="http://schemas.microsoft.com/office/powerpoint/2010/main" val="2980584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FE213044-1C17-A7B3-46C5-CC252A242CC6}"/>
              </a:ext>
            </a:extLst>
          </p:cNvPr>
          <p:cNvSpPr>
            <a:spLocks noGrp="1"/>
          </p:cNvSpPr>
          <p:nvPr>
            <p:ph type="dt" sz="half" idx="10"/>
          </p:nvPr>
        </p:nvSpPr>
        <p:spPr/>
        <p:txBody>
          <a:bodyPr/>
          <a:lstStyle/>
          <a:p>
            <a:fld id="{CF40077E-C6B3-4183-BCF7-44D452984504}" type="datetimeFigureOut">
              <a:rPr lang="ru-RU" smtClean="0"/>
              <a:t>03.06.2025</a:t>
            </a:fld>
            <a:endParaRPr lang="ru-RU"/>
          </a:p>
        </p:txBody>
      </p:sp>
      <p:sp>
        <p:nvSpPr>
          <p:cNvPr id="3" name="Нижний колонтитул 2">
            <a:extLst>
              <a:ext uri="{FF2B5EF4-FFF2-40B4-BE49-F238E27FC236}">
                <a16:creationId xmlns:a16="http://schemas.microsoft.com/office/drawing/2014/main" id="{918893F9-9A42-1EB6-B4E9-2786385C4C60}"/>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6D4E6204-65AA-324B-EEAC-D9C9878F9CB3}"/>
              </a:ext>
            </a:extLst>
          </p:cNvPr>
          <p:cNvSpPr>
            <a:spLocks noGrp="1"/>
          </p:cNvSpPr>
          <p:nvPr>
            <p:ph type="sldNum" sz="quarter" idx="12"/>
          </p:nvPr>
        </p:nvSpPr>
        <p:spPr/>
        <p:txBody>
          <a:bodyPr/>
          <a:lstStyle/>
          <a:p>
            <a:fld id="{C8C22472-9336-403A-9BA4-FFE24B72532C}" type="slidenum">
              <a:rPr lang="ru-RU" smtClean="0"/>
              <a:t>‹#›</a:t>
            </a:fld>
            <a:endParaRPr lang="ru-RU"/>
          </a:p>
        </p:txBody>
      </p:sp>
    </p:spTree>
    <p:extLst>
      <p:ext uri="{BB962C8B-B14F-4D97-AF65-F5344CB8AC3E}">
        <p14:creationId xmlns:p14="http://schemas.microsoft.com/office/powerpoint/2010/main" val="4110256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04B51D1-C9B4-C0E4-41FA-400BD75F4182}"/>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D12A01E1-68A7-A824-CD13-1343AC3676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17032B52-12A1-37DE-58F1-21A94F1CC3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F1147C54-FB77-C1D4-64E4-23F649BD10B5}"/>
              </a:ext>
            </a:extLst>
          </p:cNvPr>
          <p:cNvSpPr>
            <a:spLocks noGrp="1"/>
          </p:cNvSpPr>
          <p:nvPr>
            <p:ph type="dt" sz="half" idx="10"/>
          </p:nvPr>
        </p:nvSpPr>
        <p:spPr/>
        <p:txBody>
          <a:bodyPr/>
          <a:lstStyle/>
          <a:p>
            <a:fld id="{CF40077E-C6B3-4183-BCF7-44D452984504}" type="datetimeFigureOut">
              <a:rPr lang="ru-RU" smtClean="0"/>
              <a:t>03.06.2025</a:t>
            </a:fld>
            <a:endParaRPr lang="ru-RU"/>
          </a:p>
        </p:txBody>
      </p:sp>
      <p:sp>
        <p:nvSpPr>
          <p:cNvPr id="6" name="Нижний колонтитул 5">
            <a:extLst>
              <a:ext uri="{FF2B5EF4-FFF2-40B4-BE49-F238E27FC236}">
                <a16:creationId xmlns:a16="http://schemas.microsoft.com/office/drawing/2014/main" id="{2E6A1B56-D029-4B74-85FD-6F5716F68E01}"/>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26BCEFAD-40F4-7A65-6685-2B0800A618A1}"/>
              </a:ext>
            </a:extLst>
          </p:cNvPr>
          <p:cNvSpPr>
            <a:spLocks noGrp="1"/>
          </p:cNvSpPr>
          <p:nvPr>
            <p:ph type="sldNum" sz="quarter" idx="12"/>
          </p:nvPr>
        </p:nvSpPr>
        <p:spPr/>
        <p:txBody>
          <a:bodyPr/>
          <a:lstStyle/>
          <a:p>
            <a:fld id="{C8C22472-9336-403A-9BA4-FFE24B72532C}" type="slidenum">
              <a:rPr lang="ru-RU" smtClean="0"/>
              <a:t>‹#›</a:t>
            </a:fld>
            <a:endParaRPr lang="ru-RU"/>
          </a:p>
        </p:txBody>
      </p:sp>
    </p:spTree>
    <p:extLst>
      <p:ext uri="{BB962C8B-B14F-4D97-AF65-F5344CB8AC3E}">
        <p14:creationId xmlns:p14="http://schemas.microsoft.com/office/powerpoint/2010/main" val="172386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506F0FE-55F1-E375-BB10-495D89E1A45C}"/>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F319BC7D-0936-0421-1C2B-7AE5C87DAC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810F19AE-125E-03F3-49C0-EE8ECB657C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0CD78DCD-2BB1-038C-AC91-C9BB8D994C55}"/>
              </a:ext>
            </a:extLst>
          </p:cNvPr>
          <p:cNvSpPr>
            <a:spLocks noGrp="1"/>
          </p:cNvSpPr>
          <p:nvPr>
            <p:ph type="dt" sz="half" idx="10"/>
          </p:nvPr>
        </p:nvSpPr>
        <p:spPr/>
        <p:txBody>
          <a:bodyPr/>
          <a:lstStyle/>
          <a:p>
            <a:fld id="{CF40077E-C6B3-4183-BCF7-44D452984504}" type="datetimeFigureOut">
              <a:rPr lang="ru-RU" smtClean="0"/>
              <a:t>03.06.2025</a:t>
            </a:fld>
            <a:endParaRPr lang="ru-RU"/>
          </a:p>
        </p:txBody>
      </p:sp>
      <p:sp>
        <p:nvSpPr>
          <p:cNvPr id="6" name="Нижний колонтитул 5">
            <a:extLst>
              <a:ext uri="{FF2B5EF4-FFF2-40B4-BE49-F238E27FC236}">
                <a16:creationId xmlns:a16="http://schemas.microsoft.com/office/drawing/2014/main" id="{0AB6D9E2-C511-B210-D10D-4F559F1A7D96}"/>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2837B217-B0A2-CD13-11A6-A76410AF97ED}"/>
              </a:ext>
            </a:extLst>
          </p:cNvPr>
          <p:cNvSpPr>
            <a:spLocks noGrp="1"/>
          </p:cNvSpPr>
          <p:nvPr>
            <p:ph type="sldNum" sz="quarter" idx="12"/>
          </p:nvPr>
        </p:nvSpPr>
        <p:spPr/>
        <p:txBody>
          <a:bodyPr/>
          <a:lstStyle/>
          <a:p>
            <a:fld id="{C8C22472-9336-403A-9BA4-FFE24B72532C}" type="slidenum">
              <a:rPr lang="ru-RU" smtClean="0"/>
              <a:t>‹#›</a:t>
            </a:fld>
            <a:endParaRPr lang="ru-RU"/>
          </a:p>
        </p:txBody>
      </p:sp>
    </p:spTree>
    <p:extLst>
      <p:ext uri="{BB962C8B-B14F-4D97-AF65-F5344CB8AC3E}">
        <p14:creationId xmlns:p14="http://schemas.microsoft.com/office/powerpoint/2010/main" val="1654042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05707B7-BC5A-FA02-1289-EEF68C5B582D}"/>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4BB19671-6D5C-2428-6E08-D6634861E879}"/>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BEC33B78-B527-AC11-A7A4-62E275F2D99B}"/>
              </a:ext>
            </a:extLst>
          </p:cNvPr>
          <p:cNvSpPr>
            <a:spLocks noGrp="1"/>
          </p:cNvSpPr>
          <p:nvPr>
            <p:ph type="dt" sz="half" idx="10"/>
          </p:nvPr>
        </p:nvSpPr>
        <p:spPr/>
        <p:txBody>
          <a:bodyPr/>
          <a:lstStyle/>
          <a:p>
            <a:fld id="{CF40077E-C6B3-4183-BCF7-44D452984504}" type="datetimeFigureOut">
              <a:rPr lang="ru-RU" smtClean="0"/>
              <a:t>03.06.2025</a:t>
            </a:fld>
            <a:endParaRPr lang="ru-RU"/>
          </a:p>
        </p:txBody>
      </p:sp>
      <p:sp>
        <p:nvSpPr>
          <p:cNvPr id="5" name="Нижний колонтитул 4">
            <a:extLst>
              <a:ext uri="{FF2B5EF4-FFF2-40B4-BE49-F238E27FC236}">
                <a16:creationId xmlns:a16="http://schemas.microsoft.com/office/drawing/2014/main" id="{3948BBA4-49EB-76BF-96E7-4F23B8AB23E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6BB44E84-1DF8-500E-D5E7-77BF7E1244E8}"/>
              </a:ext>
            </a:extLst>
          </p:cNvPr>
          <p:cNvSpPr>
            <a:spLocks noGrp="1"/>
          </p:cNvSpPr>
          <p:nvPr>
            <p:ph type="sldNum" sz="quarter" idx="12"/>
          </p:nvPr>
        </p:nvSpPr>
        <p:spPr/>
        <p:txBody>
          <a:bodyPr/>
          <a:lstStyle/>
          <a:p>
            <a:fld id="{C8C22472-9336-403A-9BA4-FFE24B72532C}" type="slidenum">
              <a:rPr lang="ru-RU" smtClean="0"/>
              <a:t>‹#›</a:t>
            </a:fld>
            <a:endParaRPr lang="ru-RU"/>
          </a:p>
        </p:txBody>
      </p:sp>
    </p:spTree>
    <p:extLst>
      <p:ext uri="{BB962C8B-B14F-4D97-AF65-F5344CB8AC3E}">
        <p14:creationId xmlns:p14="http://schemas.microsoft.com/office/powerpoint/2010/main" val="1026355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902EFF55-E530-7794-3829-5C4BD9C02542}"/>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D26B225A-FD49-1014-C69C-13B13C065748}"/>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34660BB1-AF63-BD3A-D76C-35412CEAABB9}"/>
              </a:ext>
            </a:extLst>
          </p:cNvPr>
          <p:cNvSpPr>
            <a:spLocks noGrp="1"/>
          </p:cNvSpPr>
          <p:nvPr>
            <p:ph type="dt" sz="half" idx="10"/>
          </p:nvPr>
        </p:nvSpPr>
        <p:spPr/>
        <p:txBody>
          <a:bodyPr/>
          <a:lstStyle/>
          <a:p>
            <a:fld id="{CF40077E-C6B3-4183-BCF7-44D452984504}" type="datetimeFigureOut">
              <a:rPr lang="ru-RU" smtClean="0"/>
              <a:t>03.06.2025</a:t>
            </a:fld>
            <a:endParaRPr lang="ru-RU"/>
          </a:p>
        </p:txBody>
      </p:sp>
      <p:sp>
        <p:nvSpPr>
          <p:cNvPr id="5" name="Нижний колонтитул 4">
            <a:extLst>
              <a:ext uri="{FF2B5EF4-FFF2-40B4-BE49-F238E27FC236}">
                <a16:creationId xmlns:a16="http://schemas.microsoft.com/office/drawing/2014/main" id="{CCDEE716-ADB4-6885-F38E-26365BA14D6A}"/>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5885FB8-10DC-05CB-B05F-F10A28AD7268}"/>
              </a:ext>
            </a:extLst>
          </p:cNvPr>
          <p:cNvSpPr>
            <a:spLocks noGrp="1"/>
          </p:cNvSpPr>
          <p:nvPr>
            <p:ph type="sldNum" sz="quarter" idx="12"/>
          </p:nvPr>
        </p:nvSpPr>
        <p:spPr/>
        <p:txBody>
          <a:bodyPr/>
          <a:lstStyle/>
          <a:p>
            <a:fld id="{C8C22472-9336-403A-9BA4-FFE24B72532C}" type="slidenum">
              <a:rPr lang="ru-RU" smtClean="0"/>
              <a:t>‹#›</a:t>
            </a:fld>
            <a:endParaRPr lang="ru-RU"/>
          </a:p>
        </p:txBody>
      </p:sp>
    </p:spTree>
    <p:extLst>
      <p:ext uri="{BB962C8B-B14F-4D97-AF65-F5344CB8AC3E}">
        <p14:creationId xmlns:p14="http://schemas.microsoft.com/office/powerpoint/2010/main" val="17047911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332756" y="1475200"/>
            <a:ext cx="4498400" cy="3285600"/>
          </a:xfrm>
          <a:prstGeom prst="rect">
            <a:avLst/>
          </a:prstGeom>
        </p:spPr>
        <p:txBody>
          <a:bodyPr spcFirstLastPara="1" wrap="square" lIns="91425" tIns="91425" rIns="91425" bIns="91425" anchor="ctr" anchorCtr="0">
            <a:noAutofit/>
          </a:bodyPr>
          <a:lstStyle>
            <a:lvl1pPr lvl="0">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0" name="Google Shape;10;p2"/>
          <p:cNvSpPr txBox="1">
            <a:spLocks noGrp="1"/>
          </p:cNvSpPr>
          <p:nvPr>
            <p:ph type="subTitle" idx="1"/>
          </p:nvPr>
        </p:nvSpPr>
        <p:spPr>
          <a:xfrm>
            <a:off x="1332756" y="4810000"/>
            <a:ext cx="4498400" cy="572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21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Tree>
    <p:extLst>
      <p:ext uri="{BB962C8B-B14F-4D97-AF65-F5344CB8AC3E}">
        <p14:creationId xmlns:p14="http://schemas.microsoft.com/office/powerpoint/2010/main" val="10887989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3" name="Google Shape;13;p3"/>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41645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947033" y="715533"/>
            <a:ext cx="10298000" cy="641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6" name="Google Shape;16;p4"/>
          <p:cNvSpPr txBox="1">
            <a:spLocks noGrp="1"/>
          </p:cNvSpPr>
          <p:nvPr>
            <p:ph type="body" idx="1"/>
          </p:nvPr>
        </p:nvSpPr>
        <p:spPr>
          <a:xfrm>
            <a:off x="947033" y="1536633"/>
            <a:ext cx="10298000" cy="46060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17" name="Google Shape;17;p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6418198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947033" y="715533"/>
            <a:ext cx="10298000" cy="641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0" name="Google Shape;20;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1" name="Google Shape;21;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2" name="Google Shape;22;p5"/>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446687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3"/>
        <p:cNvGrpSpPr/>
        <p:nvPr/>
      </p:nvGrpSpPr>
      <p:grpSpPr>
        <a:xfrm>
          <a:off x="0" y="0"/>
          <a:ext cx="0" cy="0"/>
          <a:chOff x="0" y="0"/>
          <a:chExt cx="0" cy="0"/>
        </a:xfrm>
      </p:grpSpPr>
      <p:sp>
        <p:nvSpPr>
          <p:cNvPr id="24" name="Google Shape;24;p6"/>
          <p:cNvSpPr txBox="1">
            <a:spLocks noGrp="1"/>
          </p:cNvSpPr>
          <p:nvPr>
            <p:ph type="title"/>
          </p:nvPr>
        </p:nvSpPr>
        <p:spPr>
          <a:xfrm>
            <a:off x="947033" y="715533"/>
            <a:ext cx="10298000" cy="641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extLst>
      <p:ext uri="{BB962C8B-B14F-4D97-AF65-F5344CB8AC3E}">
        <p14:creationId xmlns:p14="http://schemas.microsoft.com/office/powerpoint/2010/main" val="13938922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27" name="Google Shape;27;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Autofit/>
          </a:bodyPr>
          <a:lstStyle>
            <a:lvl1pPr marL="609585" lvl="0" indent="-406390">
              <a:spcBef>
                <a:spcPts val="0"/>
              </a:spcBef>
              <a:spcAft>
                <a:spcPts val="0"/>
              </a:spcAft>
              <a:buSzPts val="1200"/>
              <a:buChar char="●"/>
              <a:defRPr sz="1600"/>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8" name="Google Shape;28;p7"/>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1034524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1" name="Google Shape;31;p8"/>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6991858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2"/>
        <p:cNvGrpSpPr/>
        <p:nvPr/>
      </p:nvGrpSpPr>
      <p:grpSpPr>
        <a:xfrm>
          <a:off x="0" y="0"/>
          <a:ext cx="0" cy="0"/>
          <a:chOff x="0" y="0"/>
          <a:chExt cx="0" cy="0"/>
        </a:xfrm>
      </p:grpSpPr>
      <p:sp>
        <p:nvSpPr>
          <p:cNvPr id="33" name="Google Shape;33;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4" name="Google Shape;34;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5" name="Google Shape;35;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6" name="Google Shape;36;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37" name="Google Shape;37;p9"/>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9241757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3" name="Google Shape;43;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SzPts val="1800"/>
              <a:buChar char="●"/>
              <a:defRPr/>
            </a:lvl1pPr>
            <a:lvl2pPr marL="1219170" lvl="1" indent="-423323" algn="ctr">
              <a:spcBef>
                <a:spcPts val="2133"/>
              </a:spcBef>
              <a:spcAft>
                <a:spcPts val="0"/>
              </a:spcAft>
              <a:buSzPts val="1400"/>
              <a:buChar char="○"/>
              <a:defRPr/>
            </a:lvl2pPr>
            <a:lvl3pPr marL="1828754" lvl="2" indent="-423323" algn="ctr">
              <a:spcBef>
                <a:spcPts val="2133"/>
              </a:spcBef>
              <a:spcAft>
                <a:spcPts val="0"/>
              </a:spcAft>
              <a:buSzPts val="1400"/>
              <a:buChar char="■"/>
              <a:defRPr/>
            </a:lvl3pPr>
            <a:lvl4pPr marL="2438339" lvl="3" indent="-423323" algn="ctr">
              <a:spcBef>
                <a:spcPts val="2133"/>
              </a:spcBef>
              <a:spcAft>
                <a:spcPts val="0"/>
              </a:spcAft>
              <a:buSzPts val="1400"/>
              <a:buChar char="●"/>
              <a:defRPr/>
            </a:lvl4pPr>
            <a:lvl5pPr marL="3047924" lvl="4" indent="-423323" algn="ctr">
              <a:spcBef>
                <a:spcPts val="2133"/>
              </a:spcBef>
              <a:spcAft>
                <a:spcPts val="0"/>
              </a:spcAft>
              <a:buSzPts val="1400"/>
              <a:buChar char="○"/>
              <a:defRPr/>
            </a:lvl5pPr>
            <a:lvl6pPr marL="3657509" lvl="5" indent="-423323" algn="ctr">
              <a:spcBef>
                <a:spcPts val="2133"/>
              </a:spcBef>
              <a:spcAft>
                <a:spcPts val="0"/>
              </a:spcAft>
              <a:buSzPts val="1400"/>
              <a:buChar char="■"/>
              <a:defRPr/>
            </a:lvl6pPr>
            <a:lvl7pPr marL="4267093" lvl="6" indent="-423323" algn="ctr">
              <a:spcBef>
                <a:spcPts val="2133"/>
              </a:spcBef>
              <a:spcAft>
                <a:spcPts val="0"/>
              </a:spcAft>
              <a:buSzPts val="1400"/>
              <a:buChar char="●"/>
              <a:defRPr/>
            </a:lvl7pPr>
            <a:lvl8pPr marL="4876678" lvl="7" indent="-423323" algn="ctr">
              <a:spcBef>
                <a:spcPts val="2133"/>
              </a:spcBef>
              <a:spcAft>
                <a:spcPts val="0"/>
              </a:spcAft>
              <a:buSzPts val="1400"/>
              <a:buChar char="○"/>
              <a:defRPr/>
            </a:lvl8pPr>
            <a:lvl9pPr marL="5486263" lvl="8" indent="-423323" algn="ctr">
              <a:spcBef>
                <a:spcPts val="2133"/>
              </a:spcBef>
              <a:spcAft>
                <a:spcPts val="2133"/>
              </a:spcAft>
              <a:buSzPts val="1400"/>
              <a:buChar char="■"/>
              <a:defRPr/>
            </a:lvl9pPr>
          </a:lstStyle>
          <a:p>
            <a:endParaRPr/>
          </a:p>
        </p:txBody>
      </p:sp>
      <p:sp>
        <p:nvSpPr>
          <p:cNvPr id="44" name="Google Shape;44;p1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9053017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p1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8995639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866192" y="2085471"/>
            <a:ext cx="4139200" cy="18224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5200"/>
              <a:buNone/>
              <a:defRPr sz="6667"/>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1" name="Google Shape;11;p2"/>
          <p:cNvSpPr txBox="1">
            <a:spLocks noGrp="1"/>
          </p:cNvSpPr>
          <p:nvPr>
            <p:ph type="subTitle" idx="1"/>
          </p:nvPr>
        </p:nvSpPr>
        <p:spPr>
          <a:xfrm>
            <a:off x="866185" y="4227501"/>
            <a:ext cx="4139200" cy="5548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SzPts val="2800"/>
              <a:buNone/>
              <a:defRPr sz="21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9692797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1489032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5141888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3" name="Google Shape;23;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5659076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609600" y="364767"/>
            <a:ext cx="10961200" cy="763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300"/>
              <a:buNone/>
              <a:defRPr sz="4000">
                <a:solidFill>
                  <a:srgbClr val="11111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1353362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0" name="Google Shape;30;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31" name="Google Shape;31;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9062486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4" name="Google Shape;34;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4188579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 name="Google Shape;37;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8" name="Google Shape;38;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9" name="Google Shape;39;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5212016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Autofit/>
          </a:bodyPr>
          <a:lstStyle>
            <a:lvl1pPr marL="609585" lvl="0" indent="-304792">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2310136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6" name="Google Shape;46;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1692142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09788272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3093000" y="2750984"/>
            <a:ext cx="6006000" cy="8616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4800"/>
            </a:lvl1pPr>
            <a:lvl2pPr lvl="1" algn="ctr">
              <a:spcBef>
                <a:spcPts val="0"/>
              </a:spcBef>
              <a:spcAft>
                <a:spcPts val="0"/>
              </a:spcAft>
              <a:buSzPts val="3000"/>
              <a:buNone/>
              <a:defRPr sz="4000"/>
            </a:lvl2pPr>
            <a:lvl3pPr lvl="2" algn="ctr">
              <a:spcBef>
                <a:spcPts val="0"/>
              </a:spcBef>
              <a:spcAft>
                <a:spcPts val="0"/>
              </a:spcAft>
              <a:buSzPts val="3000"/>
              <a:buNone/>
              <a:defRPr sz="4000"/>
            </a:lvl3pPr>
            <a:lvl4pPr lvl="3" algn="ctr">
              <a:spcBef>
                <a:spcPts val="0"/>
              </a:spcBef>
              <a:spcAft>
                <a:spcPts val="0"/>
              </a:spcAft>
              <a:buSzPts val="3000"/>
              <a:buNone/>
              <a:defRPr sz="4000"/>
            </a:lvl4pPr>
            <a:lvl5pPr lvl="4" algn="ctr">
              <a:spcBef>
                <a:spcPts val="0"/>
              </a:spcBef>
              <a:spcAft>
                <a:spcPts val="0"/>
              </a:spcAft>
              <a:buSzPts val="3000"/>
              <a:buNone/>
              <a:defRPr sz="4000"/>
            </a:lvl5pPr>
            <a:lvl6pPr lvl="5" algn="ctr">
              <a:spcBef>
                <a:spcPts val="0"/>
              </a:spcBef>
              <a:spcAft>
                <a:spcPts val="0"/>
              </a:spcAft>
              <a:buSzPts val="3000"/>
              <a:buNone/>
              <a:defRPr sz="4000"/>
            </a:lvl6pPr>
            <a:lvl7pPr lvl="6" algn="ctr">
              <a:spcBef>
                <a:spcPts val="0"/>
              </a:spcBef>
              <a:spcAft>
                <a:spcPts val="0"/>
              </a:spcAft>
              <a:buSzPts val="3000"/>
              <a:buNone/>
              <a:defRPr sz="4000"/>
            </a:lvl7pPr>
            <a:lvl8pPr lvl="7" algn="ctr">
              <a:spcBef>
                <a:spcPts val="0"/>
              </a:spcBef>
              <a:spcAft>
                <a:spcPts val="0"/>
              </a:spcAft>
              <a:buSzPts val="3000"/>
              <a:buNone/>
              <a:defRPr sz="4000"/>
            </a:lvl8pPr>
            <a:lvl9pPr lvl="8" algn="ctr">
              <a:spcBef>
                <a:spcPts val="0"/>
              </a:spcBef>
              <a:spcAft>
                <a:spcPts val="0"/>
              </a:spcAft>
              <a:buSzPts val="3000"/>
              <a:buNone/>
              <a:defRPr sz="4000"/>
            </a:lvl9pPr>
          </a:lstStyle>
          <a:p>
            <a:endParaRPr/>
          </a:p>
        </p:txBody>
      </p:sp>
      <p:sp>
        <p:nvSpPr>
          <p:cNvPr id="10" name="Google Shape;10;p2"/>
          <p:cNvSpPr txBox="1">
            <a:spLocks noGrp="1"/>
          </p:cNvSpPr>
          <p:nvPr>
            <p:ph type="subTitle" idx="1"/>
          </p:nvPr>
        </p:nvSpPr>
        <p:spPr>
          <a:xfrm>
            <a:off x="4417400" y="3319325"/>
            <a:ext cx="3357200" cy="861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sz="4000"/>
            </a:lvl1pPr>
            <a:lvl2pPr lvl="1" algn="ctr">
              <a:lnSpc>
                <a:spcPct val="100000"/>
              </a:lnSpc>
              <a:spcBef>
                <a:spcPts val="0"/>
              </a:spcBef>
              <a:spcAft>
                <a:spcPts val="0"/>
              </a:spcAft>
              <a:buSzPts val="3000"/>
              <a:buNone/>
              <a:defRPr sz="4000"/>
            </a:lvl2pPr>
            <a:lvl3pPr lvl="2" algn="ctr">
              <a:lnSpc>
                <a:spcPct val="100000"/>
              </a:lnSpc>
              <a:spcBef>
                <a:spcPts val="0"/>
              </a:spcBef>
              <a:spcAft>
                <a:spcPts val="0"/>
              </a:spcAft>
              <a:buSzPts val="3000"/>
              <a:buNone/>
              <a:defRPr sz="4000"/>
            </a:lvl3pPr>
            <a:lvl4pPr lvl="3" algn="ctr">
              <a:lnSpc>
                <a:spcPct val="100000"/>
              </a:lnSpc>
              <a:spcBef>
                <a:spcPts val="0"/>
              </a:spcBef>
              <a:spcAft>
                <a:spcPts val="0"/>
              </a:spcAft>
              <a:buSzPts val="3000"/>
              <a:buNone/>
              <a:defRPr sz="4000"/>
            </a:lvl4pPr>
            <a:lvl5pPr lvl="4" algn="ctr">
              <a:lnSpc>
                <a:spcPct val="100000"/>
              </a:lnSpc>
              <a:spcBef>
                <a:spcPts val="0"/>
              </a:spcBef>
              <a:spcAft>
                <a:spcPts val="0"/>
              </a:spcAft>
              <a:buSzPts val="3000"/>
              <a:buNone/>
              <a:defRPr sz="4000"/>
            </a:lvl5pPr>
            <a:lvl6pPr lvl="5" algn="ctr">
              <a:lnSpc>
                <a:spcPct val="100000"/>
              </a:lnSpc>
              <a:spcBef>
                <a:spcPts val="0"/>
              </a:spcBef>
              <a:spcAft>
                <a:spcPts val="0"/>
              </a:spcAft>
              <a:buSzPts val="3000"/>
              <a:buNone/>
              <a:defRPr sz="4000"/>
            </a:lvl6pPr>
            <a:lvl7pPr lvl="6" algn="ctr">
              <a:lnSpc>
                <a:spcPct val="100000"/>
              </a:lnSpc>
              <a:spcBef>
                <a:spcPts val="0"/>
              </a:spcBef>
              <a:spcAft>
                <a:spcPts val="0"/>
              </a:spcAft>
              <a:buSzPts val="3000"/>
              <a:buNone/>
              <a:defRPr sz="4000"/>
            </a:lvl7pPr>
            <a:lvl8pPr lvl="7" algn="ctr">
              <a:lnSpc>
                <a:spcPct val="100000"/>
              </a:lnSpc>
              <a:spcBef>
                <a:spcPts val="0"/>
              </a:spcBef>
              <a:spcAft>
                <a:spcPts val="0"/>
              </a:spcAft>
              <a:buSzPts val="3000"/>
              <a:buNone/>
              <a:defRPr sz="4000"/>
            </a:lvl8pPr>
            <a:lvl9pPr lvl="8" algn="ctr">
              <a:lnSpc>
                <a:spcPct val="100000"/>
              </a:lnSpc>
              <a:spcBef>
                <a:spcPts val="0"/>
              </a:spcBef>
              <a:spcAft>
                <a:spcPts val="0"/>
              </a:spcAft>
              <a:buSzPts val="3000"/>
              <a:buNone/>
              <a:defRPr sz="4000"/>
            </a:lvl9pPr>
          </a:lstStyle>
          <a:p>
            <a:endParaRPr/>
          </a:p>
        </p:txBody>
      </p:sp>
    </p:spTree>
    <p:extLst>
      <p:ext uri="{BB962C8B-B14F-4D97-AF65-F5344CB8AC3E}">
        <p14:creationId xmlns:p14="http://schemas.microsoft.com/office/powerpoint/2010/main" val="24332080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5681900" y="2664600"/>
            <a:ext cx="4880800" cy="1122400"/>
          </a:xfrm>
          <a:prstGeom prst="rect">
            <a:avLst/>
          </a:prstGeom>
        </p:spPr>
        <p:txBody>
          <a:bodyPr spcFirstLastPara="1" wrap="square" lIns="91425" tIns="91425" rIns="91425" bIns="91425" anchor="ctr" anchorCtr="0">
            <a:noAutofit/>
          </a:bodyPr>
          <a:lstStyle>
            <a:lvl1pPr lvl="0" algn="r">
              <a:spcBef>
                <a:spcPts val="0"/>
              </a:spcBef>
              <a:spcAft>
                <a:spcPts val="0"/>
              </a:spcAft>
              <a:buSzPts val="5300"/>
              <a:buNone/>
              <a:defRPr sz="7066"/>
            </a:lvl1pPr>
            <a:lvl2pPr lvl="1" algn="ctr">
              <a:spcBef>
                <a:spcPts val="0"/>
              </a:spcBef>
              <a:spcAft>
                <a:spcPts val="0"/>
              </a:spcAft>
              <a:buSzPts val="4000"/>
              <a:buNone/>
              <a:defRPr sz="5333"/>
            </a:lvl2pPr>
            <a:lvl3pPr lvl="2" algn="ctr">
              <a:spcBef>
                <a:spcPts val="0"/>
              </a:spcBef>
              <a:spcAft>
                <a:spcPts val="0"/>
              </a:spcAft>
              <a:buSzPts val="4000"/>
              <a:buNone/>
              <a:defRPr sz="5333"/>
            </a:lvl3pPr>
            <a:lvl4pPr lvl="3" algn="ctr">
              <a:spcBef>
                <a:spcPts val="0"/>
              </a:spcBef>
              <a:spcAft>
                <a:spcPts val="0"/>
              </a:spcAft>
              <a:buSzPts val="4000"/>
              <a:buNone/>
              <a:defRPr sz="5333"/>
            </a:lvl4pPr>
            <a:lvl5pPr lvl="4" algn="ctr">
              <a:spcBef>
                <a:spcPts val="0"/>
              </a:spcBef>
              <a:spcAft>
                <a:spcPts val="0"/>
              </a:spcAft>
              <a:buSzPts val="4000"/>
              <a:buNone/>
              <a:defRPr sz="5333"/>
            </a:lvl5pPr>
            <a:lvl6pPr lvl="5" algn="ctr">
              <a:spcBef>
                <a:spcPts val="0"/>
              </a:spcBef>
              <a:spcAft>
                <a:spcPts val="0"/>
              </a:spcAft>
              <a:buSzPts val="4000"/>
              <a:buNone/>
              <a:defRPr sz="5333"/>
            </a:lvl6pPr>
            <a:lvl7pPr lvl="6" algn="ctr">
              <a:spcBef>
                <a:spcPts val="0"/>
              </a:spcBef>
              <a:spcAft>
                <a:spcPts val="0"/>
              </a:spcAft>
              <a:buSzPts val="4000"/>
              <a:buNone/>
              <a:defRPr sz="5333"/>
            </a:lvl7pPr>
            <a:lvl8pPr lvl="7" algn="ctr">
              <a:spcBef>
                <a:spcPts val="0"/>
              </a:spcBef>
              <a:spcAft>
                <a:spcPts val="0"/>
              </a:spcAft>
              <a:buSzPts val="4000"/>
              <a:buNone/>
              <a:defRPr sz="5333"/>
            </a:lvl8pPr>
            <a:lvl9pPr lvl="8" algn="ctr">
              <a:spcBef>
                <a:spcPts val="0"/>
              </a:spcBef>
              <a:spcAft>
                <a:spcPts val="0"/>
              </a:spcAft>
              <a:buSzPts val="4000"/>
              <a:buNone/>
              <a:defRPr sz="5333"/>
            </a:lvl9pPr>
          </a:lstStyle>
          <a:p>
            <a:endParaRPr/>
          </a:p>
        </p:txBody>
      </p:sp>
      <p:sp>
        <p:nvSpPr>
          <p:cNvPr id="13" name="Google Shape;13;p3"/>
          <p:cNvSpPr txBox="1">
            <a:spLocks noGrp="1"/>
          </p:cNvSpPr>
          <p:nvPr>
            <p:ph type="title" idx="2" hasCustomPrompt="1"/>
          </p:nvPr>
        </p:nvSpPr>
        <p:spPr>
          <a:xfrm>
            <a:off x="966233" y="2120000"/>
            <a:ext cx="4194400" cy="2618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0400"/>
              <a:buNone/>
              <a:defRPr sz="13866"/>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Tree>
    <p:extLst>
      <p:ext uri="{BB962C8B-B14F-4D97-AF65-F5344CB8AC3E}">
        <p14:creationId xmlns:p14="http://schemas.microsoft.com/office/powerpoint/2010/main" val="49942518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4"/>
        <p:cNvGrpSpPr/>
        <p:nvPr/>
      </p:nvGrpSpPr>
      <p:grpSpPr>
        <a:xfrm>
          <a:off x="0" y="0"/>
          <a:ext cx="0" cy="0"/>
          <a:chOff x="0" y="0"/>
          <a:chExt cx="0" cy="0"/>
        </a:xfrm>
      </p:grpSpPr>
      <p:sp>
        <p:nvSpPr>
          <p:cNvPr id="15" name="Google Shape;15;p4"/>
          <p:cNvSpPr/>
          <p:nvPr/>
        </p:nvSpPr>
        <p:spPr>
          <a:xfrm>
            <a:off x="882200" y="557067"/>
            <a:ext cx="6764400" cy="11600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p>
        </p:txBody>
      </p:sp>
      <p:sp>
        <p:nvSpPr>
          <p:cNvPr id="16" name="Google Shape;16;p4"/>
          <p:cNvSpPr txBox="1">
            <a:spLocks noGrp="1"/>
          </p:cNvSpPr>
          <p:nvPr>
            <p:ph type="body" idx="1"/>
          </p:nvPr>
        </p:nvSpPr>
        <p:spPr>
          <a:xfrm>
            <a:off x="809200" y="1965267"/>
            <a:ext cx="10573600" cy="4126400"/>
          </a:xfrm>
          <a:prstGeom prst="rect">
            <a:avLst/>
          </a:prstGeom>
        </p:spPr>
        <p:txBody>
          <a:bodyPr spcFirstLastPara="1" wrap="square" lIns="91425" tIns="91425" rIns="91425" bIns="91425" anchor="t" anchorCtr="0">
            <a:noAutofit/>
          </a:bodyPr>
          <a:lstStyle>
            <a:lvl1pPr marL="609585" lvl="0" indent="-406390">
              <a:spcBef>
                <a:spcPts val="0"/>
              </a:spcBef>
              <a:spcAft>
                <a:spcPts val="0"/>
              </a:spcAft>
              <a:buSzPts val="1200"/>
              <a:buChar char="●"/>
              <a:defRPr sz="1600"/>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17" name="Google Shape;17;p4"/>
          <p:cNvSpPr txBox="1">
            <a:spLocks noGrp="1"/>
          </p:cNvSpPr>
          <p:nvPr>
            <p:ph type="title"/>
          </p:nvPr>
        </p:nvSpPr>
        <p:spPr>
          <a:xfrm>
            <a:off x="1203400" y="598467"/>
            <a:ext cx="6122000" cy="1077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3000"/>
              <a:buNone/>
              <a:defRPr sz="40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320762334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18"/>
        <p:cNvGrpSpPr/>
        <p:nvPr/>
      </p:nvGrpSpPr>
      <p:grpSpPr>
        <a:xfrm>
          <a:off x="0" y="0"/>
          <a:ext cx="0" cy="0"/>
          <a:chOff x="0" y="0"/>
          <a:chExt cx="0" cy="0"/>
        </a:xfrm>
      </p:grpSpPr>
      <p:sp>
        <p:nvSpPr>
          <p:cNvPr id="19" name="Google Shape;19;p5"/>
          <p:cNvSpPr txBox="1">
            <a:spLocks noGrp="1"/>
          </p:cNvSpPr>
          <p:nvPr>
            <p:ph type="body" idx="1"/>
          </p:nvPr>
        </p:nvSpPr>
        <p:spPr>
          <a:xfrm>
            <a:off x="1014233" y="2442000"/>
            <a:ext cx="4771200" cy="2136800"/>
          </a:xfrm>
          <a:prstGeom prst="rect">
            <a:avLst/>
          </a:prstGeom>
        </p:spPr>
        <p:txBody>
          <a:bodyPr spcFirstLastPara="1" wrap="square" lIns="91425" tIns="91425" rIns="91425" bIns="91425" anchor="t" anchorCtr="0">
            <a:noAutofit/>
          </a:bodyPr>
          <a:lstStyle>
            <a:lvl1pPr marL="609585" lvl="0" indent="-440256" algn="ctr">
              <a:spcBef>
                <a:spcPts val="0"/>
              </a:spcBef>
              <a:spcAft>
                <a:spcPts val="0"/>
              </a:spcAft>
              <a:buSzPts val="1600"/>
              <a:buChar char="●"/>
              <a:defRPr sz="2133"/>
            </a:lvl1pPr>
            <a:lvl2pPr marL="1219170" lvl="1" indent="-440256">
              <a:spcBef>
                <a:spcPts val="0"/>
              </a:spcBef>
              <a:spcAft>
                <a:spcPts val="0"/>
              </a:spcAft>
              <a:buSzPts val="1600"/>
              <a:buChar char="○"/>
              <a:defRPr sz="2133"/>
            </a:lvl2pPr>
            <a:lvl3pPr marL="1828754" lvl="2" indent="-440256">
              <a:spcBef>
                <a:spcPts val="2133"/>
              </a:spcBef>
              <a:spcAft>
                <a:spcPts val="0"/>
              </a:spcAft>
              <a:buSzPts val="1600"/>
              <a:buChar char="■"/>
              <a:defRPr sz="2133"/>
            </a:lvl3pPr>
            <a:lvl4pPr marL="2438339" lvl="3" indent="-440256">
              <a:spcBef>
                <a:spcPts val="2133"/>
              </a:spcBef>
              <a:spcAft>
                <a:spcPts val="0"/>
              </a:spcAft>
              <a:buSzPts val="1600"/>
              <a:buChar char="●"/>
              <a:defRPr sz="2133"/>
            </a:lvl4pPr>
            <a:lvl5pPr marL="3047924" lvl="4" indent="-440256">
              <a:spcBef>
                <a:spcPts val="2133"/>
              </a:spcBef>
              <a:spcAft>
                <a:spcPts val="0"/>
              </a:spcAft>
              <a:buSzPts val="1600"/>
              <a:buChar char="○"/>
              <a:defRPr sz="2133"/>
            </a:lvl5pPr>
            <a:lvl6pPr marL="3657509" lvl="5" indent="-440256">
              <a:spcBef>
                <a:spcPts val="2133"/>
              </a:spcBef>
              <a:spcAft>
                <a:spcPts val="0"/>
              </a:spcAft>
              <a:buSzPts val="1600"/>
              <a:buChar char="■"/>
              <a:defRPr sz="2133"/>
            </a:lvl6pPr>
            <a:lvl7pPr marL="4267093" lvl="6" indent="-440256">
              <a:spcBef>
                <a:spcPts val="2133"/>
              </a:spcBef>
              <a:spcAft>
                <a:spcPts val="0"/>
              </a:spcAft>
              <a:buSzPts val="1600"/>
              <a:buChar char="●"/>
              <a:defRPr sz="2133"/>
            </a:lvl7pPr>
            <a:lvl8pPr marL="4876678" lvl="7" indent="-440256">
              <a:spcBef>
                <a:spcPts val="2133"/>
              </a:spcBef>
              <a:spcAft>
                <a:spcPts val="0"/>
              </a:spcAft>
              <a:buSzPts val="1600"/>
              <a:buChar char="○"/>
              <a:defRPr sz="2133"/>
            </a:lvl8pPr>
            <a:lvl9pPr marL="5486263" lvl="8" indent="-440256">
              <a:spcBef>
                <a:spcPts val="2133"/>
              </a:spcBef>
              <a:spcAft>
                <a:spcPts val="2133"/>
              </a:spcAft>
              <a:buSzPts val="1600"/>
              <a:buChar char="■"/>
              <a:defRPr sz="2133"/>
            </a:lvl9pPr>
          </a:lstStyle>
          <a:p>
            <a:endParaRPr/>
          </a:p>
        </p:txBody>
      </p:sp>
      <p:sp>
        <p:nvSpPr>
          <p:cNvPr id="20" name="Google Shape;20;p5"/>
          <p:cNvSpPr txBox="1">
            <a:spLocks noGrp="1"/>
          </p:cNvSpPr>
          <p:nvPr>
            <p:ph type="body" idx="2"/>
          </p:nvPr>
        </p:nvSpPr>
        <p:spPr>
          <a:xfrm>
            <a:off x="6406603" y="2442000"/>
            <a:ext cx="4771200" cy="2136800"/>
          </a:xfrm>
          <a:prstGeom prst="rect">
            <a:avLst/>
          </a:prstGeom>
        </p:spPr>
        <p:txBody>
          <a:bodyPr spcFirstLastPara="1" wrap="square" lIns="91425" tIns="91425" rIns="91425" bIns="91425" anchor="t" anchorCtr="0">
            <a:noAutofit/>
          </a:bodyPr>
          <a:lstStyle>
            <a:lvl1pPr marL="609585" lvl="0" indent="-440256" algn="ctr">
              <a:spcBef>
                <a:spcPts val="0"/>
              </a:spcBef>
              <a:spcAft>
                <a:spcPts val="0"/>
              </a:spcAft>
              <a:buSzPts val="1600"/>
              <a:buChar char="●"/>
              <a:defRPr sz="2133"/>
            </a:lvl1pPr>
            <a:lvl2pPr marL="1219170" lvl="1" indent="-440256">
              <a:spcBef>
                <a:spcPts val="0"/>
              </a:spcBef>
              <a:spcAft>
                <a:spcPts val="0"/>
              </a:spcAft>
              <a:buSzPts val="1600"/>
              <a:buChar char="○"/>
              <a:defRPr sz="2133"/>
            </a:lvl2pPr>
            <a:lvl3pPr marL="1828754" lvl="2" indent="-440256">
              <a:spcBef>
                <a:spcPts val="2133"/>
              </a:spcBef>
              <a:spcAft>
                <a:spcPts val="0"/>
              </a:spcAft>
              <a:buSzPts val="1600"/>
              <a:buChar char="■"/>
              <a:defRPr sz="2133"/>
            </a:lvl3pPr>
            <a:lvl4pPr marL="2438339" lvl="3" indent="-440256">
              <a:spcBef>
                <a:spcPts val="2133"/>
              </a:spcBef>
              <a:spcAft>
                <a:spcPts val="0"/>
              </a:spcAft>
              <a:buSzPts val="1600"/>
              <a:buChar char="●"/>
              <a:defRPr sz="2133"/>
            </a:lvl4pPr>
            <a:lvl5pPr marL="3047924" lvl="4" indent="-440256">
              <a:spcBef>
                <a:spcPts val="2133"/>
              </a:spcBef>
              <a:spcAft>
                <a:spcPts val="0"/>
              </a:spcAft>
              <a:buSzPts val="1600"/>
              <a:buChar char="○"/>
              <a:defRPr sz="2133"/>
            </a:lvl5pPr>
            <a:lvl6pPr marL="3657509" lvl="5" indent="-440256">
              <a:spcBef>
                <a:spcPts val="2133"/>
              </a:spcBef>
              <a:spcAft>
                <a:spcPts val="0"/>
              </a:spcAft>
              <a:buSzPts val="1600"/>
              <a:buChar char="■"/>
              <a:defRPr sz="2133"/>
            </a:lvl6pPr>
            <a:lvl7pPr marL="4267093" lvl="6" indent="-440256">
              <a:spcBef>
                <a:spcPts val="2133"/>
              </a:spcBef>
              <a:spcAft>
                <a:spcPts val="0"/>
              </a:spcAft>
              <a:buSzPts val="1600"/>
              <a:buChar char="●"/>
              <a:defRPr sz="2133"/>
            </a:lvl7pPr>
            <a:lvl8pPr marL="4876678" lvl="7" indent="-440256">
              <a:spcBef>
                <a:spcPts val="2133"/>
              </a:spcBef>
              <a:spcAft>
                <a:spcPts val="0"/>
              </a:spcAft>
              <a:buSzPts val="1600"/>
              <a:buChar char="○"/>
              <a:defRPr sz="2133"/>
            </a:lvl8pPr>
            <a:lvl9pPr marL="5486263" lvl="8" indent="-440256">
              <a:spcBef>
                <a:spcPts val="2133"/>
              </a:spcBef>
              <a:spcAft>
                <a:spcPts val="2133"/>
              </a:spcAft>
              <a:buSzPts val="1600"/>
              <a:buChar char="■"/>
              <a:defRPr sz="2133"/>
            </a:lvl9pPr>
          </a:lstStyle>
          <a:p>
            <a:endParaRPr/>
          </a:p>
        </p:txBody>
      </p:sp>
      <p:sp>
        <p:nvSpPr>
          <p:cNvPr id="21" name="Google Shape;21;p5"/>
          <p:cNvSpPr/>
          <p:nvPr/>
        </p:nvSpPr>
        <p:spPr>
          <a:xfrm>
            <a:off x="2713800" y="557067"/>
            <a:ext cx="6764400" cy="11600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p>
        </p:txBody>
      </p:sp>
      <p:sp>
        <p:nvSpPr>
          <p:cNvPr id="22" name="Google Shape;22;p5"/>
          <p:cNvSpPr txBox="1">
            <a:spLocks noGrp="1"/>
          </p:cNvSpPr>
          <p:nvPr>
            <p:ph type="title"/>
          </p:nvPr>
        </p:nvSpPr>
        <p:spPr>
          <a:xfrm>
            <a:off x="3031200" y="598467"/>
            <a:ext cx="6129600" cy="1077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000"/>
              <a:buNone/>
              <a:defRPr sz="4000">
                <a:solidFill>
                  <a:schemeClr val="lt1"/>
                </a:solidFill>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extLst>
      <p:ext uri="{BB962C8B-B14F-4D97-AF65-F5344CB8AC3E}">
        <p14:creationId xmlns:p14="http://schemas.microsoft.com/office/powerpoint/2010/main" val="221953338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3"/>
        <p:cNvGrpSpPr/>
        <p:nvPr/>
      </p:nvGrpSpPr>
      <p:grpSpPr>
        <a:xfrm>
          <a:off x="0" y="0"/>
          <a:ext cx="0" cy="0"/>
          <a:chOff x="0" y="0"/>
          <a:chExt cx="0" cy="0"/>
        </a:xfrm>
      </p:grpSpPr>
      <p:sp>
        <p:nvSpPr>
          <p:cNvPr id="24" name="Google Shape;24;p6"/>
          <p:cNvSpPr txBox="1">
            <a:spLocks noGrp="1"/>
          </p:cNvSpPr>
          <p:nvPr>
            <p:ph type="title"/>
          </p:nvPr>
        </p:nvSpPr>
        <p:spPr>
          <a:xfrm>
            <a:off x="1203400" y="598467"/>
            <a:ext cx="4550000" cy="1077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2"/>
              </a:buClr>
              <a:buSzPts val="3000"/>
              <a:buNone/>
              <a:defRPr sz="4000">
                <a:solidFill>
                  <a:schemeClr val="accen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298610036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28"/>
        <p:cNvGrpSpPr/>
        <p:nvPr/>
      </p:nvGrpSpPr>
      <p:grpSpPr>
        <a:xfrm>
          <a:off x="0" y="0"/>
          <a:ext cx="0" cy="0"/>
          <a:chOff x="0" y="0"/>
          <a:chExt cx="0" cy="0"/>
        </a:xfrm>
      </p:grpSpPr>
      <p:sp>
        <p:nvSpPr>
          <p:cNvPr id="29" name="Google Shape;29;p8"/>
          <p:cNvSpPr txBox="1">
            <a:spLocks noGrp="1"/>
          </p:cNvSpPr>
          <p:nvPr>
            <p:ph type="title"/>
          </p:nvPr>
        </p:nvSpPr>
        <p:spPr>
          <a:xfrm>
            <a:off x="1474831" y="769947"/>
            <a:ext cx="3469600" cy="54544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3600"/>
              <a:buNone/>
              <a:defRPr sz="4800">
                <a:solidFill>
                  <a:schemeClr val="lt1"/>
                </a:solidFill>
              </a:defRPr>
            </a:lvl1pPr>
            <a:lvl2pPr lvl="1">
              <a:spcBef>
                <a:spcPts val="0"/>
              </a:spcBef>
              <a:spcAft>
                <a:spcPts val="0"/>
              </a:spcAft>
              <a:buClr>
                <a:schemeClr val="lt1"/>
              </a:buClr>
              <a:buSzPts val="4800"/>
              <a:buNone/>
              <a:defRPr sz="6400">
                <a:solidFill>
                  <a:schemeClr val="lt1"/>
                </a:solidFill>
              </a:defRPr>
            </a:lvl2pPr>
            <a:lvl3pPr lvl="2">
              <a:spcBef>
                <a:spcPts val="0"/>
              </a:spcBef>
              <a:spcAft>
                <a:spcPts val="0"/>
              </a:spcAft>
              <a:buClr>
                <a:schemeClr val="lt1"/>
              </a:buClr>
              <a:buSzPts val="4800"/>
              <a:buNone/>
              <a:defRPr sz="6400">
                <a:solidFill>
                  <a:schemeClr val="lt1"/>
                </a:solidFill>
              </a:defRPr>
            </a:lvl3pPr>
            <a:lvl4pPr lvl="3">
              <a:spcBef>
                <a:spcPts val="0"/>
              </a:spcBef>
              <a:spcAft>
                <a:spcPts val="0"/>
              </a:spcAft>
              <a:buClr>
                <a:schemeClr val="lt1"/>
              </a:buClr>
              <a:buSzPts val="4800"/>
              <a:buNone/>
              <a:defRPr sz="6400">
                <a:solidFill>
                  <a:schemeClr val="lt1"/>
                </a:solidFill>
              </a:defRPr>
            </a:lvl4pPr>
            <a:lvl5pPr lvl="4">
              <a:spcBef>
                <a:spcPts val="0"/>
              </a:spcBef>
              <a:spcAft>
                <a:spcPts val="0"/>
              </a:spcAft>
              <a:buClr>
                <a:schemeClr val="lt1"/>
              </a:buClr>
              <a:buSzPts val="4800"/>
              <a:buNone/>
              <a:defRPr sz="6400">
                <a:solidFill>
                  <a:schemeClr val="lt1"/>
                </a:solidFill>
              </a:defRPr>
            </a:lvl5pPr>
            <a:lvl6pPr lvl="5">
              <a:spcBef>
                <a:spcPts val="0"/>
              </a:spcBef>
              <a:spcAft>
                <a:spcPts val="0"/>
              </a:spcAft>
              <a:buClr>
                <a:schemeClr val="lt1"/>
              </a:buClr>
              <a:buSzPts val="4800"/>
              <a:buNone/>
              <a:defRPr sz="6400">
                <a:solidFill>
                  <a:schemeClr val="lt1"/>
                </a:solidFill>
              </a:defRPr>
            </a:lvl6pPr>
            <a:lvl7pPr lvl="6">
              <a:spcBef>
                <a:spcPts val="0"/>
              </a:spcBef>
              <a:spcAft>
                <a:spcPts val="0"/>
              </a:spcAft>
              <a:buClr>
                <a:schemeClr val="lt1"/>
              </a:buClr>
              <a:buSzPts val="4800"/>
              <a:buNone/>
              <a:defRPr sz="6400">
                <a:solidFill>
                  <a:schemeClr val="lt1"/>
                </a:solidFill>
              </a:defRPr>
            </a:lvl7pPr>
            <a:lvl8pPr lvl="7">
              <a:spcBef>
                <a:spcPts val="0"/>
              </a:spcBef>
              <a:spcAft>
                <a:spcPts val="0"/>
              </a:spcAft>
              <a:buClr>
                <a:schemeClr val="lt1"/>
              </a:buClr>
              <a:buSzPts val="4800"/>
              <a:buNone/>
              <a:defRPr sz="6400">
                <a:solidFill>
                  <a:schemeClr val="lt1"/>
                </a:solidFill>
              </a:defRPr>
            </a:lvl8pPr>
            <a:lvl9pPr lvl="8">
              <a:spcBef>
                <a:spcPts val="0"/>
              </a:spcBef>
              <a:spcAft>
                <a:spcPts val="0"/>
              </a:spcAft>
              <a:buClr>
                <a:schemeClr val="lt1"/>
              </a:buClr>
              <a:buSzPts val="4800"/>
              <a:buNone/>
              <a:defRPr sz="6400">
                <a:solidFill>
                  <a:schemeClr val="lt1"/>
                </a:solidFill>
              </a:defRPr>
            </a:lvl9pPr>
          </a:lstStyle>
          <a:p>
            <a:endParaRPr/>
          </a:p>
        </p:txBody>
      </p:sp>
    </p:spTree>
    <p:extLst>
      <p:ext uri="{BB962C8B-B14F-4D97-AF65-F5344CB8AC3E}">
        <p14:creationId xmlns:p14="http://schemas.microsoft.com/office/powerpoint/2010/main" val="275700638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34"/>
        <p:cNvGrpSpPr/>
        <p:nvPr/>
      </p:nvGrpSpPr>
      <p:grpSpPr>
        <a:xfrm>
          <a:off x="0" y="0"/>
          <a:ext cx="0" cy="0"/>
          <a:chOff x="0" y="0"/>
          <a:chExt cx="0" cy="0"/>
        </a:xfrm>
      </p:grpSpPr>
      <p:sp>
        <p:nvSpPr>
          <p:cNvPr id="35" name="Google Shape;35;p10"/>
          <p:cNvSpPr/>
          <p:nvPr/>
        </p:nvSpPr>
        <p:spPr>
          <a:xfrm>
            <a:off x="804900" y="1430800"/>
            <a:ext cx="4811200" cy="3996400"/>
          </a:xfrm>
          <a:prstGeom prst="roundRect">
            <a:avLst>
              <a:gd name="adj" fmla="val 25149"/>
            </a:avLst>
          </a:prstGeom>
          <a:solidFill>
            <a:schemeClr val="accent4"/>
          </a:solidFill>
          <a:ln>
            <a:noFill/>
          </a:ln>
        </p:spPr>
        <p:txBody>
          <a:bodyPr spcFirstLastPara="1" wrap="square" lIns="121900" tIns="121900" rIns="121900" bIns="121900" anchor="ctr" anchorCtr="0">
            <a:noAutofit/>
          </a:bodyPr>
          <a:lstStyle/>
          <a:p>
            <a:pPr marL="0" lvl="0" indent="0" algn="r" rtl="0">
              <a:spcBef>
                <a:spcPts val="0"/>
              </a:spcBef>
              <a:spcAft>
                <a:spcPts val="0"/>
              </a:spcAft>
              <a:buNone/>
            </a:pPr>
            <a:endParaRPr sz="1333"/>
          </a:p>
        </p:txBody>
      </p:sp>
      <p:sp>
        <p:nvSpPr>
          <p:cNvPr id="36" name="Google Shape;36;p10"/>
          <p:cNvSpPr txBox="1">
            <a:spLocks noGrp="1"/>
          </p:cNvSpPr>
          <p:nvPr>
            <p:ph type="title"/>
          </p:nvPr>
        </p:nvSpPr>
        <p:spPr>
          <a:xfrm>
            <a:off x="1678031" y="769947"/>
            <a:ext cx="3469600" cy="5454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3600"/>
              <a:buNone/>
              <a:defRPr sz="4800">
                <a:solidFill>
                  <a:schemeClr val="lt1"/>
                </a:solidFill>
              </a:defRPr>
            </a:lvl1pPr>
            <a:lvl2pPr lvl="1" rtl="0">
              <a:spcBef>
                <a:spcPts val="0"/>
              </a:spcBef>
              <a:spcAft>
                <a:spcPts val="0"/>
              </a:spcAft>
              <a:buClr>
                <a:schemeClr val="lt1"/>
              </a:buClr>
              <a:buSzPts val="4800"/>
              <a:buNone/>
              <a:defRPr sz="6400">
                <a:solidFill>
                  <a:schemeClr val="lt1"/>
                </a:solidFill>
              </a:defRPr>
            </a:lvl2pPr>
            <a:lvl3pPr lvl="2" rtl="0">
              <a:spcBef>
                <a:spcPts val="0"/>
              </a:spcBef>
              <a:spcAft>
                <a:spcPts val="0"/>
              </a:spcAft>
              <a:buClr>
                <a:schemeClr val="lt1"/>
              </a:buClr>
              <a:buSzPts val="4800"/>
              <a:buNone/>
              <a:defRPr sz="6400">
                <a:solidFill>
                  <a:schemeClr val="lt1"/>
                </a:solidFill>
              </a:defRPr>
            </a:lvl3pPr>
            <a:lvl4pPr lvl="3" rtl="0">
              <a:spcBef>
                <a:spcPts val="0"/>
              </a:spcBef>
              <a:spcAft>
                <a:spcPts val="0"/>
              </a:spcAft>
              <a:buClr>
                <a:schemeClr val="lt1"/>
              </a:buClr>
              <a:buSzPts val="4800"/>
              <a:buNone/>
              <a:defRPr sz="6400">
                <a:solidFill>
                  <a:schemeClr val="lt1"/>
                </a:solidFill>
              </a:defRPr>
            </a:lvl4pPr>
            <a:lvl5pPr lvl="4" rtl="0">
              <a:spcBef>
                <a:spcPts val="0"/>
              </a:spcBef>
              <a:spcAft>
                <a:spcPts val="0"/>
              </a:spcAft>
              <a:buClr>
                <a:schemeClr val="lt1"/>
              </a:buClr>
              <a:buSzPts val="4800"/>
              <a:buNone/>
              <a:defRPr sz="6400">
                <a:solidFill>
                  <a:schemeClr val="lt1"/>
                </a:solidFill>
              </a:defRPr>
            </a:lvl5pPr>
            <a:lvl6pPr lvl="5" rtl="0">
              <a:spcBef>
                <a:spcPts val="0"/>
              </a:spcBef>
              <a:spcAft>
                <a:spcPts val="0"/>
              </a:spcAft>
              <a:buClr>
                <a:schemeClr val="lt1"/>
              </a:buClr>
              <a:buSzPts val="4800"/>
              <a:buNone/>
              <a:defRPr sz="6400">
                <a:solidFill>
                  <a:schemeClr val="lt1"/>
                </a:solidFill>
              </a:defRPr>
            </a:lvl6pPr>
            <a:lvl7pPr lvl="6" rtl="0">
              <a:spcBef>
                <a:spcPts val="0"/>
              </a:spcBef>
              <a:spcAft>
                <a:spcPts val="0"/>
              </a:spcAft>
              <a:buClr>
                <a:schemeClr val="lt1"/>
              </a:buClr>
              <a:buSzPts val="4800"/>
              <a:buNone/>
              <a:defRPr sz="6400">
                <a:solidFill>
                  <a:schemeClr val="lt1"/>
                </a:solidFill>
              </a:defRPr>
            </a:lvl7pPr>
            <a:lvl8pPr lvl="7" rtl="0">
              <a:spcBef>
                <a:spcPts val="0"/>
              </a:spcBef>
              <a:spcAft>
                <a:spcPts val="0"/>
              </a:spcAft>
              <a:buClr>
                <a:schemeClr val="lt1"/>
              </a:buClr>
              <a:buSzPts val="4800"/>
              <a:buNone/>
              <a:defRPr sz="6400">
                <a:solidFill>
                  <a:schemeClr val="lt1"/>
                </a:solidFill>
              </a:defRPr>
            </a:lvl8pPr>
            <a:lvl9pPr lvl="8" rtl="0">
              <a:spcBef>
                <a:spcPts val="0"/>
              </a:spcBef>
              <a:spcAft>
                <a:spcPts val="0"/>
              </a:spcAft>
              <a:buClr>
                <a:schemeClr val="lt1"/>
              </a:buClr>
              <a:buSzPts val="4800"/>
              <a:buNone/>
              <a:defRPr sz="6400">
                <a:solidFill>
                  <a:schemeClr val="lt1"/>
                </a:solidFill>
              </a:defRPr>
            </a:lvl9pPr>
          </a:lstStyle>
          <a:p>
            <a:endParaRPr/>
          </a:p>
        </p:txBody>
      </p:sp>
    </p:spTree>
    <p:extLst>
      <p:ext uri="{BB962C8B-B14F-4D97-AF65-F5344CB8AC3E}">
        <p14:creationId xmlns:p14="http://schemas.microsoft.com/office/powerpoint/2010/main" val="113299525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37"/>
        <p:cNvGrpSpPr/>
        <p:nvPr/>
      </p:nvGrpSpPr>
      <p:grpSpPr>
        <a:xfrm>
          <a:off x="0" y="0"/>
          <a:ext cx="0" cy="0"/>
          <a:chOff x="0" y="0"/>
          <a:chExt cx="0" cy="0"/>
        </a:xfrm>
      </p:grpSpPr>
      <p:sp>
        <p:nvSpPr>
          <p:cNvPr id="38" name="Google Shape;38;p11"/>
          <p:cNvSpPr txBox="1">
            <a:spLocks noGrp="1"/>
          </p:cNvSpPr>
          <p:nvPr>
            <p:ph type="title" hasCustomPrompt="1"/>
          </p:nvPr>
        </p:nvSpPr>
        <p:spPr>
          <a:xfrm>
            <a:off x="3318600" y="2406884"/>
            <a:ext cx="5554800" cy="1580400"/>
          </a:xfrm>
          <a:prstGeom prst="rect">
            <a:avLst/>
          </a:prstGeom>
        </p:spPr>
        <p:txBody>
          <a:bodyPr spcFirstLastPara="1" wrap="square" lIns="91425" tIns="91425" rIns="91425" bIns="91425" anchor="b" anchorCtr="0">
            <a:noAutofit/>
          </a:bodyPr>
          <a:lstStyle>
            <a:lvl1pPr lvl="0" algn="ctr">
              <a:spcBef>
                <a:spcPts val="0"/>
              </a:spcBef>
              <a:spcAft>
                <a:spcPts val="0"/>
              </a:spcAft>
              <a:buSzPts val="7200"/>
              <a:buNone/>
              <a:defRPr sz="9600"/>
            </a:lvl1pPr>
            <a:lvl2pPr lvl="1" algn="ctr">
              <a:spcBef>
                <a:spcPts val="0"/>
              </a:spcBef>
              <a:spcAft>
                <a:spcPts val="0"/>
              </a:spcAft>
              <a:buSzPts val="7200"/>
              <a:buNone/>
              <a:defRPr sz="9600"/>
            </a:lvl2pPr>
            <a:lvl3pPr lvl="2" algn="ctr">
              <a:spcBef>
                <a:spcPts val="0"/>
              </a:spcBef>
              <a:spcAft>
                <a:spcPts val="0"/>
              </a:spcAft>
              <a:buSzPts val="7200"/>
              <a:buNone/>
              <a:defRPr sz="9600"/>
            </a:lvl3pPr>
            <a:lvl4pPr lvl="3" algn="ctr">
              <a:spcBef>
                <a:spcPts val="0"/>
              </a:spcBef>
              <a:spcAft>
                <a:spcPts val="0"/>
              </a:spcAft>
              <a:buSzPts val="7200"/>
              <a:buNone/>
              <a:defRPr sz="9600"/>
            </a:lvl4pPr>
            <a:lvl5pPr lvl="4" algn="ctr">
              <a:spcBef>
                <a:spcPts val="0"/>
              </a:spcBef>
              <a:spcAft>
                <a:spcPts val="0"/>
              </a:spcAft>
              <a:buSzPts val="7200"/>
              <a:buNone/>
              <a:defRPr sz="9600"/>
            </a:lvl5pPr>
            <a:lvl6pPr lvl="5" algn="ctr">
              <a:spcBef>
                <a:spcPts val="0"/>
              </a:spcBef>
              <a:spcAft>
                <a:spcPts val="0"/>
              </a:spcAft>
              <a:buSzPts val="7200"/>
              <a:buNone/>
              <a:defRPr sz="9600"/>
            </a:lvl6pPr>
            <a:lvl7pPr lvl="6" algn="ctr">
              <a:spcBef>
                <a:spcPts val="0"/>
              </a:spcBef>
              <a:spcAft>
                <a:spcPts val="0"/>
              </a:spcAft>
              <a:buSzPts val="7200"/>
              <a:buNone/>
              <a:defRPr sz="9600"/>
            </a:lvl7pPr>
            <a:lvl8pPr lvl="7" algn="ctr">
              <a:spcBef>
                <a:spcPts val="0"/>
              </a:spcBef>
              <a:spcAft>
                <a:spcPts val="0"/>
              </a:spcAft>
              <a:buSzPts val="7200"/>
              <a:buNone/>
              <a:defRPr sz="9600"/>
            </a:lvl8pPr>
            <a:lvl9pPr lvl="8" algn="ctr">
              <a:spcBef>
                <a:spcPts val="0"/>
              </a:spcBef>
              <a:spcAft>
                <a:spcPts val="0"/>
              </a:spcAft>
              <a:buSzPts val="7200"/>
              <a:buNone/>
              <a:defRPr sz="9600"/>
            </a:lvl9pPr>
          </a:lstStyle>
          <a:p>
            <a:r>
              <a:t>xx%</a:t>
            </a:r>
          </a:p>
        </p:txBody>
      </p:sp>
      <p:sp>
        <p:nvSpPr>
          <p:cNvPr id="39" name="Google Shape;39;p11"/>
          <p:cNvSpPr txBox="1">
            <a:spLocks noGrp="1"/>
          </p:cNvSpPr>
          <p:nvPr>
            <p:ph type="body" idx="1"/>
          </p:nvPr>
        </p:nvSpPr>
        <p:spPr>
          <a:xfrm>
            <a:off x="4011200" y="3897067"/>
            <a:ext cx="4169600" cy="952400"/>
          </a:xfrm>
          <a:prstGeom prst="rect">
            <a:avLst/>
          </a:prstGeom>
        </p:spPr>
        <p:txBody>
          <a:bodyPr spcFirstLastPara="1" wrap="square" lIns="91425" tIns="91425" rIns="91425" bIns="91425" anchor="t" anchorCtr="0">
            <a:noAutofit/>
          </a:bodyPr>
          <a:lstStyle>
            <a:lvl1pPr marL="609585" lvl="0" indent="-440256" algn="ctr">
              <a:spcBef>
                <a:spcPts val="0"/>
              </a:spcBef>
              <a:spcAft>
                <a:spcPts val="0"/>
              </a:spcAft>
              <a:buSzPts val="1600"/>
              <a:buChar char="●"/>
              <a:defRPr sz="2133"/>
            </a:lvl1pPr>
            <a:lvl2pPr marL="1219170" lvl="1" indent="-440256" algn="ctr">
              <a:spcBef>
                <a:spcPts val="2133"/>
              </a:spcBef>
              <a:spcAft>
                <a:spcPts val="0"/>
              </a:spcAft>
              <a:buSzPts val="1600"/>
              <a:buChar char="○"/>
              <a:defRPr sz="2133"/>
            </a:lvl2pPr>
            <a:lvl3pPr marL="1828754" lvl="2" indent="-440256" algn="ctr">
              <a:spcBef>
                <a:spcPts val="2133"/>
              </a:spcBef>
              <a:spcAft>
                <a:spcPts val="0"/>
              </a:spcAft>
              <a:buSzPts val="1600"/>
              <a:buChar char="■"/>
              <a:defRPr sz="2133"/>
            </a:lvl3pPr>
            <a:lvl4pPr marL="2438339" lvl="3" indent="-440256" algn="ctr">
              <a:spcBef>
                <a:spcPts val="2133"/>
              </a:spcBef>
              <a:spcAft>
                <a:spcPts val="0"/>
              </a:spcAft>
              <a:buSzPts val="1600"/>
              <a:buChar char="●"/>
              <a:defRPr sz="2133"/>
            </a:lvl4pPr>
            <a:lvl5pPr marL="3047924" lvl="4" indent="-440256" algn="ctr">
              <a:spcBef>
                <a:spcPts val="2133"/>
              </a:spcBef>
              <a:spcAft>
                <a:spcPts val="0"/>
              </a:spcAft>
              <a:buSzPts val="1600"/>
              <a:buChar char="○"/>
              <a:defRPr sz="2133"/>
            </a:lvl5pPr>
            <a:lvl6pPr marL="3657509" lvl="5" indent="-440256" algn="ctr">
              <a:spcBef>
                <a:spcPts val="2133"/>
              </a:spcBef>
              <a:spcAft>
                <a:spcPts val="0"/>
              </a:spcAft>
              <a:buSzPts val="1600"/>
              <a:buChar char="■"/>
              <a:defRPr sz="2133"/>
            </a:lvl6pPr>
            <a:lvl7pPr marL="4267093" lvl="6" indent="-440256" algn="ctr">
              <a:spcBef>
                <a:spcPts val="2133"/>
              </a:spcBef>
              <a:spcAft>
                <a:spcPts val="0"/>
              </a:spcAft>
              <a:buSzPts val="1600"/>
              <a:buChar char="●"/>
              <a:defRPr sz="2133"/>
            </a:lvl7pPr>
            <a:lvl8pPr marL="4876678" lvl="7" indent="-440256" algn="ctr">
              <a:spcBef>
                <a:spcPts val="2133"/>
              </a:spcBef>
              <a:spcAft>
                <a:spcPts val="0"/>
              </a:spcAft>
              <a:buSzPts val="1600"/>
              <a:buChar char="○"/>
              <a:defRPr sz="2133"/>
            </a:lvl8pPr>
            <a:lvl9pPr marL="5486263" lvl="8" indent="-440256" algn="ctr">
              <a:spcBef>
                <a:spcPts val="2133"/>
              </a:spcBef>
              <a:spcAft>
                <a:spcPts val="2133"/>
              </a:spcAft>
              <a:buSzPts val="1600"/>
              <a:buChar char="■"/>
              <a:defRPr sz="2133"/>
            </a:lvl9pPr>
          </a:lstStyle>
          <a:p>
            <a:endParaRPr/>
          </a:p>
        </p:txBody>
      </p:sp>
    </p:spTree>
    <p:extLst>
      <p:ext uri="{BB962C8B-B14F-4D97-AF65-F5344CB8AC3E}">
        <p14:creationId xmlns:p14="http://schemas.microsoft.com/office/powerpoint/2010/main" val="295928659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0"/>
        <p:cNvGrpSpPr/>
        <p:nvPr/>
      </p:nvGrpSpPr>
      <p:grpSpPr>
        <a:xfrm>
          <a:off x="0" y="0"/>
          <a:ext cx="0" cy="0"/>
          <a:chOff x="0" y="0"/>
          <a:chExt cx="0" cy="0"/>
        </a:xfrm>
      </p:grpSpPr>
    </p:spTree>
    <p:extLst>
      <p:ext uri="{BB962C8B-B14F-4D97-AF65-F5344CB8AC3E}">
        <p14:creationId xmlns:p14="http://schemas.microsoft.com/office/powerpoint/2010/main" val="38208579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41"/>
        <p:cNvGrpSpPr/>
        <p:nvPr/>
      </p:nvGrpSpPr>
      <p:grpSpPr>
        <a:xfrm>
          <a:off x="0" y="0"/>
          <a:ext cx="0" cy="0"/>
          <a:chOff x="0" y="0"/>
          <a:chExt cx="0" cy="0"/>
        </a:xfrm>
      </p:grpSpPr>
      <p:sp>
        <p:nvSpPr>
          <p:cNvPr id="42" name="Google Shape;42;p13"/>
          <p:cNvSpPr txBox="1">
            <a:spLocks noGrp="1"/>
          </p:cNvSpPr>
          <p:nvPr>
            <p:ph type="title"/>
          </p:nvPr>
        </p:nvSpPr>
        <p:spPr>
          <a:xfrm>
            <a:off x="3411600" y="598467"/>
            <a:ext cx="5368800" cy="1077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000"/>
              <a:buNone/>
              <a:defRPr sz="4000">
                <a:solidFill>
                  <a:schemeClr val="lt1"/>
                </a:solidFill>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43" name="Google Shape;43;p13"/>
          <p:cNvSpPr txBox="1">
            <a:spLocks noGrp="1"/>
          </p:cNvSpPr>
          <p:nvPr>
            <p:ph type="title" idx="2"/>
          </p:nvPr>
        </p:nvSpPr>
        <p:spPr>
          <a:xfrm>
            <a:off x="1397033" y="3600717"/>
            <a:ext cx="3117200" cy="5280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800"/>
              <a:buNone/>
              <a:defRPr sz="2400"/>
            </a:lvl1pPr>
            <a:lvl2pPr lvl="1" algn="r" rtl="0">
              <a:spcBef>
                <a:spcPts val="0"/>
              </a:spcBef>
              <a:spcAft>
                <a:spcPts val="0"/>
              </a:spcAft>
              <a:buSzPts val="4200"/>
              <a:buNone/>
              <a:defRPr sz="5600"/>
            </a:lvl2pPr>
            <a:lvl3pPr lvl="2" algn="r" rtl="0">
              <a:spcBef>
                <a:spcPts val="0"/>
              </a:spcBef>
              <a:spcAft>
                <a:spcPts val="0"/>
              </a:spcAft>
              <a:buSzPts val="4200"/>
              <a:buNone/>
              <a:defRPr sz="5600"/>
            </a:lvl3pPr>
            <a:lvl4pPr lvl="3" algn="r" rtl="0">
              <a:spcBef>
                <a:spcPts val="0"/>
              </a:spcBef>
              <a:spcAft>
                <a:spcPts val="0"/>
              </a:spcAft>
              <a:buSzPts val="4200"/>
              <a:buNone/>
              <a:defRPr sz="5600"/>
            </a:lvl4pPr>
            <a:lvl5pPr lvl="4" algn="r" rtl="0">
              <a:spcBef>
                <a:spcPts val="0"/>
              </a:spcBef>
              <a:spcAft>
                <a:spcPts val="0"/>
              </a:spcAft>
              <a:buSzPts val="4200"/>
              <a:buNone/>
              <a:defRPr sz="5600"/>
            </a:lvl5pPr>
            <a:lvl6pPr lvl="5" algn="r" rtl="0">
              <a:spcBef>
                <a:spcPts val="0"/>
              </a:spcBef>
              <a:spcAft>
                <a:spcPts val="0"/>
              </a:spcAft>
              <a:buSzPts val="4200"/>
              <a:buNone/>
              <a:defRPr sz="5600"/>
            </a:lvl6pPr>
            <a:lvl7pPr lvl="6" algn="r" rtl="0">
              <a:spcBef>
                <a:spcPts val="0"/>
              </a:spcBef>
              <a:spcAft>
                <a:spcPts val="0"/>
              </a:spcAft>
              <a:buSzPts val="4200"/>
              <a:buNone/>
              <a:defRPr sz="5600"/>
            </a:lvl7pPr>
            <a:lvl8pPr lvl="7" algn="r" rtl="0">
              <a:spcBef>
                <a:spcPts val="0"/>
              </a:spcBef>
              <a:spcAft>
                <a:spcPts val="0"/>
              </a:spcAft>
              <a:buSzPts val="4200"/>
              <a:buNone/>
              <a:defRPr sz="5600"/>
            </a:lvl8pPr>
            <a:lvl9pPr lvl="8" algn="r" rtl="0">
              <a:spcBef>
                <a:spcPts val="0"/>
              </a:spcBef>
              <a:spcAft>
                <a:spcPts val="0"/>
              </a:spcAft>
              <a:buSzPts val="4200"/>
              <a:buNone/>
              <a:defRPr sz="5600"/>
            </a:lvl9pPr>
          </a:lstStyle>
          <a:p>
            <a:endParaRPr/>
          </a:p>
        </p:txBody>
      </p:sp>
      <p:sp>
        <p:nvSpPr>
          <p:cNvPr id="44" name="Google Shape;44;p13"/>
          <p:cNvSpPr txBox="1">
            <a:spLocks noGrp="1"/>
          </p:cNvSpPr>
          <p:nvPr>
            <p:ph type="subTitle" idx="1"/>
          </p:nvPr>
        </p:nvSpPr>
        <p:spPr>
          <a:xfrm>
            <a:off x="1397033" y="4044284"/>
            <a:ext cx="3117200" cy="824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600"/>
              <a:buNone/>
              <a:defRPr sz="2133"/>
            </a:lvl1pPr>
            <a:lvl2pPr lvl="1" algn="r" rtl="0">
              <a:lnSpc>
                <a:spcPct val="100000"/>
              </a:lnSpc>
              <a:spcBef>
                <a:spcPts val="0"/>
              </a:spcBef>
              <a:spcAft>
                <a:spcPts val="0"/>
              </a:spcAft>
              <a:buSzPts val="1600"/>
              <a:buNone/>
              <a:defRPr sz="2133"/>
            </a:lvl2pPr>
            <a:lvl3pPr lvl="2" algn="r" rtl="0">
              <a:lnSpc>
                <a:spcPct val="100000"/>
              </a:lnSpc>
              <a:spcBef>
                <a:spcPts val="0"/>
              </a:spcBef>
              <a:spcAft>
                <a:spcPts val="0"/>
              </a:spcAft>
              <a:buSzPts val="1600"/>
              <a:buNone/>
              <a:defRPr sz="2133"/>
            </a:lvl3pPr>
            <a:lvl4pPr lvl="3" algn="r" rtl="0">
              <a:lnSpc>
                <a:spcPct val="100000"/>
              </a:lnSpc>
              <a:spcBef>
                <a:spcPts val="0"/>
              </a:spcBef>
              <a:spcAft>
                <a:spcPts val="0"/>
              </a:spcAft>
              <a:buSzPts val="1600"/>
              <a:buNone/>
              <a:defRPr sz="2133"/>
            </a:lvl4pPr>
            <a:lvl5pPr lvl="4" algn="r" rtl="0">
              <a:lnSpc>
                <a:spcPct val="100000"/>
              </a:lnSpc>
              <a:spcBef>
                <a:spcPts val="0"/>
              </a:spcBef>
              <a:spcAft>
                <a:spcPts val="0"/>
              </a:spcAft>
              <a:buSzPts val="1600"/>
              <a:buNone/>
              <a:defRPr sz="2133"/>
            </a:lvl5pPr>
            <a:lvl6pPr lvl="5" algn="r" rtl="0">
              <a:lnSpc>
                <a:spcPct val="100000"/>
              </a:lnSpc>
              <a:spcBef>
                <a:spcPts val="0"/>
              </a:spcBef>
              <a:spcAft>
                <a:spcPts val="0"/>
              </a:spcAft>
              <a:buSzPts val="1600"/>
              <a:buNone/>
              <a:defRPr sz="2133"/>
            </a:lvl6pPr>
            <a:lvl7pPr lvl="6" algn="r" rtl="0">
              <a:lnSpc>
                <a:spcPct val="100000"/>
              </a:lnSpc>
              <a:spcBef>
                <a:spcPts val="0"/>
              </a:spcBef>
              <a:spcAft>
                <a:spcPts val="0"/>
              </a:spcAft>
              <a:buSzPts val="1600"/>
              <a:buNone/>
              <a:defRPr sz="2133"/>
            </a:lvl7pPr>
            <a:lvl8pPr lvl="7" algn="r" rtl="0">
              <a:lnSpc>
                <a:spcPct val="100000"/>
              </a:lnSpc>
              <a:spcBef>
                <a:spcPts val="0"/>
              </a:spcBef>
              <a:spcAft>
                <a:spcPts val="0"/>
              </a:spcAft>
              <a:buSzPts val="1600"/>
              <a:buNone/>
              <a:defRPr sz="2133"/>
            </a:lvl8pPr>
            <a:lvl9pPr lvl="8" algn="r" rtl="0">
              <a:lnSpc>
                <a:spcPct val="100000"/>
              </a:lnSpc>
              <a:spcBef>
                <a:spcPts val="0"/>
              </a:spcBef>
              <a:spcAft>
                <a:spcPts val="0"/>
              </a:spcAft>
              <a:buSzPts val="1600"/>
              <a:buNone/>
              <a:defRPr sz="2133"/>
            </a:lvl9pPr>
          </a:lstStyle>
          <a:p>
            <a:endParaRPr/>
          </a:p>
        </p:txBody>
      </p:sp>
      <p:sp>
        <p:nvSpPr>
          <p:cNvPr id="45" name="Google Shape;45;p13"/>
          <p:cNvSpPr txBox="1">
            <a:spLocks noGrp="1"/>
          </p:cNvSpPr>
          <p:nvPr>
            <p:ph type="title" idx="3"/>
          </p:nvPr>
        </p:nvSpPr>
        <p:spPr>
          <a:xfrm>
            <a:off x="7677767" y="2535951"/>
            <a:ext cx="3117200" cy="5280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4200"/>
              <a:buNone/>
              <a:defRPr sz="5600"/>
            </a:lvl2pPr>
            <a:lvl3pPr lvl="2" rtl="0">
              <a:spcBef>
                <a:spcPts val="0"/>
              </a:spcBef>
              <a:spcAft>
                <a:spcPts val="0"/>
              </a:spcAft>
              <a:buSzPts val="4200"/>
              <a:buNone/>
              <a:defRPr sz="5600"/>
            </a:lvl3pPr>
            <a:lvl4pPr lvl="3" rtl="0">
              <a:spcBef>
                <a:spcPts val="0"/>
              </a:spcBef>
              <a:spcAft>
                <a:spcPts val="0"/>
              </a:spcAft>
              <a:buSzPts val="4200"/>
              <a:buNone/>
              <a:defRPr sz="5600"/>
            </a:lvl4pPr>
            <a:lvl5pPr lvl="4" rtl="0">
              <a:spcBef>
                <a:spcPts val="0"/>
              </a:spcBef>
              <a:spcAft>
                <a:spcPts val="0"/>
              </a:spcAft>
              <a:buSzPts val="4200"/>
              <a:buNone/>
              <a:defRPr sz="5600"/>
            </a:lvl5pPr>
            <a:lvl6pPr lvl="5" rtl="0">
              <a:spcBef>
                <a:spcPts val="0"/>
              </a:spcBef>
              <a:spcAft>
                <a:spcPts val="0"/>
              </a:spcAft>
              <a:buSzPts val="4200"/>
              <a:buNone/>
              <a:defRPr sz="5600"/>
            </a:lvl6pPr>
            <a:lvl7pPr lvl="6" rtl="0">
              <a:spcBef>
                <a:spcPts val="0"/>
              </a:spcBef>
              <a:spcAft>
                <a:spcPts val="0"/>
              </a:spcAft>
              <a:buSzPts val="4200"/>
              <a:buNone/>
              <a:defRPr sz="5600"/>
            </a:lvl7pPr>
            <a:lvl8pPr lvl="7" rtl="0">
              <a:spcBef>
                <a:spcPts val="0"/>
              </a:spcBef>
              <a:spcAft>
                <a:spcPts val="0"/>
              </a:spcAft>
              <a:buSzPts val="4200"/>
              <a:buNone/>
              <a:defRPr sz="5600"/>
            </a:lvl8pPr>
            <a:lvl9pPr lvl="8" rtl="0">
              <a:spcBef>
                <a:spcPts val="0"/>
              </a:spcBef>
              <a:spcAft>
                <a:spcPts val="0"/>
              </a:spcAft>
              <a:buSzPts val="4200"/>
              <a:buNone/>
              <a:defRPr sz="5600"/>
            </a:lvl9pPr>
          </a:lstStyle>
          <a:p>
            <a:endParaRPr/>
          </a:p>
        </p:txBody>
      </p:sp>
      <p:sp>
        <p:nvSpPr>
          <p:cNvPr id="46" name="Google Shape;46;p13"/>
          <p:cNvSpPr txBox="1">
            <a:spLocks noGrp="1"/>
          </p:cNvSpPr>
          <p:nvPr>
            <p:ph type="subTitle" idx="4"/>
          </p:nvPr>
        </p:nvSpPr>
        <p:spPr>
          <a:xfrm>
            <a:off x="7677767" y="2979517"/>
            <a:ext cx="3117200" cy="82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2133"/>
            </a:lvl1pPr>
            <a:lvl2pPr lvl="1" rtl="0">
              <a:lnSpc>
                <a:spcPct val="100000"/>
              </a:lnSpc>
              <a:spcBef>
                <a:spcPts val="0"/>
              </a:spcBef>
              <a:spcAft>
                <a:spcPts val="0"/>
              </a:spcAft>
              <a:buSzPts val="1600"/>
              <a:buNone/>
              <a:defRPr sz="2133"/>
            </a:lvl2pPr>
            <a:lvl3pPr lvl="2" rtl="0">
              <a:lnSpc>
                <a:spcPct val="100000"/>
              </a:lnSpc>
              <a:spcBef>
                <a:spcPts val="0"/>
              </a:spcBef>
              <a:spcAft>
                <a:spcPts val="0"/>
              </a:spcAft>
              <a:buSzPts val="1600"/>
              <a:buNone/>
              <a:defRPr sz="2133"/>
            </a:lvl3pPr>
            <a:lvl4pPr lvl="3" rtl="0">
              <a:lnSpc>
                <a:spcPct val="100000"/>
              </a:lnSpc>
              <a:spcBef>
                <a:spcPts val="0"/>
              </a:spcBef>
              <a:spcAft>
                <a:spcPts val="0"/>
              </a:spcAft>
              <a:buSzPts val="1600"/>
              <a:buNone/>
              <a:defRPr sz="2133"/>
            </a:lvl4pPr>
            <a:lvl5pPr lvl="4" rtl="0">
              <a:lnSpc>
                <a:spcPct val="100000"/>
              </a:lnSpc>
              <a:spcBef>
                <a:spcPts val="0"/>
              </a:spcBef>
              <a:spcAft>
                <a:spcPts val="0"/>
              </a:spcAft>
              <a:buSzPts val="1600"/>
              <a:buNone/>
              <a:defRPr sz="2133"/>
            </a:lvl5pPr>
            <a:lvl6pPr lvl="5" rtl="0">
              <a:lnSpc>
                <a:spcPct val="100000"/>
              </a:lnSpc>
              <a:spcBef>
                <a:spcPts val="0"/>
              </a:spcBef>
              <a:spcAft>
                <a:spcPts val="0"/>
              </a:spcAft>
              <a:buSzPts val="1600"/>
              <a:buNone/>
              <a:defRPr sz="2133"/>
            </a:lvl6pPr>
            <a:lvl7pPr lvl="6" rtl="0">
              <a:lnSpc>
                <a:spcPct val="100000"/>
              </a:lnSpc>
              <a:spcBef>
                <a:spcPts val="0"/>
              </a:spcBef>
              <a:spcAft>
                <a:spcPts val="0"/>
              </a:spcAft>
              <a:buSzPts val="1600"/>
              <a:buNone/>
              <a:defRPr sz="2133"/>
            </a:lvl7pPr>
            <a:lvl8pPr lvl="7" rtl="0">
              <a:lnSpc>
                <a:spcPct val="100000"/>
              </a:lnSpc>
              <a:spcBef>
                <a:spcPts val="0"/>
              </a:spcBef>
              <a:spcAft>
                <a:spcPts val="0"/>
              </a:spcAft>
              <a:buSzPts val="1600"/>
              <a:buNone/>
              <a:defRPr sz="2133"/>
            </a:lvl8pPr>
            <a:lvl9pPr lvl="8" rtl="0">
              <a:lnSpc>
                <a:spcPct val="100000"/>
              </a:lnSpc>
              <a:spcBef>
                <a:spcPts val="0"/>
              </a:spcBef>
              <a:spcAft>
                <a:spcPts val="0"/>
              </a:spcAft>
              <a:buSzPts val="1600"/>
              <a:buNone/>
              <a:defRPr sz="2133"/>
            </a:lvl9pPr>
          </a:lstStyle>
          <a:p>
            <a:endParaRPr/>
          </a:p>
        </p:txBody>
      </p:sp>
      <p:sp>
        <p:nvSpPr>
          <p:cNvPr id="47" name="Google Shape;47;p13"/>
          <p:cNvSpPr txBox="1">
            <a:spLocks noGrp="1"/>
          </p:cNvSpPr>
          <p:nvPr>
            <p:ph type="title" idx="5"/>
          </p:nvPr>
        </p:nvSpPr>
        <p:spPr>
          <a:xfrm>
            <a:off x="7677767" y="4665484"/>
            <a:ext cx="3117200" cy="5280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4200"/>
              <a:buNone/>
              <a:defRPr sz="5600"/>
            </a:lvl2pPr>
            <a:lvl3pPr lvl="2" rtl="0">
              <a:spcBef>
                <a:spcPts val="0"/>
              </a:spcBef>
              <a:spcAft>
                <a:spcPts val="0"/>
              </a:spcAft>
              <a:buSzPts val="4200"/>
              <a:buNone/>
              <a:defRPr sz="5600"/>
            </a:lvl3pPr>
            <a:lvl4pPr lvl="3" rtl="0">
              <a:spcBef>
                <a:spcPts val="0"/>
              </a:spcBef>
              <a:spcAft>
                <a:spcPts val="0"/>
              </a:spcAft>
              <a:buSzPts val="4200"/>
              <a:buNone/>
              <a:defRPr sz="5600"/>
            </a:lvl4pPr>
            <a:lvl5pPr lvl="4" rtl="0">
              <a:spcBef>
                <a:spcPts val="0"/>
              </a:spcBef>
              <a:spcAft>
                <a:spcPts val="0"/>
              </a:spcAft>
              <a:buSzPts val="4200"/>
              <a:buNone/>
              <a:defRPr sz="5600"/>
            </a:lvl5pPr>
            <a:lvl6pPr lvl="5" rtl="0">
              <a:spcBef>
                <a:spcPts val="0"/>
              </a:spcBef>
              <a:spcAft>
                <a:spcPts val="0"/>
              </a:spcAft>
              <a:buSzPts val="4200"/>
              <a:buNone/>
              <a:defRPr sz="5600"/>
            </a:lvl6pPr>
            <a:lvl7pPr lvl="6" rtl="0">
              <a:spcBef>
                <a:spcPts val="0"/>
              </a:spcBef>
              <a:spcAft>
                <a:spcPts val="0"/>
              </a:spcAft>
              <a:buSzPts val="4200"/>
              <a:buNone/>
              <a:defRPr sz="5600"/>
            </a:lvl7pPr>
            <a:lvl8pPr lvl="7" rtl="0">
              <a:spcBef>
                <a:spcPts val="0"/>
              </a:spcBef>
              <a:spcAft>
                <a:spcPts val="0"/>
              </a:spcAft>
              <a:buSzPts val="4200"/>
              <a:buNone/>
              <a:defRPr sz="5600"/>
            </a:lvl8pPr>
            <a:lvl9pPr lvl="8" rtl="0">
              <a:spcBef>
                <a:spcPts val="0"/>
              </a:spcBef>
              <a:spcAft>
                <a:spcPts val="0"/>
              </a:spcAft>
              <a:buSzPts val="4200"/>
              <a:buNone/>
              <a:defRPr sz="5600"/>
            </a:lvl9pPr>
          </a:lstStyle>
          <a:p>
            <a:endParaRPr/>
          </a:p>
        </p:txBody>
      </p:sp>
      <p:sp>
        <p:nvSpPr>
          <p:cNvPr id="48" name="Google Shape;48;p13"/>
          <p:cNvSpPr txBox="1">
            <a:spLocks noGrp="1"/>
          </p:cNvSpPr>
          <p:nvPr>
            <p:ph type="subTitle" idx="6"/>
          </p:nvPr>
        </p:nvSpPr>
        <p:spPr>
          <a:xfrm>
            <a:off x="7677767" y="5109051"/>
            <a:ext cx="3117200" cy="82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2133"/>
            </a:lvl1pPr>
            <a:lvl2pPr lvl="1" rtl="0">
              <a:lnSpc>
                <a:spcPct val="100000"/>
              </a:lnSpc>
              <a:spcBef>
                <a:spcPts val="0"/>
              </a:spcBef>
              <a:spcAft>
                <a:spcPts val="0"/>
              </a:spcAft>
              <a:buSzPts val="1600"/>
              <a:buNone/>
              <a:defRPr sz="2133"/>
            </a:lvl2pPr>
            <a:lvl3pPr lvl="2" rtl="0">
              <a:lnSpc>
                <a:spcPct val="100000"/>
              </a:lnSpc>
              <a:spcBef>
                <a:spcPts val="0"/>
              </a:spcBef>
              <a:spcAft>
                <a:spcPts val="0"/>
              </a:spcAft>
              <a:buSzPts val="1600"/>
              <a:buNone/>
              <a:defRPr sz="2133"/>
            </a:lvl3pPr>
            <a:lvl4pPr lvl="3" rtl="0">
              <a:lnSpc>
                <a:spcPct val="100000"/>
              </a:lnSpc>
              <a:spcBef>
                <a:spcPts val="0"/>
              </a:spcBef>
              <a:spcAft>
                <a:spcPts val="0"/>
              </a:spcAft>
              <a:buSzPts val="1600"/>
              <a:buNone/>
              <a:defRPr sz="2133"/>
            </a:lvl4pPr>
            <a:lvl5pPr lvl="4" rtl="0">
              <a:lnSpc>
                <a:spcPct val="100000"/>
              </a:lnSpc>
              <a:spcBef>
                <a:spcPts val="0"/>
              </a:spcBef>
              <a:spcAft>
                <a:spcPts val="0"/>
              </a:spcAft>
              <a:buSzPts val="1600"/>
              <a:buNone/>
              <a:defRPr sz="2133"/>
            </a:lvl5pPr>
            <a:lvl6pPr lvl="5" rtl="0">
              <a:lnSpc>
                <a:spcPct val="100000"/>
              </a:lnSpc>
              <a:spcBef>
                <a:spcPts val="0"/>
              </a:spcBef>
              <a:spcAft>
                <a:spcPts val="0"/>
              </a:spcAft>
              <a:buSzPts val="1600"/>
              <a:buNone/>
              <a:defRPr sz="2133"/>
            </a:lvl6pPr>
            <a:lvl7pPr lvl="6" rtl="0">
              <a:lnSpc>
                <a:spcPct val="100000"/>
              </a:lnSpc>
              <a:spcBef>
                <a:spcPts val="0"/>
              </a:spcBef>
              <a:spcAft>
                <a:spcPts val="0"/>
              </a:spcAft>
              <a:buSzPts val="1600"/>
              <a:buNone/>
              <a:defRPr sz="2133"/>
            </a:lvl7pPr>
            <a:lvl8pPr lvl="7" rtl="0">
              <a:lnSpc>
                <a:spcPct val="100000"/>
              </a:lnSpc>
              <a:spcBef>
                <a:spcPts val="0"/>
              </a:spcBef>
              <a:spcAft>
                <a:spcPts val="0"/>
              </a:spcAft>
              <a:buSzPts val="1600"/>
              <a:buNone/>
              <a:defRPr sz="2133"/>
            </a:lvl8pPr>
            <a:lvl9pPr lvl="8" rtl="0">
              <a:lnSpc>
                <a:spcPct val="100000"/>
              </a:lnSpc>
              <a:spcBef>
                <a:spcPts val="0"/>
              </a:spcBef>
              <a:spcAft>
                <a:spcPts val="0"/>
              </a:spcAft>
              <a:buSzPts val="1600"/>
              <a:buNone/>
              <a:defRPr sz="2133"/>
            </a:lvl9pPr>
          </a:lstStyle>
          <a:p>
            <a:endParaRPr/>
          </a:p>
        </p:txBody>
      </p:sp>
    </p:spTree>
    <p:extLst>
      <p:ext uri="{BB962C8B-B14F-4D97-AF65-F5344CB8AC3E}">
        <p14:creationId xmlns:p14="http://schemas.microsoft.com/office/powerpoint/2010/main" val="55174080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four columns 1">
  <p:cSld name="Title and four columns 1">
    <p:spTree>
      <p:nvGrpSpPr>
        <p:cNvPr id="1" name="Shape 49"/>
        <p:cNvGrpSpPr/>
        <p:nvPr/>
      </p:nvGrpSpPr>
      <p:grpSpPr>
        <a:xfrm>
          <a:off x="0" y="0"/>
          <a:ext cx="0" cy="0"/>
          <a:chOff x="0" y="0"/>
          <a:chExt cx="0" cy="0"/>
        </a:xfrm>
      </p:grpSpPr>
      <p:sp>
        <p:nvSpPr>
          <p:cNvPr id="50" name="Google Shape;50;p14"/>
          <p:cNvSpPr txBox="1">
            <a:spLocks noGrp="1"/>
          </p:cNvSpPr>
          <p:nvPr>
            <p:ph type="title"/>
          </p:nvPr>
        </p:nvSpPr>
        <p:spPr>
          <a:xfrm>
            <a:off x="3411600" y="603939"/>
            <a:ext cx="5368800" cy="1077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000"/>
              <a:buNone/>
              <a:defRPr sz="4000">
                <a:solidFill>
                  <a:schemeClr val="lt1"/>
                </a:solidFill>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51" name="Google Shape;51;p14"/>
          <p:cNvSpPr txBox="1">
            <a:spLocks noGrp="1"/>
          </p:cNvSpPr>
          <p:nvPr>
            <p:ph type="title" idx="2"/>
          </p:nvPr>
        </p:nvSpPr>
        <p:spPr>
          <a:xfrm>
            <a:off x="7606417" y="2231151"/>
            <a:ext cx="3117200" cy="528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52" name="Google Shape;52;p14"/>
          <p:cNvSpPr txBox="1">
            <a:spLocks noGrp="1"/>
          </p:cNvSpPr>
          <p:nvPr>
            <p:ph type="subTitle" idx="1"/>
          </p:nvPr>
        </p:nvSpPr>
        <p:spPr>
          <a:xfrm>
            <a:off x="7606417" y="2674717"/>
            <a:ext cx="3117200" cy="82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
        <p:nvSpPr>
          <p:cNvPr id="53" name="Google Shape;53;p14"/>
          <p:cNvSpPr txBox="1">
            <a:spLocks noGrp="1"/>
          </p:cNvSpPr>
          <p:nvPr>
            <p:ph type="title" idx="3"/>
          </p:nvPr>
        </p:nvSpPr>
        <p:spPr>
          <a:xfrm>
            <a:off x="5295017" y="5071884"/>
            <a:ext cx="3117200" cy="528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54" name="Google Shape;54;p14"/>
          <p:cNvSpPr txBox="1">
            <a:spLocks noGrp="1"/>
          </p:cNvSpPr>
          <p:nvPr>
            <p:ph type="subTitle" idx="4"/>
          </p:nvPr>
        </p:nvSpPr>
        <p:spPr>
          <a:xfrm>
            <a:off x="5295017" y="5515451"/>
            <a:ext cx="3117200" cy="82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
        <p:nvSpPr>
          <p:cNvPr id="55" name="Google Shape;55;p14"/>
          <p:cNvSpPr txBox="1">
            <a:spLocks noGrp="1"/>
          </p:cNvSpPr>
          <p:nvPr>
            <p:ph type="title" idx="5"/>
          </p:nvPr>
        </p:nvSpPr>
        <p:spPr>
          <a:xfrm>
            <a:off x="2941584" y="2231151"/>
            <a:ext cx="3117200" cy="528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56" name="Google Shape;56;p14"/>
          <p:cNvSpPr txBox="1">
            <a:spLocks noGrp="1"/>
          </p:cNvSpPr>
          <p:nvPr>
            <p:ph type="subTitle" idx="6"/>
          </p:nvPr>
        </p:nvSpPr>
        <p:spPr>
          <a:xfrm>
            <a:off x="2941584" y="2674717"/>
            <a:ext cx="3117200" cy="82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
        <p:nvSpPr>
          <p:cNvPr id="57" name="Google Shape;57;p14"/>
          <p:cNvSpPr txBox="1">
            <a:spLocks noGrp="1"/>
          </p:cNvSpPr>
          <p:nvPr>
            <p:ph type="title" idx="7"/>
          </p:nvPr>
        </p:nvSpPr>
        <p:spPr>
          <a:xfrm>
            <a:off x="555872" y="5071884"/>
            <a:ext cx="3117200" cy="528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58" name="Google Shape;58;p14"/>
          <p:cNvSpPr txBox="1">
            <a:spLocks noGrp="1"/>
          </p:cNvSpPr>
          <p:nvPr>
            <p:ph type="subTitle" idx="8"/>
          </p:nvPr>
        </p:nvSpPr>
        <p:spPr>
          <a:xfrm>
            <a:off x="555872" y="5515451"/>
            <a:ext cx="3117200" cy="82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Tree>
    <p:extLst>
      <p:ext uri="{BB962C8B-B14F-4D97-AF65-F5344CB8AC3E}">
        <p14:creationId xmlns:p14="http://schemas.microsoft.com/office/powerpoint/2010/main" val="321927683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59"/>
        <p:cNvGrpSpPr/>
        <p:nvPr/>
      </p:nvGrpSpPr>
      <p:grpSpPr>
        <a:xfrm>
          <a:off x="0" y="0"/>
          <a:ext cx="0" cy="0"/>
          <a:chOff x="0" y="0"/>
          <a:chExt cx="0" cy="0"/>
        </a:xfrm>
      </p:grpSpPr>
      <p:sp>
        <p:nvSpPr>
          <p:cNvPr id="60" name="Google Shape;60;p15"/>
          <p:cNvSpPr txBox="1">
            <a:spLocks noGrp="1"/>
          </p:cNvSpPr>
          <p:nvPr>
            <p:ph type="body" idx="1"/>
          </p:nvPr>
        </p:nvSpPr>
        <p:spPr>
          <a:xfrm>
            <a:off x="1300067" y="3337833"/>
            <a:ext cx="3625200" cy="1931200"/>
          </a:xfrm>
          <a:prstGeom prst="rect">
            <a:avLst/>
          </a:prstGeom>
        </p:spPr>
        <p:txBody>
          <a:bodyPr spcFirstLastPara="1" wrap="square" lIns="91425" tIns="91425" rIns="91425" bIns="91425" anchor="t" anchorCtr="0">
            <a:noAutofit/>
          </a:bodyPr>
          <a:lstStyle>
            <a:lvl1pPr marL="609585" lvl="0" indent="-457189" algn="r" rtl="0">
              <a:spcBef>
                <a:spcPts val="0"/>
              </a:spcBef>
              <a:spcAft>
                <a:spcPts val="0"/>
              </a:spcAft>
              <a:buSzPts val="1800"/>
              <a:buChar char="●"/>
              <a:defRPr/>
            </a:lvl1pPr>
            <a:lvl2pPr marL="1219170" lvl="1" indent="-457189" algn="r" rtl="0">
              <a:spcBef>
                <a:spcPts val="2133"/>
              </a:spcBef>
              <a:spcAft>
                <a:spcPts val="0"/>
              </a:spcAft>
              <a:buSzPts val="1800"/>
              <a:buChar char="○"/>
              <a:defRPr sz="2400"/>
            </a:lvl2pPr>
            <a:lvl3pPr marL="1828754" lvl="2" indent="-457189" algn="r" rtl="0">
              <a:spcBef>
                <a:spcPts val="2133"/>
              </a:spcBef>
              <a:spcAft>
                <a:spcPts val="0"/>
              </a:spcAft>
              <a:buSzPts val="1800"/>
              <a:buChar char="■"/>
              <a:defRPr sz="2400"/>
            </a:lvl3pPr>
            <a:lvl4pPr marL="2438339" lvl="3" indent="-457189" algn="r" rtl="0">
              <a:spcBef>
                <a:spcPts val="2133"/>
              </a:spcBef>
              <a:spcAft>
                <a:spcPts val="0"/>
              </a:spcAft>
              <a:buSzPts val="1800"/>
              <a:buChar char="●"/>
              <a:defRPr sz="2400"/>
            </a:lvl4pPr>
            <a:lvl5pPr marL="3047924" lvl="4" indent="-457189" algn="r" rtl="0">
              <a:spcBef>
                <a:spcPts val="2133"/>
              </a:spcBef>
              <a:spcAft>
                <a:spcPts val="0"/>
              </a:spcAft>
              <a:buSzPts val="1800"/>
              <a:buChar char="○"/>
              <a:defRPr sz="2400"/>
            </a:lvl5pPr>
            <a:lvl6pPr marL="3657509" lvl="5" indent="-457189" algn="r" rtl="0">
              <a:spcBef>
                <a:spcPts val="2133"/>
              </a:spcBef>
              <a:spcAft>
                <a:spcPts val="0"/>
              </a:spcAft>
              <a:buSzPts val="1800"/>
              <a:buChar char="■"/>
              <a:defRPr sz="2400"/>
            </a:lvl6pPr>
            <a:lvl7pPr marL="4267093" lvl="6" indent="-457189" algn="r" rtl="0">
              <a:spcBef>
                <a:spcPts val="2133"/>
              </a:spcBef>
              <a:spcAft>
                <a:spcPts val="0"/>
              </a:spcAft>
              <a:buSzPts val="1800"/>
              <a:buChar char="●"/>
              <a:defRPr sz="2400"/>
            </a:lvl7pPr>
            <a:lvl8pPr marL="4876678" lvl="7" indent="-457189" algn="r" rtl="0">
              <a:spcBef>
                <a:spcPts val="2133"/>
              </a:spcBef>
              <a:spcAft>
                <a:spcPts val="0"/>
              </a:spcAft>
              <a:buSzPts val="1800"/>
              <a:buChar char="○"/>
              <a:defRPr sz="2400"/>
            </a:lvl8pPr>
            <a:lvl9pPr marL="5486263" lvl="8" indent="-457189" algn="r" rtl="0">
              <a:spcBef>
                <a:spcPts val="2133"/>
              </a:spcBef>
              <a:spcAft>
                <a:spcPts val="2133"/>
              </a:spcAft>
              <a:buSzPts val="1800"/>
              <a:buChar char="■"/>
              <a:defRPr sz="2400"/>
            </a:lvl9pPr>
          </a:lstStyle>
          <a:p>
            <a:endParaRPr/>
          </a:p>
        </p:txBody>
      </p:sp>
      <p:sp>
        <p:nvSpPr>
          <p:cNvPr id="61" name="Google Shape;61;p15"/>
          <p:cNvSpPr txBox="1">
            <a:spLocks noGrp="1"/>
          </p:cNvSpPr>
          <p:nvPr>
            <p:ph type="title"/>
          </p:nvPr>
        </p:nvSpPr>
        <p:spPr>
          <a:xfrm>
            <a:off x="3403200" y="598467"/>
            <a:ext cx="5385600" cy="1077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3000"/>
              <a:buNone/>
              <a:defRPr sz="4000">
                <a:solidFill>
                  <a:schemeClr val="accent2"/>
                </a:solidFill>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extLst>
      <p:ext uri="{BB962C8B-B14F-4D97-AF65-F5344CB8AC3E}">
        <p14:creationId xmlns:p14="http://schemas.microsoft.com/office/powerpoint/2010/main" val="89003898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Quote 1">
  <p:cSld name="Quote 1">
    <p:spTree>
      <p:nvGrpSpPr>
        <p:cNvPr id="1" name="Shape 62"/>
        <p:cNvGrpSpPr/>
        <p:nvPr/>
      </p:nvGrpSpPr>
      <p:grpSpPr>
        <a:xfrm>
          <a:off x="0" y="0"/>
          <a:ext cx="0" cy="0"/>
          <a:chOff x="0" y="0"/>
          <a:chExt cx="0" cy="0"/>
        </a:xfrm>
      </p:grpSpPr>
      <p:sp>
        <p:nvSpPr>
          <p:cNvPr id="63" name="Google Shape;63;p16"/>
          <p:cNvSpPr txBox="1">
            <a:spLocks noGrp="1"/>
          </p:cNvSpPr>
          <p:nvPr>
            <p:ph type="title"/>
          </p:nvPr>
        </p:nvSpPr>
        <p:spPr>
          <a:xfrm>
            <a:off x="2638967" y="4238917"/>
            <a:ext cx="3693200" cy="884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Oswald Light"/>
              <a:buNone/>
              <a:defRPr sz="2400" b="0">
                <a:latin typeface="Oswald Light"/>
                <a:ea typeface="Oswald Light"/>
                <a:cs typeface="Oswald Light"/>
                <a:sym typeface="Oswald Light"/>
              </a:defRPr>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64" name="Google Shape;64;p16"/>
          <p:cNvSpPr txBox="1">
            <a:spLocks noGrp="1"/>
          </p:cNvSpPr>
          <p:nvPr>
            <p:ph type="subTitle" idx="1"/>
          </p:nvPr>
        </p:nvSpPr>
        <p:spPr>
          <a:xfrm>
            <a:off x="1788767" y="2000984"/>
            <a:ext cx="5393600" cy="243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Oswald"/>
              <a:buNone/>
              <a:defRPr sz="3200" b="1">
                <a:latin typeface="Oswald"/>
                <a:ea typeface="Oswald"/>
                <a:cs typeface="Oswald"/>
                <a:sym typeface="Oswald"/>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Tree>
    <p:extLst>
      <p:ext uri="{BB962C8B-B14F-4D97-AF65-F5344CB8AC3E}">
        <p14:creationId xmlns:p14="http://schemas.microsoft.com/office/powerpoint/2010/main" val="164938241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Quote 2">
  <p:cSld name="Quote 2">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4249400" y="4175417"/>
            <a:ext cx="3693200" cy="884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Oswald Light"/>
              <a:buNone/>
              <a:defRPr sz="2400" b="0">
                <a:latin typeface="Oswald Light"/>
                <a:ea typeface="Oswald Light"/>
                <a:cs typeface="Oswald Light"/>
                <a:sym typeface="Oswald Light"/>
              </a:defRPr>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67" name="Google Shape;67;p17"/>
          <p:cNvSpPr txBox="1">
            <a:spLocks noGrp="1"/>
          </p:cNvSpPr>
          <p:nvPr>
            <p:ph type="subTitle" idx="1"/>
          </p:nvPr>
        </p:nvSpPr>
        <p:spPr>
          <a:xfrm>
            <a:off x="2194800" y="2407400"/>
            <a:ext cx="7802400" cy="243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Oswald"/>
              <a:buNone/>
              <a:defRPr sz="3200" b="1">
                <a:latin typeface="Oswald"/>
                <a:ea typeface="Oswald"/>
                <a:cs typeface="Oswald"/>
                <a:sym typeface="Oswald"/>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Tree>
    <p:extLst>
      <p:ext uri="{BB962C8B-B14F-4D97-AF65-F5344CB8AC3E}">
        <p14:creationId xmlns:p14="http://schemas.microsoft.com/office/powerpoint/2010/main" val="202373062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Quote 3">
  <p:cSld name="Quote 3">
    <p:spTree>
      <p:nvGrpSpPr>
        <p:cNvPr id="1" name="Shape 68"/>
        <p:cNvGrpSpPr/>
        <p:nvPr/>
      </p:nvGrpSpPr>
      <p:grpSpPr>
        <a:xfrm>
          <a:off x="0" y="0"/>
          <a:ext cx="0" cy="0"/>
          <a:chOff x="0" y="0"/>
          <a:chExt cx="0" cy="0"/>
        </a:xfrm>
      </p:grpSpPr>
      <p:sp>
        <p:nvSpPr>
          <p:cNvPr id="69" name="Google Shape;69;p18"/>
          <p:cNvSpPr txBox="1">
            <a:spLocks noGrp="1"/>
          </p:cNvSpPr>
          <p:nvPr>
            <p:ph type="title"/>
          </p:nvPr>
        </p:nvSpPr>
        <p:spPr>
          <a:xfrm>
            <a:off x="7648467" y="4708832"/>
            <a:ext cx="2414000" cy="884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Font typeface="Oswald Light"/>
              <a:buNone/>
              <a:defRPr sz="2400" b="0">
                <a:latin typeface="Oswald Light"/>
                <a:ea typeface="Oswald Light"/>
                <a:cs typeface="Oswald Light"/>
                <a:sym typeface="Oswald Light"/>
              </a:defRPr>
            </a:lvl1pPr>
            <a:lvl2pPr lvl="1" algn="r" rtl="0">
              <a:spcBef>
                <a:spcPts val="0"/>
              </a:spcBef>
              <a:spcAft>
                <a:spcPts val="0"/>
              </a:spcAft>
              <a:buSzPts val="4200"/>
              <a:buNone/>
              <a:defRPr sz="5600"/>
            </a:lvl2pPr>
            <a:lvl3pPr lvl="2" algn="r" rtl="0">
              <a:spcBef>
                <a:spcPts val="0"/>
              </a:spcBef>
              <a:spcAft>
                <a:spcPts val="0"/>
              </a:spcAft>
              <a:buSzPts val="4200"/>
              <a:buNone/>
              <a:defRPr sz="5600"/>
            </a:lvl3pPr>
            <a:lvl4pPr lvl="3" algn="r" rtl="0">
              <a:spcBef>
                <a:spcPts val="0"/>
              </a:spcBef>
              <a:spcAft>
                <a:spcPts val="0"/>
              </a:spcAft>
              <a:buSzPts val="4200"/>
              <a:buNone/>
              <a:defRPr sz="5600"/>
            </a:lvl4pPr>
            <a:lvl5pPr lvl="4" algn="r" rtl="0">
              <a:spcBef>
                <a:spcPts val="0"/>
              </a:spcBef>
              <a:spcAft>
                <a:spcPts val="0"/>
              </a:spcAft>
              <a:buSzPts val="4200"/>
              <a:buNone/>
              <a:defRPr sz="5600"/>
            </a:lvl5pPr>
            <a:lvl6pPr lvl="5" algn="r" rtl="0">
              <a:spcBef>
                <a:spcPts val="0"/>
              </a:spcBef>
              <a:spcAft>
                <a:spcPts val="0"/>
              </a:spcAft>
              <a:buSzPts val="4200"/>
              <a:buNone/>
              <a:defRPr sz="5600"/>
            </a:lvl6pPr>
            <a:lvl7pPr lvl="6" algn="r" rtl="0">
              <a:spcBef>
                <a:spcPts val="0"/>
              </a:spcBef>
              <a:spcAft>
                <a:spcPts val="0"/>
              </a:spcAft>
              <a:buSzPts val="4200"/>
              <a:buNone/>
              <a:defRPr sz="5600"/>
            </a:lvl7pPr>
            <a:lvl8pPr lvl="7" algn="r" rtl="0">
              <a:spcBef>
                <a:spcPts val="0"/>
              </a:spcBef>
              <a:spcAft>
                <a:spcPts val="0"/>
              </a:spcAft>
              <a:buSzPts val="4200"/>
              <a:buNone/>
              <a:defRPr sz="5600"/>
            </a:lvl8pPr>
            <a:lvl9pPr lvl="8" algn="r" rtl="0">
              <a:spcBef>
                <a:spcPts val="0"/>
              </a:spcBef>
              <a:spcAft>
                <a:spcPts val="0"/>
              </a:spcAft>
              <a:buSzPts val="4200"/>
              <a:buNone/>
              <a:defRPr sz="5600"/>
            </a:lvl9pPr>
          </a:lstStyle>
          <a:p>
            <a:endParaRPr/>
          </a:p>
        </p:txBody>
      </p:sp>
      <p:sp>
        <p:nvSpPr>
          <p:cNvPr id="70" name="Google Shape;70;p18"/>
          <p:cNvSpPr txBox="1">
            <a:spLocks noGrp="1"/>
          </p:cNvSpPr>
          <p:nvPr>
            <p:ph type="subTitle" idx="1"/>
          </p:nvPr>
        </p:nvSpPr>
        <p:spPr>
          <a:xfrm>
            <a:off x="4962467" y="2445500"/>
            <a:ext cx="5100000" cy="2433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400"/>
              <a:buFont typeface="Oswald"/>
              <a:buNone/>
              <a:defRPr sz="3200" b="1">
                <a:latin typeface="Oswald"/>
                <a:ea typeface="Oswald"/>
                <a:cs typeface="Oswald"/>
                <a:sym typeface="Oswald"/>
              </a:defRPr>
            </a:lvl1pPr>
            <a:lvl2pPr lvl="1" algn="r" rtl="0">
              <a:lnSpc>
                <a:spcPct val="100000"/>
              </a:lnSpc>
              <a:spcBef>
                <a:spcPts val="0"/>
              </a:spcBef>
              <a:spcAft>
                <a:spcPts val="0"/>
              </a:spcAft>
              <a:buSzPts val="2100"/>
              <a:buNone/>
              <a:defRPr sz="2800"/>
            </a:lvl2pPr>
            <a:lvl3pPr lvl="2" algn="r" rtl="0">
              <a:lnSpc>
                <a:spcPct val="100000"/>
              </a:lnSpc>
              <a:spcBef>
                <a:spcPts val="0"/>
              </a:spcBef>
              <a:spcAft>
                <a:spcPts val="0"/>
              </a:spcAft>
              <a:buSzPts val="2100"/>
              <a:buNone/>
              <a:defRPr sz="2800"/>
            </a:lvl3pPr>
            <a:lvl4pPr lvl="3" algn="r" rtl="0">
              <a:lnSpc>
                <a:spcPct val="100000"/>
              </a:lnSpc>
              <a:spcBef>
                <a:spcPts val="0"/>
              </a:spcBef>
              <a:spcAft>
                <a:spcPts val="0"/>
              </a:spcAft>
              <a:buSzPts val="2100"/>
              <a:buNone/>
              <a:defRPr sz="2800"/>
            </a:lvl4pPr>
            <a:lvl5pPr lvl="4" algn="r" rtl="0">
              <a:lnSpc>
                <a:spcPct val="100000"/>
              </a:lnSpc>
              <a:spcBef>
                <a:spcPts val="0"/>
              </a:spcBef>
              <a:spcAft>
                <a:spcPts val="0"/>
              </a:spcAft>
              <a:buSzPts val="2100"/>
              <a:buNone/>
              <a:defRPr sz="2800"/>
            </a:lvl5pPr>
            <a:lvl6pPr lvl="5" algn="r" rtl="0">
              <a:lnSpc>
                <a:spcPct val="100000"/>
              </a:lnSpc>
              <a:spcBef>
                <a:spcPts val="0"/>
              </a:spcBef>
              <a:spcAft>
                <a:spcPts val="0"/>
              </a:spcAft>
              <a:buSzPts val="2100"/>
              <a:buNone/>
              <a:defRPr sz="2800"/>
            </a:lvl6pPr>
            <a:lvl7pPr lvl="6" algn="r" rtl="0">
              <a:lnSpc>
                <a:spcPct val="100000"/>
              </a:lnSpc>
              <a:spcBef>
                <a:spcPts val="0"/>
              </a:spcBef>
              <a:spcAft>
                <a:spcPts val="0"/>
              </a:spcAft>
              <a:buSzPts val="2100"/>
              <a:buNone/>
              <a:defRPr sz="2800"/>
            </a:lvl7pPr>
            <a:lvl8pPr lvl="7" algn="r" rtl="0">
              <a:lnSpc>
                <a:spcPct val="100000"/>
              </a:lnSpc>
              <a:spcBef>
                <a:spcPts val="0"/>
              </a:spcBef>
              <a:spcAft>
                <a:spcPts val="0"/>
              </a:spcAft>
              <a:buSzPts val="2100"/>
              <a:buNone/>
              <a:defRPr sz="2800"/>
            </a:lvl8pPr>
            <a:lvl9pPr lvl="8" algn="r" rtl="0">
              <a:lnSpc>
                <a:spcPct val="100000"/>
              </a:lnSpc>
              <a:spcBef>
                <a:spcPts val="0"/>
              </a:spcBef>
              <a:spcAft>
                <a:spcPts val="0"/>
              </a:spcAft>
              <a:buSzPts val="2100"/>
              <a:buNone/>
              <a:defRPr sz="2800"/>
            </a:lvl9pPr>
          </a:lstStyle>
          <a:p>
            <a:endParaRPr/>
          </a:p>
        </p:txBody>
      </p:sp>
    </p:spTree>
    <p:extLst>
      <p:ext uri="{BB962C8B-B14F-4D97-AF65-F5344CB8AC3E}">
        <p14:creationId xmlns:p14="http://schemas.microsoft.com/office/powerpoint/2010/main" val="258927633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71"/>
        <p:cNvGrpSpPr/>
        <p:nvPr/>
      </p:nvGrpSpPr>
      <p:grpSpPr>
        <a:xfrm>
          <a:off x="0" y="0"/>
          <a:ext cx="0" cy="0"/>
          <a:chOff x="0" y="0"/>
          <a:chExt cx="0" cy="0"/>
        </a:xfrm>
      </p:grpSpPr>
      <p:sp>
        <p:nvSpPr>
          <p:cNvPr id="72" name="Google Shape;72;p19"/>
          <p:cNvSpPr txBox="1">
            <a:spLocks noGrp="1"/>
          </p:cNvSpPr>
          <p:nvPr>
            <p:ph type="title"/>
          </p:nvPr>
        </p:nvSpPr>
        <p:spPr>
          <a:xfrm>
            <a:off x="1628000" y="1212336"/>
            <a:ext cx="3117200" cy="12904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4000"/>
            </a:lvl1pPr>
            <a:lvl2pPr lvl="1" algn="r" rtl="0">
              <a:spcBef>
                <a:spcPts val="0"/>
              </a:spcBef>
              <a:spcAft>
                <a:spcPts val="0"/>
              </a:spcAft>
              <a:buSzPts val="3000"/>
              <a:buNone/>
              <a:defRPr sz="4000"/>
            </a:lvl2pPr>
            <a:lvl3pPr lvl="2" algn="r" rtl="0">
              <a:spcBef>
                <a:spcPts val="0"/>
              </a:spcBef>
              <a:spcAft>
                <a:spcPts val="0"/>
              </a:spcAft>
              <a:buSzPts val="3000"/>
              <a:buNone/>
              <a:defRPr sz="4000"/>
            </a:lvl3pPr>
            <a:lvl4pPr lvl="3" algn="r" rtl="0">
              <a:spcBef>
                <a:spcPts val="0"/>
              </a:spcBef>
              <a:spcAft>
                <a:spcPts val="0"/>
              </a:spcAft>
              <a:buSzPts val="3000"/>
              <a:buNone/>
              <a:defRPr sz="4000"/>
            </a:lvl4pPr>
            <a:lvl5pPr lvl="4" algn="r" rtl="0">
              <a:spcBef>
                <a:spcPts val="0"/>
              </a:spcBef>
              <a:spcAft>
                <a:spcPts val="0"/>
              </a:spcAft>
              <a:buSzPts val="3000"/>
              <a:buNone/>
              <a:defRPr sz="4000"/>
            </a:lvl5pPr>
            <a:lvl6pPr lvl="5" algn="r" rtl="0">
              <a:spcBef>
                <a:spcPts val="0"/>
              </a:spcBef>
              <a:spcAft>
                <a:spcPts val="0"/>
              </a:spcAft>
              <a:buSzPts val="3000"/>
              <a:buNone/>
              <a:defRPr sz="4000"/>
            </a:lvl6pPr>
            <a:lvl7pPr lvl="6" algn="r" rtl="0">
              <a:spcBef>
                <a:spcPts val="0"/>
              </a:spcBef>
              <a:spcAft>
                <a:spcPts val="0"/>
              </a:spcAft>
              <a:buSzPts val="3000"/>
              <a:buNone/>
              <a:defRPr sz="4000"/>
            </a:lvl7pPr>
            <a:lvl8pPr lvl="7" algn="r" rtl="0">
              <a:spcBef>
                <a:spcPts val="0"/>
              </a:spcBef>
              <a:spcAft>
                <a:spcPts val="0"/>
              </a:spcAft>
              <a:buSzPts val="3000"/>
              <a:buNone/>
              <a:defRPr sz="4000"/>
            </a:lvl8pPr>
            <a:lvl9pPr lvl="8" algn="r" rtl="0">
              <a:spcBef>
                <a:spcPts val="0"/>
              </a:spcBef>
              <a:spcAft>
                <a:spcPts val="0"/>
              </a:spcAft>
              <a:buSzPts val="3000"/>
              <a:buNone/>
              <a:defRPr sz="4000"/>
            </a:lvl9pPr>
          </a:lstStyle>
          <a:p>
            <a:endParaRPr/>
          </a:p>
        </p:txBody>
      </p:sp>
      <p:sp>
        <p:nvSpPr>
          <p:cNvPr id="73" name="Google Shape;73;p19"/>
          <p:cNvSpPr txBox="1">
            <a:spLocks noGrp="1"/>
          </p:cNvSpPr>
          <p:nvPr>
            <p:ph type="subTitle" idx="1"/>
          </p:nvPr>
        </p:nvSpPr>
        <p:spPr>
          <a:xfrm>
            <a:off x="1391267" y="2557800"/>
            <a:ext cx="3354000" cy="1688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600"/>
              <a:buNone/>
              <a:defRPr sz="2133"/>
            </a:lvl1pPr>
            <a:lvl2pPr lvl="1" algn="r" rtl="0">
              <a:lnSpc>
                <a:spcPct val="100000"/>
              </a:lnSpc>
              <a:spcBef>
                <a:spcPts val="0"/>
              </a:spcBef>
              <a:spcAft>
                <a:spcPts val="0"/>
              </a:spcAft>
              <a:buSzPts val="1600"/>
              <a:buNone/>
              <a:defRPr sz="2133"/>
            </a:lvl2pPr>
            <a:lvl3pPr lvl="2" algn="r" rtl="0">
              <a:lnSpc>
                <a:spcPct val="100000"/>
              </a:lnSpc>
              <a:spcBef>
                <a:spcPts val="0"/>
              </a:spcBef>
              <a:spcAft>
                <a:spcPts val="0"/>
              </a:spcAft>
              <a:buSzPts val="1600"/>
              <a:buNone/>
              <a:defRPr sz="2133"/>
            </a:lvl3pPr>
            <a:lvl4pPr lvl="3" algn="r" rtl="0">
              <a:lnSpc>
                <a:spcPct val="100000"/>
              </a:lnSpc>
              <a:spcBef>
                <a:spcPts val="0"/>
              </a:spcBef>
              <a:spcAft>
                <a:spcPts val="0"/>
              </a:spcAft>
              <a:buSzPts val="1600"/>
              <a:buNone/>
              <a:defRPr sz="2133"/>
            </a:lvl4pPr>
            <a:lvl5pPr lvl="4" algn="r" rtl="0">
              <a:lnSpc>
                <a:spcPct val="100000"/>
              </a:lnSpc>
              <a:spcBef>
                <a:spcPts val="0"/>
              </a:spcBef>
              <a:spcAft>
                <a:spcPts val="0"/>
              </a:spcAft>
              <a:buSzPts val="1600"/>
              <a:buNone/>
              <a:defRPr sz="2133"/>
            </a:lvl5pPr>
            <a:lvl6pPr lvl="5" algn="r" rtl="0">
              <a:lnSpc>
                <a:spcPct val="100000"/>
              </a:lnSpc>
              <a:spcBef>
                <a:spcPts val="0"/>
              </a:spcBef>
              <a:spcAft>
                <a:spcPts val="0"/>
              </a:spcAft>
              <a:buSzPts val="1600"/>
              <a:buNone/>
              <a:defRPr sz="2133"/>
            </a:lvl6pPr>
            <a:lvl7pPr lvl="6" algn="r" rtl="0">
              <a:lnSpc>
                <a:spcPct val="100000"/>
              </a:lnSpc>
              <a:spcBef>
                <a:spcPts val="0"/>
              </a:spcBef>
              <a:spcAft>
                <a:spcPts val="0"/>
              </a:spcAft>
              <a:buSzPts val="1600"/>
              <a:buNone/>
              <a:defRPr sz="2133"/>
            </a:lvl7pPr>
            <a:lvl8pPr lvl="7" algn="r" rtl="0">
              <a:lnSpc>
                <a:spcPct val="100000"/>
              </a:lnSpc>
              <a:spcBef>
                <a:spcPts val="0"/>
              </a:spcBef>
              <a:spcAft>
                <a:spcPts val="0"/>
              </a:spcAft>
              <a:buSzPts val="1600"/>
              <a:buNone/>
              <a:defRPr sz="2133"/>
            </a:lvl8pPr>
            <a:lvl9pPr lvl="8" algn="r" rtl="0">
              <a:lnSpc>
                <a:spcPct val="100000"/>
              </a:lnSpc>
              <a:spcBef>
                <a:spcPts val="0"/>
              </a:spcBef>
              <a:spcAft>
                <a:spcPts val="0"/>
              </a:spcAft>
              <a:buSzPts val="1600"/>
              <a:buNone/>
              <a:defRPr sz="2133"/>
            </a:lvl9pPr>
          </a:lstStyle>
          <a:p>
            <a:endParaRPr/>
          </a:p>
        </p:txBody>
      </p:sp>
      <p:sp>
        <p:nvSpPr>
          <p:cNvPr id="74" name="Google Shape;74;p19"/>
          <p:cNvSpPr txBox="1">
            <a:spLocks noGrp="1"/>
          </p:cNvSpPr>
          <p:nvPr>
            <p:ph type="title" idx="2"/>
          </p:nvPr>
        </p:nvSpPr>
        <p:spPr>
          <a:xfrm>
            <a:off x="7580600" y="3041136"/>
            <a:ext cx="3117200" cy="1290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75" name="Google Shape;75;p19"/>
          <p:cNvSpPr txBox="1">
            <a:spLocks noGrp="1"/>
          </p:cNvSpPr>
          <p:nvPr>
            <p:ph type="subTitle" idx="3"/>
          </p:nvPr>
        </p:nvSpPr>
        <p:spPr>
          <a:xfrm>
            <a:off x="7580600" y="4386600"/>
            <a:ext cx="3354000" cy="168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2133"/>
            </a:lvl1pPr>
            <a:lvl2pPr lvl="1" rtl="0">
              <a:lnSpc>
                <a:spcPct val="100000"/>
              </a:lnSpc>
              <a:spcBef>
                <a:spcPts val="0"/>
              </a:spcBef>
              <a:spcAft>
                <a:spcPts val="0"/>
              </a:spcAft>
              <a:buSzPts val="1600"/>
              <a:buNone/>
              <a:defRPr sz="2133"/>
            </a:lvl2pPr>
            <a:lvl3pPr lvl="2" rtl="0">
              <a:lnSpc>
                <a:spcPct val="100000"/>
              </a:lnSpc>
              <a:spcBef>
                <a:spcPts val="0"/>
              </a:spcBef>
              <a:spcAft>
                <a:spcPts val="0"/>
              </a:spcAft>
              <a:buSzPts val="1600"/>
              <a:buNone/>
              <a:defRPr sz="2133"/>
            </a:lvl3pPr>
            <a:lvl4pPr lvl="3" rtl="0">
              <a:lnSpc>
                <a:spcPct val="100000"/>
              </a:lnSpc>
              <a:spcBef>
                <a:spcPts val="0"/>
              </a:spcBef>
              <a:spcAft>
                <a:spcPts val="0"/>
              </a:spcAft>
              <a:buSzPts val="1600"/>
              <a:buNone/>
              <a:defRPr sz="2133"/>
            </a:lvl4pPr>
            <a:lvl5pPr lvl="4" rtl="0">
              <a:lnSpc>
                <a:spcPct val="100000"/>
              </a:lnSpc>
              <a:spcBef>
                <a:spcPts val="0"/>
              </a:spcBef>
              <a:spcAft>
                <a:spcPts val="0"/>
              </a:spcAft>
              <a:buSzPts val="1600"/>
              <a:buNone/>
              <a:defRPr sz="2133"/>
            </a:lvl5pPr>
            <a:lvl6pPr lvl="5" rtl="0">
              <a:lnSpc>
                <a:spcPct val="100000"/>
              </a:lnSpc>
              <a:spcBef>
                <a:spcPts val="0"/>
              </a:spcBef>
              <a:spcAft>
                <a:spcPts val="0"/>
              </a:spcAft>
              <a:buSzPts val="1600"/>
              <a:buNone/>
              <a:defRPr sz="2133"/>
            </a:lvl6pPr>
            <a:lvl7pPr lvl="6" rtl="0">
              <a:lnSpc>
                <a:spcPct val="100000"/>
              </a:lnSpc>
              <a:spcBef>
                <a:spcPts val="0"/>
              </a:spcBef>
              <a:spcAft>
                <a:spcPts val="0"/>
              </a:spcAft>
              <a:buSzPts val="1600"/>
              <a:buNone/>
              <a:defRPr sz="2133"/>
            </a:lvl7pPr>
            <a:lvl8pPr lvl="7" rtl="0">
              <a:lnSpc>
                <a:spcPct val="100000"/>
              </a:lnSpc>
              <a:spcBef>
                <a:spcPts val="0"/>
              </a:spcBef>
              <a:spcAft>
                <a:spcPts val="0"/>
              </a:spcAft>
              <a:buSzPts val="1600"/>
              <a:buNone/>
              <a:defRPr sz="2133"/>
            </a:lvl8pPr>
            <a:lvl9pPr lvl="8" rtl="0">
              <a:lnSpc>
                <a:spcPct val="100000"/>
              </a:lnSpc>
              <a:spcBef>
                <a:spcPts val="0"/>
              </a:spcBef>
              <a:spcAft>
                <a:spcPts val="0"/>
              </a:spcAft>
              <a:buSzPts val="1600"/>
              <a:buNone/>
              <a:defRPr sz="2133"/>
            </a:lvl9pPr>
          </a:lstStyle>
          <a:p>
            <a:endParaRPr/>
          </a:p>
        </p:txBody>
      </p:sp>
    </p:spTree>
    <p:extLst>
      <p:ext uri="{BB962C8B-B14F-4D97-AF65-F5344CB8AC3E}">
        <p14:creationId xmlns:p14="http://schemas.microsoft.com/office/powerpoint/2010/main" val="132136969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76"/>
        <p:cNvGrpSpPr/>
        <p:nvPr/>
      </p:nvGrpSpPr>
      <p:grpSpPr>
        <a:xfrm>
          <a:off x="0" y="0"/>
          <a:ext cx="0" cy="0"/>
          <a:chOff x="0" y="0"/>
          <a:chExt cx="0" cy="0"/>
        </a:xfrm>
      </p:grpSpPr>
      <p:sp>
        <p:nvSpPr>
          <p:cNvPr id="77" name="Google Shape;77;p20"/>
          <p:cNvSpPr txBox="1">
            <a:spLocks noGrp="1"/>
          </p:cNvSpPr>
          <p:nvPr>
            <p:ph type="title"/>
          </p:nvPr>
        </p:nvSpPr>
        <p:spPr>
          <a:xfrm>
            <a:off x="1306467" y="3142736"/>
            <a:ext cx="3117200" cy="1290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4000"/>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endParaRPr/>
          </a:p>
        </p:txBody>
      </p:sp>
      <p:sp>
        <p:nvSpPr>
          <p:cNvPr id="78" name="Google Shape;78;p20"/>
          <p:cNvSpPr txBox="1">
            <a:spLocks noGrp="1"/>
          </p:cNvSpPr>
          <p:nvPr>
            <p:ph type="subTitle" idx="1"/>
          </p:nvPr>
        </p:nvSpPr>
        <p:spPr>
          <a:xfrm>
            <a:off x="1188067" y="4513600"/>
            <a:ext cx="3354000" cy="168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
        <p:nvSpPr>
          <p:cNvPr id="79" name="Google Shape;79;p20"/>
          <p:cNvSpPr txBox="1">
            <a:spLocks noGrp="1"/>
          </p:cNvSpPr>
          <p:nvPr>
            <p:ph type="title" idx="2"/>
          </p:nvPr>
        </p:nvSpPr>
        <p:spPr>
          <a:xfrm>
            <a:off x="7823085" y="1212336"/>
            <a:ext cx="3117200" cy="1290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4000"/>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endParaRPr/>
          </a:p>
        </p:txBody>
      </p:sp>
      <p:sp>
        <p:nvSpPr>
          <p:cNvPr id="80" name="Google Shape;80;p20"/>
          <p:cNvSpPr txBox="1">
            <a:spLocks noGrp="1"/>
          </p:cNvSpPr>
          <p:nvPr>
            <p:ph type="subTitle" idx="3"/>
          </p:nvPr>
        </p:nvSpPr>
        <p:spPr>
          <a:xfrm>
            <a:off x="7704685" y="2570500"/>
            <a:ext cx="3354000" cy="168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Tree>
    <p:extLst>
      <p:ext uri="{BB962C8B-B14F-4D97-AF65-F5344CB8AC3E}">
        <p14:creationId xmlns:p14="http://schemas.microsoft.com/office/powerpoint/2010/main" val="392412649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two columns 1">
  <p:cSld name="1_TItle and two columns 1">
    <p:spTree>
      <p:nvGrpSpPr>
        <p:cNvPr id="1" name="Shape 81"/>
        <p:cNvGrpSpPr/>
        <p:nvPr/>
      </p:nvGrpSpPr>
      <p:grpSpPr>
        <a:xfrm>
          <a:off x="0" y="0"/>
          <a:ext cx="0" cy="0"/>
          <a:chOff x="0" y="0"/>
          <a:chExt cx="0" cy="0"/>
        </a:xfrm>
      </p:grpSpPr>
      <p:sp>
        <p:nvSpPr>
          <p:cNvPr id="82" name="Google Shape;82;p21"/>
          <p:cNvSpPr txBox="1">
            <a:spLocks noGrp="1"/>
          </p:cNvSpPr>
          <p:nvPr>
            <p:ph type="title"/>
          </p:nvPr>
        </p:nvSpPr>
        <p:spPr>
          <a:xfrm>
            <a:off x="4298200" y="598467"/>
            <a:ext cx="3595600" cy="107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40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83" name="Google Shape;83;p21"/>
          <p:cNvSpPr txBox="1">
            <a:spLocks noGrp="1"/>
          </p:cNvSpPr>
          <p:nvPr>
            <p:ph type="title" idx="2"/>
          </p:nvPr>
        </p:nvSpPr>
        <p:spPr>
          <a:xfrm>
            <a:off x="7590143" y="3854717"/>
            <a:ext cx="3117200" cy="528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84" name="Google Shape;84;p21"/>
          <p:cNvSpPr txBox="1">
            <a:spLocks noGrp="1"/>
          </p:cNvSpPr>
          <p:nvPr>
            <p:ph type="subTitle" idx="1"/>
          </p:nvPr>
        </p:nvSpPr>
        <p:spPr>
          <a:xfrm>
            <a:off x="7590143" y="4298284"/>
            <a:ext cx="3117200" cy="82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
        <p:nvSpPr>
          <p:cNvPr id="85" name="Google Shape;85;p21"/>
          <p:cNvSpPr txBox="1">
            <a:spLocks noGrp="1"/>
          </p:cNvSpPr>
          <p:nvPr>
            <p:ph type="title" idx="3"/>
          </p:nvPr>
        </p:nvSpPr>
        <p:spPr>
          <a:xfrm>
            <a:off x="4531496" y="3854717"/>
            <a:ext cx="3117200" cy="528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86" name="Google Shape;86;p21"/>
          <p:cNvSpPr txBox="1">
            <a:spLocks noGrp="1"/>
          </p:cNvSpPr>
          <p:nvPr>
            <p:ph type="subTitle" idx="4"/>
          </p:nvPr>
        </p:nvSpPr>
        <p:spPr>
          <a:xfrm>
            <a:off x="4531496" y="4298284"/>
            <a:ext cx="3117200" cy="82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
        <p:nvSpPr>
          <p:cNvPr id="87" name="Google Shape;87;p21"/>
          <p:cNvSpPr txBox="1">
            <a:spLocks noGrp="1"/>
          </p:cNvSpPr>
          <p:nvPr>
            <p:ph type="title" idx="5"/>
          </p:nvPr>
        </p:nvSpPr>
        <p:spPr>
          <a:xfrm>
            <a:off x="1492097" y="3854717"/>
            <a:ext cx="3117200" cy="528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88" name="Google Shape;88;p21"/>
          <p:cNvSpPr txBox="1">
            <a:spLocks noGrp="1"/>
          </p:cNvSpPr>
          <p:nvPr>
            <p:ph type="subTitle" idx="6"/>
          </p:nvPr>
        </p:nvSpPr>
        <p:spPr>
          <a:xfrm>
            <a:off x="1492097" y="4298284"/>
            <a:ext cx="3117200" cy="82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Tree>
    <p:extLst>
      <p:ext uri="{BB962C8B-B14F-4D97-AF65-F5344CB8AC3E}">
        <p14:creationId xmlns:p14="http://schemas.microsoft.com/office/powerpoint/2010/main" val="215721011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Main idea 1">
  <p:cSld name="Main idea 1">
    <p:spTree>
      <p:nvGrpSpPr>
        <p:cNvPr id="1" name="Shape 89"/>
        <p:cNvGrpSpPr/>
        <p:nvPr/>
      </p:nvGrpSpPr>
      <p:grpSpPr>
        <a:xfrm>
          <a:off x="0" y="0"/>
          <a:ext cx="0" cy="0"/>
          <a:chOff x="0" y="0"/>
          <a:chExt cx="0" cy="0"/>
        </a:xfrm>
      </p:grpSpPr>
      <p:sp>
        <p:nvSpPr>
          <p:cNvPr id="90" name="Google Shape;90;p22"/>
          <p:cNvSpPr txBox="1">
            <a:spLocks noGrp="1"/>
          </p:cNvSpPr>
          <p:nvPr>
            <p:ph type="title"/>
          </p:nvPr>
        </p:nvSpPr>
        <p:spPr>
          <a:xfrm>
            <a:off x="3655600" y="3071000"/>
            <a:ext cx="4880800" cy="112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300"/>
              <a:buNone/>
              <a:defRPr sz="7066"/>
            </a:lvl1pPr>
            <a:lvl2pPr lvl="1" algn="ctr" rtl="0">
              <a:spcBef>
                <a:spcPts val="0"/>
              </a:spcBef>
              <a:spcAft>
                <a:spcPts val="0"/>
              </a:spcAft>
              <a:buSzPts val="4000"/>
              <a:buNone/>
              <a:defRPr sz="5333"/>
            </a:lvl2pPr>
            <a:lvl3pPr lvl="2" algn="ctr" rtl="0">
              <a:spcBef>
                <a:spcPts val="0"/>
              </a:spcBef>
              <a:spcAft>
                <a:spcPts val="0"/>
              </a:spcAft>
              <a:buSzPts val="4000"/>
              <a:buNone/>
              <a:defRPr sz="5333"/>
            </a:lvl3pPr>
            <a:lvl4pPr lvl="3" algn="ctr" rtl="0">
              <a:spcBef>
                <a:spcPts val="0"/>
              </a:spcBef>
              <a:spcAft>
                <a:spcPts val="0"/>
              </a:spcAft>
              <a:buSzPts val="4000"/>
              <a:buNone/>
              <a:defRPr sz="5333"/>
            </a:lvl4pPr>
            <a:lvl5pPr lvl="4" algn="ctr" rtl="0">
              <a:spcBef>
                <a:spcPts val="0"/>
              </a:spcBef>
              <a:spcAft>
                <a:spcPts val="0"/>
              </a:spcAft>
              <a:buSzPts val="4000"/>
              <a:buNone/>
              <a:defRPr sz="5333"/>
            </a:lvl5pPr>
            <a:lvl6pPr lvl="5" algn="ctr" rtl="0">
              <a:spcBef>
                <a:spcPts val="0"/>
              </a:spcBef>
              <a:spcAft>
                <a:spcPts val="0"/>
              </a:spcAft>
              <a:buSzPts val="4000"/>
              <a:buNone/>
              <a:defRPr sz="5333"/>
            </a:lvl6pPr>
            <a:lvl7pPr lvl="6" algn="ctr" rtl="0">
              <a:spcBef>
                <a:spcPts val="0"/>
              </a:spcBef>
              <a:spcAft>
                <a:spcPts val="0"/>
              </a:spcAft>
              <a:buSzPts val="4000"/>
              <a:buNone/>
              <a:defRPr sz="5333"/>
            </a:lvl7pPr>
            <a:lvl8pPr lvl="7" algn="ctr" rtl="0">
              <a:spcBef>
                <a:spcPts val="0"/>
              </a:spcBef>
              <a:spcAft>
                <a:spcPts val="0"/>
              </a:spcAft>
              <a:buSzPts val="4000"/>
              <a:buNone/>
              <a:defRPr sz="5333"/>
            </a:lvl8pPr>
            <a:lvl9pPr lvl="8" algn="ctr" rtl="0">
              <a:spcBef>
                <a:spcPts val="0"/>
              </a:spcBef>
              <a:spcAft>
                <a:spcPts val="0"/>
              </a:spcAft>
              <a:buSzPts val="4000"/>
              <a:buNone/>
              <a:defRPr sz="5333"/>
            </a:lvl9pPr>
          </a:lstStyle>
          <a:p>
            <a:endParaRPr/>
          </a:p>
        </p:txBody>
      </p:sp>
    </p:spTree>
    <p:extLst>
      <p:ext uri="{BB962C8B-B14F-4D97-AF65-F5344CB8AC3E}">
        <p14:creationId xmlns:p14="http://schemas.microsoft.com/office/powerpoint/2010/main" val="10882682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91"/>
        <p:cNvGrpSpPr/>
        <p:nvPr/>
      </p:nvGrpSpPr>
      <p:grpSpPr>
        <a:xfrm>
          <a:off x="0" y="0"/>
          <a:ext cx="0" cy="0"/>
          <a:chOff x="0" y="0"/>
          <a:chExt cx="0" cy="0"/>
        </a:xfrm>
      </p:grpSpPr>
      <p:sp>
        <p:nvSpPr>
          <p:cNvPr id="92" name="Google Shape;92;p23"/>
          <p:cNvSpPr txBox="1">
            <a:spLocks noGrp="1"/>
          </p:cNvSpPr>
          <p:nvPr>
            <p:ph type="title"/>
          </p:nvPr>
        </p:nvSpPr>
        <p:spPr>
          <a:xfrm>
            <a:off x="1558600" y="2664600"/>
            <a:ext cx="4880800" cy="1122400"/>
          </a:xfrm>
          <a:prstGeom prst="rect">
            <a:avLst/>
          </a:prstGeom>
        </p:spPr>
        <p:txBody>
          <a:bodyPr spcFirstLastPara="1" wrap="square" lIns="91425" tIns="91425" rIns="91425" bIns="91425" anchor="ctr" anchorCtr="0">
            <a:noAutofit/>
          </a:bodyPr>
          <a:lstStyle>
            <a:lvl1pPr lvl="0" rtl="0">
              <a:spcBef>
                <a:spcPts val="0"/>
              </a:spcBef>
              <a:spcAft>
                <a:spcPts val="0"/>
              </a:spcAft>
              <a:buSzPts val="5300"/>
              <a:buNone/>
              <a:defRPr sz="7066"/>
            </a:lvl1pPr>
            <a:lvl2pPr lvl="1" rtl="0">
              <a:spcBef>
                <a:spcPts val="0"/>
              </a:spcBef>
              <a:spcAft>
                <a:spcPts val="0"/>
              </a:spcAft>
              <a:buSzPts val="4000"/>
              <a:buNone/>
              <a:defRPr sz="5333"/>
            </a:lvl2pPr>
            <a:lvl3pPr lvl="2" rtl="0">
              <a:spcBef>
                <a:spcPts val="0"/>
              </a:spcBef>
              <a:spcAft>
                <a:spcPts val="0"/>
              </a:spcAft>
              <a:buSzPts val="4000"/>
              <a:buNone/>
              <a:defRPr sz="5333"/>
            </a:lvl3pPr>
            <a:lvl4pPr lvl="3" rtl="0">
              <a:spcBef>
                <a:spcPts val="0"/>
              </a:spcBef>
              <a:spcAft>
                <a:spcPts val="0"/>
              </a:spcAft>
              <a:buSzPts val="4000"/>
              <a:buNone/>
              <a:defRPr sz="5333"/>
            </a:lvl4pPr>
            <a:lvl5pPr lvl="4" rtl="0">
              <a:spcBef>
                <a:spcPts val="0"/>
              </a:spcBef>
              <a:spcAft>
                <a:spcPts val="0"/>
              </a:spcAft>
              <a:buSzPts val="4000"/>
              <a:buNone/>
              <a:defRPr sz="5333"/>
            </a:lvl5pPr>
            <a:lvl6pPr lvl="5" rtl="0">
              <a:spcBef>
                <a:spcPts val="0"/>
              </a:spcBef>
              <a:spcAft>
                <a:spcPts val="0"/>
              </a:spcAft>
              <a:buSzPts val="4000"/>
              <a:buNone/>
              <a:defRPr sz="5333"/>
            </a:lvl6pPr>
            <a:lvl7pPr lvl="6" rtl="0">
              <a:spcBef>
                <a:spcPts val="0"/>
              </a:spcBef>
              <a:spcAft>
                <a:spcPts val="0"/>
              </a:spcAft>
              <a:buSzPts val="4000"/>
              <a:buNone/>
              <a:defRPr sz="5333"/>
            </a:lvl7pPr>
            <a:lvl8pPr lvl="7" rtl="0">
              <a:spcBef>
                <a:spcPts val="0"/>
              </a:spcBef>
              <a:spcAft>
                <a:spcPts val="0"/>
              </a:spcAft>
              <a:buSzPts val="4000"/>
              <a:buNone/>
              <a:defRPr sz="5333"/>
            </a:lvl8pPr>
            <a:lvl9pPr lvl="8" rtl="0">
              <a:spcBef>
                <a:spcPts val="0"/>
              </a:spcBef>
              <a:spcAft>
                <a:spcPts val="0"/>
              </a:spcAft>
              <a:buSzPts val="4000"/>
              <a:buNone/>
              <a:defRPr sz="5333"/>
            </a:lvl9pPr>
          </a:lstStyle>
          <a:p>
            <a:endParaRPr/>
          </a:p>
        </p:txBody>
      </p:sp>
      <p:sp>
        <p:nvSpPr>
          <p:cNvPr id="93" name="Google Shape;93;p23"/>
          <p:cNvSpPr txBox="1">
            <a:spLocks noGrp="1"/>
          </p:cNvSpPr>
          <p:nvPr>
            <p:ph type="title" idx="2" hasCustomPrompt="1"/>
          </p:nvPr>
        </p:nvSpPr>
        <p:spPr>
          <a:xfrm>
            <a:off x="6848667" y="2120000"/>
            <a:ext cx="4194400" cy="2618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0400"/>
              <a:buNone/>
              <a:defRPr sz="13866"/>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Tree>
    <p:extLst>
      <p:ext uri="{BB962C8B-B14F-4D97-AF65-F5344CB8AC3E}">
        <p14:creationId xmlns:p14="http://schemas.microsoft.com/office/powerpoint/2010/main" val="168575390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94"/>
        <p:cNvGrpSpPr/>
        <p:nvPr/>
      </p:nvGrpSpPr>
      <p:grpSpPr>
        <a:xfrm>
          <a:off x="0" y="0"/>
          <a:ext cx="0" cy="0"/>
          <a:chOff x="0" y="0"/>
          <a:chExt cx="0" cy="0"/>
        </a:xfrm>
      </p:grpSpPr>
      <p:sp>
        <p:nvSpPr>
          <p:cNvPr id="95" name="Google Shape;95;p24"/>
          <p:cNvSpPr txBox="1">
            <a:spLocks noGrp="1"/>
          </p:cNvSpPr>
          <p:nvPr>
            <p:ph type="title"/>
          </p:nvPr>
        </p:nvSpPr>
        <p:spPr>
          <a:xfrm>
            <a:off x="3606400" y="605169"/>
            <a:ext cx="4979200" cy="107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40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extLst>
      <p:ext uri="{BB962C8B-B14F-4D97-AF65-F5344CB8AC3E}">
        <p14:creationId xmlns:p14="http://schemas.microsoft.com/office/powerpoint/2010/main" val="388355630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96"/>
        <p:cNvGrpSpPr/>
        <p:nvPr/>
      </p:nvGrpSpPr>
      <p:grpSpPr>
        <a:xfrm>
          <a:off x="0" y="0"/>
          <a:ext cx="0" cy="0"/>
          <a:chOff x="0" y="0"/>
          <a:chExt cx="0" cy="0"/>
        </a:xfrm>
      </p:grpSpPr>
      <p:sp>
        <p:nvSpPr>
          <p:cNvPr id="97" name="Google Shape;97;p25"/>
          <p:cNvSpPr txBox="1">
            <a:spLocks noGrp="1"/>
          </p:cNvSpPr>
          <p:nvPr>
            <p:ph type="title"/>
          </p:nvPr>
        </p:nvSpPr>
        <p:spPr>
          <a:xfrm>
            <a:off x="5681900" y="3071000"/>
            <a:ext cx="4880800" cy="1122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5300"/>
              <a:buNone/>
              <a:defRPr sz="7066"/>
            </a:lvl1pPr>
            <a:lvl2pPr lvl="1" algn="ctr" rtl="0">
              <a:spcBef>
                <a:spcPts val="0"/>
              </a:spcBef>
              <a:spcAft>
                <a:spcPts val="0"/>
              </a:spcAft>
              <a:buSzPts val="4000"/>
              <a:buNone/>
              <a:defRPr sz="5333"/>
            </a:lvl2pPr>
            <a:lvl3pPr lvl="2" algn="ctr" rtl="0">
              <a:spcBef>
                <a:spcPts val="0"/>
              </a:spcBef>
              <a:spcAft>
                <a:spcPts val="0"/>
              </a:spcAft>
              <a:buSzPts val="4000"/>
              <a:buNone/>
              <a:defRPr sz="5333"/>
            </a:lvl3pPr>
            <a:lvl4pPr lvl="3" algn="ctr" rtl="0">
              <a:spcBef>
                <a:spcPts val="0"/>
              </a:spcBef>
              <a:spcAft>
                <a:spcPts val="0"/>
              </a:spcAft>
              <a:buSzPts val="4000"/>
              <a:buNone/>
              <a:defRPr sz="5333"/>
            </a:lvl4pPr>
            <a:lvl5pPr lvl="4" algn="ctr" rtl="0">
              <a:spcBef>
                <a:spcPts val="0"/>
              </a:spcBef>
              <a:spcAft>
                <a:spcPts val="0"/>
              </a:spcAft>
              <a:buSzPts val="4000"/>
              <a:buNone/>
              <a:defRPr sz="5333"/>
            </a:lvl5pPr>
            <a:lvl6pPr lvl="5" algn="ctr" rtl="0">
              <a:spcBef>
                <a:spcPts val="0"/>
              </a:spcBef>
              <a:spcAft>
                <a:spcPts val="0"/>
              </a:spcAft>
              <a:buSzPts val="4000"/>
              <a:buNone/>
              <a:defRPr sz="5333"/>
            </a:lvl6pPr>
            <a:lvl7pPr lvl="6" algn="ctr" rtl="0">
              <a:spcBef>
                <a:spcPts val="0"/>
              </a:spcBef>
              <a:spcAft>
                <a:spcPts val="0"/>
              </a:spcAft>
              <a:buSzPts val="4000"/>
              <a:buNone/>
              <a:defRPr sz="5333"/>
            </a:lvl7pPr>
            <a:lvl8pPr lvl="7" algn="ctr" rtl="0">
              <a:spcBef>
                <a:spcPts val="0"/>
              </a:spcBef>
              <a:spcAft>
                <a:spcPts val="0"/>
              </a:spcAft>
              <a:buSzPts val="4000"/>
              <a:buNone/>
              <a:defRPr sz="5333"/>
            </a:lvl8pPr>
            <a:lvl9pPr lvl="8" algn="ctr" rtl="0">
              <a:spcBef>
                <a:spcPts val="0"/>
              </a:spcBef>
              <a:spcAft>
                <a:spcPts val="0"/>
              </a:spcAft>
              <a:buSzPts val="4000"/>
              <a:buNone/>
              <a:defRPr sz="5333"/>
            </a:lvl9pPr>
          </a:lstStyle>
          <a:p>
            <a:endParaRPr/>
          </a:p>
        </p:txBody>
      </p:sp>
      <p:sp>
        <p:nvSpPr>
          <p:cNvPr id="98" name="Google Shape;98;p25"/>
          <p:cNvSpPr txBox="1">
            <a:spLocks noGrp="1"/>
          </p:cNvSpPr>
          <p:nvPr>
            <p:ph type="title" idx="2" hasCustomPrompt="1"/>
          </p:nvPr>
        </p:nvSpPr>
        <p:spPr>
          <a:xfrm>
            <a:off x="966233" y="2120000"/>
            <a:ext cx="4194400" cy="2618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0400"/>
              <a:buNone/>
              <a:defRPr sz="13866"/>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Tree>
    <p:extLst>
      <p:ext uri="{BB962C8B-B14F-4D97-AF65-F5344CB8AC3E}">
        <p14:creationId xmlns:p14="http://schemas.microsoft.com/office/powerpoint/2010/main" val="337136958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Numbers and text 1">
  <p:cSld name="Numbers and text 1">
    <p:spTree>
      <p:nvGrpSpPr>
        <p:cNvPr id="1" name="Shape 99"/>
        <p:cNvGrpSpPr/>
        <p:nvPr/>
      </p:nvGrpSpPr>
      <p:grpSpPr>
        <a:xfrm>
          <a:off x="0" y="0"/>
          <a:ext cx="0" cy="0"/>
          <a:chOff x="0" y="0"/>
          <a:chExt cx="0" cy="0"/>
        </a:xfrm>
      </p:grpSpPr>
      <p:sp>
        <p:nvSpPr>
          <p:cNvPr id="100" name="Google Shape;100;p26"/>
          <p:cNvSpPr/>
          <p:nvPr/>
        </p:nvSpPr>
        <p:spPr>
          <a:xfrm>
            <a:off x="882200" y="557067"/>
            <a:ext cx="4550000" cy="11600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p>
        </p:txBody>
      </p:sp>
      <p:sp>
        <p:nvSpPr>
          <p:cNvPr id="101" name="Google Shape;101;p26"/>
          <p:cNvSpPr txBox="1">
            <a:spLocks noGrp="1"/>
          </p:cNvSpPr>
          <p:nvPr>
            <p:ph type="title" hasCustomPrompt="1"/>
          </p:nvPr>
        </p:nvSpPr>
        <p:spPr>
          <a:xfrm>
            <a:off x="1378867" y="2798000"/>
            <a:ext cx="2527600" cy="1011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8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t>xx%</a:t>
            </a:r>
          </a:p>
        </p:txBody>
      </p:sp>
      <p:sp>
        <p:nvSpPr>
          <p:cNvPr id="102" name="Google Shape;102;p26"/>
          <p:cNvSpPr txBox="1">
            <a:spLocks noGrp="1"/>
          </p:cNvSpPr>
          <p:nvPr>
            <p:ph type="title" idx="2" hasCustomPrompt="1"/>
          </p:nvPr>
        </p:nvSpPr>
        <p:spPr>
          <a:xfrm>
            <a:off x="8285533" y="2798000"/>
            <a:ext cx="2527600" cy="1011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8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t>xx%</a:t>
            </a:r>
          </a:p>
        </p:txBody>
      </p:sp>
      <p:sp>
        <p:nvSpPr>
          <p:cNvPr id="103" name="Google Shape;103;p26"/>
          <p:cNvSpPr txBox="1">
            <a:spLocks noGrp="1"/>
          </p:cNvSpPr>
          <p:nvPr>
            <p:ph type="subTitle" idx="1"/>
          </p:nvPr>
        </p:nvSpPr>
        <p:spPr>
          <a:xfrm>
            <a:off x="1084067" y="4918717"/>
            <a:ext cx="3117200" cy="82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
        <p:nvSpPr>
          <p:cNvPr id="104" name="Google Shape;104;p26"/>
          <p:cNvSpPr txBox="1">
            <a:spLocks noGrp="1"/>
          </p:cNvSpPr>
          <p:nvPr>
            <p:ph type="subTitle" idx="3"/>
          </p:nvPr>
        </p:nvSpPr>
        <p:spPr>
          <a:xfrm>
            <a:off x="7990733" y="4918717"/>
            <a:ext cx="3117200" cy="82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
        <p:nvSpPr>
          <p:cNvPr id="105" name="Google Shape;105;p26"/>
          <p:cNvSpPr txBox="1">
            <a:spLocks noGrp="1"/>
          </p:cNvSpPr>
          <p:nvPr>
            <p:ph type="title" idx="4"/>
          </p:nvPr>
        </p:nvSpPr>
        <p:spPr>
          <a:xfrm>
            <a:off x="1203400" y="598467"/>
            <a:ext cx="4550000" cy="1077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3000"/>
              <a:buNone/>
              <a:defRPr sz="40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412739926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Numbers and text 2">
  <p:cSld name="Numbers and text 2">
    <p:spTree>
      <p:nvGrpSpPr>
        <p:cNvPr id="1" name="Shape 106"/>
        <p:cNvGrpSpPr/>
        <p:nvPr/>
      </p:nvGrpSpPr>
      <p:grpSpPr>
        <a:xfrm>
          <a:off x="0" y="0"/>
          <a:ext cx="0" cy="0"/>
          <a:chOff x="0" y="0"/>
          <a:chExt cx="0" cy="0"/>
        </a:xfrm>
      </p:grpSpPr>
      <p:sp>
        <p:nvSpPr>
          <p:cNvPr id="107" name="Google Shape;107;p27"/>
          <p:cNvSpPr txBox="1">
            <a:spLocks noGrp="1"/>
          </p:cNvSpPr>
          <p:nvPr>
            <p:ph type="title" hasCustomPrompt="1"/>
          </p:nvPr>
        </p:nvSpPr>
        <p:spPr>
          <a:xfrm>
            <a:off x="5992567" y="3687000"/>
            <a:ext cx="2527600" cy="1011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8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t>xx%</a:t>
            </a:r>
          </a:p>
        </p:txBody>
      </p:sp>
      <p:sp>
        <p:nvSpPr>
          <p:cNvPr id="108" name="Google Shape;108;p27"/>
          <p:cNvSpPr txBox="1">
            <a:spLocks noGrp="1"/>
          </p:cNvSpPr>
          <p:nvPr>
            <p:ph type="title" idx="2" hasCustomPrompt="1"/>
          </p:nvPr>
        </p:nvSpPr>
        <p:spPr>
          <a:xfrm>
            <a:off x="8895133" y="3687000"/>
            <a:ext cx="2527600" cy="1011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8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t>xx%</a:t>
            </a:r>
          </a:p>
        </p:txBody>
      </p:sp>
      <p:sp>
        <p:nvSpPr>
          <p:cNvPr id="109" name="Google Shape;109;p27"/>
          <p:cNvSpPr txBox="1">
            <a:spLocks noGrp="1"/>
          </p:cNvSpPr>
          <p:nvPr>
            <p:ph type="subTitle" idx="1"/>
          </p:nvPr>
        </p:nvSpPr>
        <p:spPr>
          <a:xfrm>
            <a:off x="6017983" y="5528333"/>
            <a:ext cx="2476800" cy="82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
        <p:nvSpPr>
          <p:cNvPr id="110" name="Google Shape;110;p27"/>
          <p:cNvSpPr txBox="1">
            <a:spLocks noGrp="1"/>
          </p:cNvSpPr>
          <p:nvPr>
            <p:ph type="subTitle" idx="3"/>
          </p:nvPr>
        </p:nvSpPr>
        <p:spPr>
          <a:xfrm>
            <a:off x="8920520" y="5528333"/>
            <a:ext cx="2476800" cy="82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
        <p:nvSpPr>
          <p:cNvPr id="111" name="Google Shape;111;p27"/>
          <p:cNvSpPr txBox="1">
            <a:spLocks noGrp="1"/>
          </p:cNvSpPr>
          <p:nvPr>
            <p:ph type="title" idx="4"/>
          </p:nvPr>
        </p:nvSpPr>
        <p:spPr>
          <a:xfrm>
            <a:off x="3821000" y="598467"/>
            <a:ext cx="4550000" cy="1077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000"/>
              <a:buNone/>
              <a:defRPr sz="4000">
                <a:solidFill>
                  <a:schemeClr val="lt1"/>
                </a:solidFill>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12" name="Google Shape;112;p27"/>
          <p:cNvSpPr txBox="1">
            <a:spLocks noGrp="1"/>
          </p:cNvSpPr>
          <p:nvPr>
            <p:ph type="title" idx="5" hasCustomPrompt="1"/>
          </p:nvPr>
        </p:nvSpPr>
        <p:spPr>
          <a:xfrm>
            <a:off x="3081467" y="3687000"/>
            <a:ext cx="2527600" cy="1011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8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t>xx%</a:t>
            </a:r>
          </a:p>
        </p:txBody>
      </p:sp>
      <p:sp>
        <p:nvSpPr>
          <p:cNvPr id="113" name="Google Shape;113;p27"/>
          <p:cNvSpPr txBox="1">
            <a:spLocks noGrp="1"/>
          </p:cNvSpPr>
          <p:nvPr>
            <p:ph type="subTitle" idx="6"/>
          </p:nvPr>
        </p:nvSpPr>
        <p:spPr>
          <a:xfrm>
            <a:off x="3115400" y="5528333"/>
            <a:ext cx="2476800" cy="82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Tree>
    <p:extLst>
      <p:ext uri="{BB962C8B-B14F-4D97-AF65-F5344CB8AC3E}">
        <p14:creationId xmlns:p14="http://schemas.microsoft.com/office/powerpoint/2010/main" val="335251407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Numbers and text 3">
  <p:cSld name="Numbers and text 3">
    <p:spTree>
      <p:nvGrpSpPr>
        <p:cNvPr id="1" name="Shape 114"/>
        <p:cNvGrpSpPr/>
        <p:nvPr/>
      </p:nvGrpSpPr>
      <p:grpSpPr>
        <a:xfrm>
          <a:off x="0" y="0"/>
          <a:ext cx="0" cy="0"/>
          <a:chOff x="0" y="0"/>
          <a:chExt cx="0" cy="0"/>
        </a:xfrm>
      </p:grpSpPr>
      <p:sp>
        <p:nvSpPr>
          <p:cNvPr id="115" name="Google Shape;115;p28"/>
          <p:cNvSpPr/>
          <p:nvPr/>
        </p:nvSpPr>
        <p:spPr>
          <a:xfrm>
            <a:off x="882200" y="557067"/>
            <a:ext cx="4550000" cy="11600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p>
        </p:txBody>
      </p:sp>
      <p:sp>
        <p:nvSpPr>
          <p:cNvPr id="116" name="Google Shape;116;p28"/>
          <p:cNvSpPr txBox="1">
            <a:spLocks noGrp="1"/>
          </p:cNvSpPr>
          <p:nvPr>
            <p:ph type="title" hasCustomPrompt="1"/>
          </p:nvPr>
        </p:nvSpPr>
        <p:spPr>
          <a:xfrm>
            <a:off x="1381384" y="2798000"/>
            <a:ext cx="2527600" cy="1011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8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t>xx%</a:t>
            </a:r>
          </a:p>
        </p:txBody>
      </p:sp>
      <p:sp>
        <p:nvSpPr>
          <p:cNvPr id="117" name="Google Shape;117;p28"/>
          <p:cNvSpPr txBox="1">
            <a:spLocks noGrp="1"/>
          </p:cNvSpPr>
          <p:nvPr>
            <p:ph type="title" idx="2" hasCustomPrompt="1"/>
          </p:nvPr>
        </p:nvSpPr>
        <p:spPr>
          <a:xfrm>
            <a:off x="8289117" y="2798000"/>
            <a:ext cx="2527600" cy="1011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8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t>xx%</a:t>
            </a:r>
          </a:p>
        </p:txBody>
      </p:sp>
      <p:sp>
        <p:nvSpPr>
          <p:cNvPr id="118" name="Google Shape;118;p28"/>
          <p:cNvSpPr txBox="1">
            <a:spLocks noGrp="1"/>
          </p:cNvSpPr>
          <p:nvPr>
            <p:ph type="subTitle" idx="1"/>
          </p:nvPr>
        </p:nvSpPr>
        <p:spPr>
          <a:xfrm>
            <a:off x="1086584" y="5325117"/>
            <a:ext cx="3117200" cy="82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
        <p:nvSpPr>
          <p:cNvPr id="119" name="Google Shape;119;p28"/>
          <p:cNvSpPr txBox="1">
            <a:spLocks noGrp="1"/>
          </p:cNvSpPr>
          <p:nvPr>
            <p:ph type="subTitle" idx="3"/>
          </p:nvPr>
        </p:nvSpPr>
        <p:spPr>
          <a:xfrm>
            <a:off x="7994317" y="5325117"/>
            <a:ext cx="3117200" cy="82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
        <p:nvSpPr>
          <p:cNvPr id="120" name="Google Shape;120;p28"/>
          <p:cNvSpPr txBox="1">
            <a:spLocks noGrp="1"/>
          </p:cNvSpPr>
          <p:nvPr>
            <p:ph type="title" idx="4"/>
          </p:nvPr>
        </p:nvSpPr>
        <p:spPr>
          <a:xfrm>
            <a:off x="1203400" y="598467"/>
            <a:ext cx="4550000" cy="1077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3000"/>
              <a:buNone/>
              <a:defRPr sz="40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1" name="Google Shape;121;p28"/>
          <p:cNvSpPr txBox="1">
            <a:spLocks noGrp="1"/>
          </p:cNvSpPr>
          <p:nvPr>
            <p:ph type="title" idx="5"/>
          </p:nvPr>
        </p:nvSpPr>
        <p:spPr>
          <a:xfrm>
            <a:off x="1086584" y="4887551"/>
            <a:ext cx="3117200" cy="528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122" name="Google Shape;122;p28"/>
          <p:cNvSpPr txBox="1">
            <a:spLocks noGrp="1"/>
          </p:cNvSpPr>
          <p:nvPr>
            <p:ph type="title" idx="6"/>
          </p:nvPr>
        </p:nvSpPr>
        <p:spPr>
          <a:xfrm>
            <a:off x="7994317" y="4887551"/>
            <a:ext cx="3117200" cy="528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Tree>
    <p:extLst>
      <p:ext uri="{BB962C8B-B14F-4D97-AF65-F5344CB8AC3E}">
        <p14:creationId xmlns:p14="http://schemas.microsoft.com/office/powerpoint/2010/main" val="282591771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Section header 3">
  <p:cSld name="Section header 3">
    <p:spTree>
      <p:nvGrpSpPr>
        <p:cNvPr id="1" name="Shape 123"/>
        <p:cNvGrpSpPr/>
        <p:nvPr/>
      </p:nvGrpSpPr>
      <p:grpSpPr>
        <a:xfrm>
          <a:off x="0" y="0"/>
          <a:ext cx="0" cy="0"/>
          <a:chOff x="0" y="0"/>
          <a:chExt cx="0" cy="0"/>
        </a:xfrm>
      </p:grpSpPr>
      <p:sp>
        <p:nvSpPr>
          <p:cNvPr id="124" name="Google Shape;124;p29"/>
          <p:cNvSpPr txBox="1">
            <a:spLocks noGrp="1"/>
          </p:cNvSpPr>
          <p:nvPr>
            <p:ph type="title"/>
          </p:nvPr>
        </p:nvSpPr>
        <p:spPr>
          <a:xfrm>
            <a:off x="7038867" y="2868933"/>
            <a:ext cx="4491600" cy="2209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300"/>
              <a:buNone/>
              <a:defRPr sz="7066"/>
            </a:lvl1pPr>
            <a:lvl2pPr lvl="1" algn="ctr" rtl="0">
              <a:spcBef>
                <a:spcPts val="0"/>
              </a:spcBef>
              <a:spcAft>
                <a:spcPts val="0"/>
              </a:spcAft>
              <a:buSzPts val="4000"/>
              <a:buNone/>
              <a:defRPr sz="5333"/>
            </a:lvl2pPr>
            <a:lvl3pPr lvl="2" algn="ctr" rtl="0">
              <a:spcBef>
                <a:spcPts val="0"/>
              </a:spcBef>
              <a:spcAft>
                <a:spcPts val="0"/>
              </a:spcAft>
              <a:buSzPts val="4000"/>
              <a:buNone/>
              <a:defRPr sz="5333"/>
            </a:lvl3pPr>
            <a:lvl4pPr lvl="3" algn="ctr" rtl="0">
              <a:spcBef>
                <a:spcPts val="0"/>
              </a:spcBef>
              <a:spcAft>
                <a:spcPts val="0"/>
              </a:spcAft>
              <a:buSzPts val="4000"/>
              <a:buNone/>
              <a:defRPr sz="5333"/>
            </a:lvl4pPr>
            <a:lvl5pPr lvl="4" algn="ctr" rtl="0">
              <a:spcBef>
                <a:spcPts val="0"/>
              </a:spcBef>
              <a:spcAft>
                <a:spcPts val="0"/>
              </a:spcAft>
              <a:buSzPts val="4000"/>
              <a:buNone/>
              <a:defRPr sz="5333"/>
            </a:lvl5pPr>
            <a:lvl6pPr lvl="5" algn="ctr" rtl="0">
              <a:spcBef>
                <a:spcPts val="0"/>
              </a:spcBef>
              <a:spcAft>
                <a:spcPts val="0"/>
              </a:spcAft>
              <a:buSzPts val="4000"/>
              <a:buNone/>
              <a:defRPr sz="5333"/>
            </a:lvl6pPr>
            <a:lvl7pPr lvl="6" algn="ctr" rtl="0">
              <a:spcBef>
                <a:spcPts val="0"/>
              </a:spcBef>
              <a:spcAft>
                <a:spcPts val="0"/>
              </a:spcAft>
              <a:buSzPts val="4000"/>
              <a:buNone/>
              <a:defRPr sz="5333"/>
            </a:lvl7pPr>
            <a:lvl8pPr lvl="7" algn="ctr" rtl="0">
              <a:spcBef>
                <a:spcPts val="0"/>
              </a:spcBef>
              <a:spcAft>
                <a:spcPts val="0"/>
              </a:spcAft>
              <a:buSzPts val="4000"/>
              <a:buNone/>
              <a:defRPr sz="5333"/>
            </a:lvl8pPr>
            <a:lvl9pPr lvl="8" algn="ctr" rtl="0">
              <a:spcBef>
                <a:spcPts val="0"/>
              </a:spcBef>
              <a:spcAft>
                <a:spcPts val="0"/>
              </a:spcAft>
              <a:buSzPts val="4000"/>
              <a:buNone/>
              <a:defRPr sz="5333"/>
            </a:lvl9pPr>
          </a:lstStyle>
          <a:p>
            <a:endParaRPr/>
          </a:p>
        </p:txBody>
      </p:sp>
      <p:sp>
        <p:nvSpPr>
          <p:cNvPr id="125" name="Google Shape;125;p29"/>
          <p:cNvSpPr txBox="1">
            <a:spLocks noGrp="1"/>
          </p:cNvSpPr>
          <p:nvPr>
            <p:ph type="title" idx="2" hasCustomPrompt="1"/>
          </p:nvPr>
        </p:nvSpPr>
        <p:spPr>
          <a:xfrm>
            <a:off x="966233" y="2120000"/>
            <a:ext cx="4194400" cy="2618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0400"/>
              <a:buNone/>
              <a:defRPr sz="13866"/>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Tree>
    <p:extLst>
      <p:ext uri="{BB962C8B-B14F-4D97-AF65-F5344CB8AC3E}">
        <p14:creationId xmlns:p14="http://schemas.microsoft.com/office/powerpoint/2010/main" val="76123274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and four columns 2">
  <p:cSld name="Title and four columns 2">
    <p:spTree>
      <p:nvGrpSpPr>
        <p:cNvPr id="1" name="Shape 126"/>
        <p:cNvGrpSpPr/>
        <p:nvPr/>
      </p:nvGrpSpPr>
      <p:grpSpPr>
        <a:xfrm>
          <a:off x="0" y="0"/>
          <a:ext cx="0" cy="0"/>
          <a:chOff x="0" y="0"/>
          <a:chExt cx="0" cy="0"/>
        </a:xfrm>
      </p:grpSpPr>
      <p:sp>
        <p:nvSpPr>
          <p:cNvPr id="127" name="Google Shape;127;p30"/>
          <p:cNvSpPr txBox="1">
            <a:spLocks noGrp="1"/>
          </p:cNvSpPr>
          <p:nvPr>
            <p:ph type="title"/>
          </p:nvPr>
        </p:nvSpPr>
        <p:spPr>
          <a:xfrm>
            <a:off x="7724633" y="2535951"/>
            <a:ext cx="3117200" cy="5280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4200"/>
              <a:buNone/>
              <a:defRPr sz="5600"/>
            </a:lvl2pPr>
            <a:lvl3pPr lvl="2" rtl="0">
              <a:spcBef>
                <a:spcPts val="0"/>
              </a:spcBef>
              <a:spcAft>
                <a:spcPts val="0"/>
              </a:spcAft>
              <a:buSzPts val="4200"/>
              <a:buNone/>
              <a:defRPr sz="5600"/>
            </a:lvl3pPr>
            <a:lvl4pPr lvl="3" rtl="0">
              <a:spcBef>
                <a:spcPts val="0"/>
              </a:spcBef>
              <a:spcAft>
                <a:spcPts val="0"/>
              </a:spcAft>
              <a:buSzPts val="4200"/>
              <a:buNone/>
              <a:defRPr sz="5600"/>
            </a:lvl4pPr>
            <a:lvl5pPr lvl="4" rtl="0">
              <a:spcBef>
                <a:spcPts val="0"/>
              </a:spcBef>
              <a:spcAft>
                <a:spcPts val="0"/>
              </a:spcAft>
              <a:buSzPts val="4200"/>
              <a:buNone/>
              <a:defRPr sz="5600"/>
            </a:lvl5pPr>
            <a:lvl6pPr lvl="5" rtl="0">
              <a:spcBef>
                <a:spcPts val="0"/>
              </a:spcBef>
              <a:spcAft>
                <a:spcPts val="0"/>
              </a:spcAft>
              <a:buSzPts val="4200"/>
              <a:buNone/>
              <a:defRPr sz="5600"/>
            </a:lvl6pPr>
            <a:lvl7pPr lvl="6" rtl="0">
              <a:spcBef>
                <a:spcPts val="0"/>
              </a:spcBef>
              <a:spcAft>
                <a:spcPts val="0"/>
              </a:spcAft>
              <a:buSzPts val="4200"/>
              <a:buNone/>
              <a:defRPr sz="5600"/>
            </a:lvl7pPr>
            <a:lvl8pPr lvl="7" rtl="0">
              <a:spcBef>
                <a:spcPts val="0"/>
              </a:spcBef>
              <a:spcAft>
                <a:spcPts val="0"/>
              </a:spcAft>
              <a:buSzPts val="4200"/>
              <a:buNone/>
              <a:defRPr sz="5600"/>
            </a:lvl8pPr>
            <a:lvl9pPr lvl="8" rtl="0">
              <a:spcBef>
                <a:spcPts val="0"/>
              </a:spcBef>
              <a:spcAft>
                <a:spcPts val="0"/>
              </a:spcAft>
              <a:buSzPts val="4200"/>
              <a:buNone/>
              <a:defRPr sz="5600"/>
            </a:lvl9pPr>
          </a:lstStyle>
          <a:p>
            <a:endParaRPr/>
          </a:p>
        </p:txBody>
      </p:sp>
      <p:sp>
        <p:nvSpPr>
          <p:cNvPr id="128" name="Google Shape;128;p30"/>
          <p:cNvSpPr txBox="1">
            <a:spLocks noGrp="1"/>
          </p:cNvSpPr>
          <p:nvPr>
            <p:ph type="subTitle" idx="1"/>
          </p:nvPr>
        </p:nvSpPr>
        <p:spPr>
          <a:xfrm>
            <a:off x="7724633" y="2979517"/>
            <a:ext cx="3117200" cy="82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2133"/>
            </a:lvl1pPr>
            <a:lvl2pPr lvl="1" rtl="0">
              <a:lnSpc>
                <a:spcPct val="100000"/>
              </a:lnSpc>
              <a:spcBef>
                <a:spcPts val="0"/>
              </a:spcBef>
              <a:spcAft>
                <a:spcPts val="0"/>
              </a:spcAft>
              <a:buSzPts val="1600"/>
              <a:buNone/>
              <a:defRPr sz="2133"/>
            </a:lvl2pPr>
            <a:lvl3pPr lvl="2" rtl="0">
              <a:lnSpc>
                <a:spcPct val="100000"/>
              </a:lnSpc>
              <a:spcBef>
                <a:spcPts val="0"/>
              </a:spcBef>
              <a:spcAft>
                <a:spcPts val="0"/>
              </a:spcAft>
              <a:buSzPts val="1600"/>
              <a:buNone/>
              <a:defRPr sz="2133"/>
            </a:lvl3pPr>
            <a:lvl4pPr lvl="3" rtl="0">
              <a:lnSpc>
                <a:spcPct val="100000"/>
              </a:lnSpc>
              <a:spcBef>
                <a:spcPts val="0"/>
              </a:spcBef>
              <a:spcAft>
                <a:spcPts val="0"/>
              </a:spcAft>
              <a:buSzPts val="1600"/>
              <a:buNone/>
              <a:defRPr sz="2133"/>
            </a:lvl4pPr>
            <a:lvl5pPr lvl="4" rtl="0">
              <a:lnSpc>
                <a:spcPct val="100000"/>
              </a:lnSpc>
              <a:spcBef>
                <a:spcPts val="0"/>
              </a:spcBef>
              <a:spcAft>
                <a:spcPts val="0"/>
              </a:spcAft>
              <a:buSzPts val="1600"/>
              <a:buNone/>
              <a:defRPr sz="2133"/>
            </a:lvl5pPr>
            <a:lvl6pPr lvl="5" rtl="0">
              <a:lnSpc>
                <a:spcPct val="100000"/>
              </a:lnSpc>
              <a:spcBef>
                <a:spcPts val="0"/>
              </a:spcBef>
              <a:spcAft>
                <a:spcPts val="0"/>
              </a:spcAft>
              <a:buSzPts val="1600"/>
              <a:buNone/>
              <a:defRPr sz="2133"/>
            </a:lvl6pPr>
            <a:lvl7pPr lvl="6" rtl="0">
              <a:lnSpc>
                <a:spcPct val="100000"/>
              </a:lnSpc>
              <a:spcBef>
                <a:spcPts val="0"/>
              </a:spcBef>
              <a:spcAft>
                <a:spcPts val="0"/>
              </a:spcAft>
              <a:buSzPts val="1600"/>
              <a:buNone/>
              <a:defRPr sz="2133"/>
            </a:lvl7pPr>
            <a:lvl8pPr lvl="7" rtl="0">
              <a:lnSpc>
                <a:spcPct val="100000"/>
              </a:lnSpc>
              <a:spcBef>
                <a:spcPts val="0"/>
              </a:spcBef>
              <a:spcAft>
                <a:spcPts val="0"/>
              </a:spcAft>
              <a:buSzPts val="1600"/>
              <a:buNone/>
              <a:defRPr sz="2133"/>
            </a:lvl8pPr>
            <a:lvl9pPr lvl="8" rtl="0">
              <a:lnSpc>
                <a:spcPct val="100000"/>
              </a:lnSpc>
              <a:spcBef>
                <a:spcPts val="0"/>
              </a:spcBef>
              <a:spcAft>
                <a:spcPts val="0"/>
              </a:spcAft>
              <a:buSzPts val="1600"/>
              <a:buNone/>
              <a:defRPr sz="2133"/>
            </a:lvl9pPr>
          </a:lstStyle>
          <a:p>
            <a:endParaRPr/>
          </a:p>
        </p:txBody>
      </p:sp>
      <p:sp>
        <p:nvSpPr>
          <p:cNvPr id="129" name="Google Shape;129;p30"/>
          <p:cNvSpPr txBox="1">
            <a:spLocks noGrp="1"/>
          </p:cNvSpPr>
          <p:nvPr>
            <p:ph type="title" idx="2"/>
          </p:nvPr>
        </p:nvSpPr>
        <p:spPr>
          <a:xfrm>
            <a:off x="7724633" y="4665484"/>
            <a:ext cx="3117200" cy="5280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4200"/>
              <a:buNone/>
              <a:defRPr sz="5600"/>
            </a:lvl2pPr>
            <a:lvl3pPr lvl="2" rtl="0">
              <a:spcBef>
                <a:spcPts val="0"/>
              </a:spcBef>
              <a:spcAft>
                <a:spcPts val="0"/>
              </a:spcAft>
              <a:buSzPts val="4200"/>
              <a:buNone/>
              <a:defRPr sz="5600"/>
            </a:lvl3pPr>
            <a:lvl4pPr lvl="3" rtl="0">
              <a:spcBef>
                <a:spcPts val="0"/>
              </a:spcBef>
              <a:spcAft>
                <a:spcPts val="0"/>
              </a:spcAft>
              <a:buSzPts val="4200"/>
              <a:buNone/>
              <a:defRPr sz="5600"/>
            </a:lvl4pPr>
            <a:lvl5pPr lvl="4" rtl="0">
              <a:spcBef>
                <a:spcPts val="0"/>
              </a:spcBef>
              <a:spcAft>
                <a:spcPts val="0"/>
              </a:spcAft>
              <a:buSzPts val="4200"/>
              <a:buNone/>
              <a:defRPr sz="5600"/>
            </a:lvl5pPr>
            <a:lvl6pPr lvl="5" rtl="0">
              <a:spcBef>
                <a:spcPts val="0"/>
              </a:spcBef>
              <a:spcAft>
                <a:spcPts val="0"/>
              </a:spcAft>
              <a:buSzPts val="4200"/>
              <a:buNone/>
              <a:defRPr sz="5600"/>
            </a:lvl6pPr>
            <a:lvl7pPr lvl="6" rtl="0">
              <a:spcBef>
                <a:spcPts val="0"/>
              </a:spcBef>
              <a:spcAft>
                <a:spcPts val="0"/>
              </a:spcAft>
              <a:buSzPts val="4200"/>
              <a:buNone/>
              <a:defRPr sz="5600"/>
            </a:lvl7pPr>
            <a:lvl8pPr lvl="7" rtl="0">
              <a:spcBef>
                <a:spcPts val="0"/>
              </a:spcBef>
              <a:spcAft>
                <a:spcPts val="0"/>
              </a:spcAft>
              <a:buSzPts val="4200"/>
              <a:buNone/>
              <a:defRPr sz="5600"/>
            </a:lvl8pPr>
            <a:lvl9pPr lvl="8" rtl="0">
              <a:spcBef>
                <a:spcPts val="0"/>
              </a:spcBef>
              <a:spcAft>
                <a:spcPts val="0"/>
              </a:spcAft>
              <a:buSzPts val="4200"/>
              <a:buNone/>
              <a:defRPr sz="5600"/>
            </a:lvl9pPr>
          </a:lstStyle>
          <a:p>
            <a:endParaRPr/>
          </a:p>
        </p:txBody>
      </p:sp>
      <p:sp>
        <p:nvSpPr>
          <p:cNvPr id="130" name="Google Shape;130;p30"/>
          <p:cNvSpPr txBox="1">
            <a:spLocks noGrp="1"/>
          </p:cNvSpPr>
          <p:nvPr>
            <p:ph type="subTitle" idx="3"/>
          </p:nvPr>
        </p:nvSpPr>
        <p:spPr>
          <a:xfrm>
            <a:off x="7724633" y="5109051"/>
            <a:ext cx="3117200" cy="82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2133"/>
            </a:lvl1pPr>
            <a:lvl2pPr lvl="1" rtl="0">
              <a:lnSpc>
                <a:spcPct val="100000"/>
              </a:lnSpc>
              <a:spcBef>
                <a:spcPts val="0"/>
              </a:spcBef>
              <a:spcAft>
                <a:spcPts val="0"/>
              </a:spcAft>
              <a:buSzPts val="1600"/>
              <a:buNone/>
              <a:defRPr sz="2133"/>
            </a:lvl2pPr>
            <a:lvl3pPr lvl="2" rtl="0">
              <a:lnSpc>
                <a:spcPct val="100000"/>
              </a:lnSpc>
              <a:spcBef>
                <a:spcPts val="0"/>
              </a:spcBef>
              <a:spcAft>
                <a:spcPts val="0"/>
              </a:spcAft>
              <a:buSzPts val="1600"/>
              <a:buNone/>
              <a:defRPr sz="2133"/>
            </a:lvl3pPr>
            <a:lvl4pPr lvl="3" rtl="0">
              <a:lnSpc>
                <a:spcPct val="100000"/>
              </a:lnSpc>
              <a:spcBef>
                <a:spcPts val="0"/>
              </a:spcBef>
              <a:spcAft>
                <a:spcPts val="0"/>
              </a:spcAft>
              <a:buSzPts val="1600"/>
              <a:buNone/>
              <a:defRPr sz="2133"/>
            </a:lvl4pPr>
            <a:lvl5pPr lvl="4" rtl="0">
              <a:lnSpc>
                <a:spcPct val="100000"/>
              </a:lnSpc>
              <a:spcBef>
                <a:spcPts val="0"/>
              </a:spcBef>
              <a:spcAft>
                <a:spcPts val="0"/>
              </a:spcAft>
              <a:buSzPts val="1600"/>
              <a:buNone/>
              <a:defRPr sz="2133"/>
            </a:lvl5pPr>
            <a:lvl6pPr lvl="5" rtl="0">
              <a:lnSpc>
                <a:spcPct val="100000"/>
              </a:lnSpc>
              <a:spcBef>
                <a:spcPts val="0"/>
              </a:spcBef>
              <a:spcAft>
                <a:spcPts val="0"/>
              </a:spcAft>
              <a:buSzPts val="1600"/>
              <a:buNone/>
              <a:defRPr sz="2133"/>
            </a:lvl6pPr>
            <a:lvl7pPr lvl="6" rtl="0">
              <a:lnSpc>
                <a:spcPct val="100000"/>
              </a:lnSpc>
              <a:spcBef>
                <a:spcPts val="0"/>
              </a:spcBef>
              <a:spcAft>
                <a:spcPts val="0"/>
              </a:spcAft>
              <a:buSzPts val="1600"/>
              <a:buNone/>
              <a:defRPr sz="2133"/>
            </a:lvl7pPr>
            <a:lvl8pPr lvl="7" rtl="0">
              <a:lnSpc>
                <a:spcPct val="100000"/>
              </a:lnSpc>
              <a:spcBef>
                <a:spcPts val="0"/>
              </a:spcBef>
              <a:spcAft>
                <a:spcPts val="0"/>
              </a:spcAft>
              <a:buSzPts val="1600"/>
              <a:buNone/>
              <a:defRPr sz="2133"/>
            </a:lvl8pPr>
            <a:lvl9pPr lvl="8" rtl="0">
              <a:lnSpc>
                <a:spcPct val="100000"/>
              </a:lnSpc>
              <a:spcBef>
                <a:spcPts val="0"/>
              </a:spcBef>
              <a:spcAft>
                <a:spcPts val="0"/>
              </a:spcAft>
              <a:buSzPts val="1600"/>
              <a:buNone/>
              <a:defRPr sz="2133"/>
            </a:lvl9pPr>
          </a:lstStyle>
          <a:p>
            <a:endParaRPr/>
          </a:p>
        </p:txBody>
      </p:sp>
      <p:sp>
        <p:nvSpPr>
          <p:cNvPr id="131" name="Google Shape;131;p30"/>
          <p:cNvSpPr txBox="1">
            <a:spLocks noGrp="1"/>
          </p:cNvSpPr>
          <p:nvPr>
            <p:ph type="title" idx="4"/>
          </p:nvPr>
        </p:nvSpPr>
        <p:spPr>
          <a:xfrm>
            <a:off x="1350167" y="2535951"/>
            <a:ext cx="3117200" cy="5280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800"/>
              <a:buNone/>
              <a:defRPr sz="2400"/>
            </a:lvl1pPr>
            <a:lvl2pPr lvl="1" algn="r" rtl="0">
              <a:spcBef>
                <a:spcPts val="0"/>
              </a:spcBef>
              <a:spcAft>
                <a:spcPts val="0"/>
              </a:spcAft>
              <a:buSzPts val="4200"/>
              <a:buNone/>
              <a:defRPr sz="5600"/>
            </a:lvl2pPr>
            <a:lvl3pPr lvl="2" algn="r" rtl="0">
              <a:spcBef>
                <a:spcPts val="0"/>
              </a:spcBef>
              <a:spcAft>
                <a:spcPts val="0"/>
              </a:spcAft>
              <a:buSzPts val="4200"/>
              <a:buNone/>
              <a:defRPr sz="5600"/>
            </a:lvl3pPr>
            <a:lvl4pPr lvl="3" algn="r" rtl="0">
              <a:spcBef>
                <a:spcPts val="0"/>
              </a:spcBef>
              <a:spcAft>
                <a:spcPts val="0"/>
              </a:spcAft>
              <a:buSzPts val="4200"/>
              <a:buNone/>
              <a:defRPr sz="5600"/>
            </a:lvl4pPr>
            <a:lvl5pPr lvl="4" algn="r" rtl="0">
              <a:spcBef>
                <a:spcPts val="0"/>
              </a:spcBef>
              <a:spcAft>
                <a:spcPts val="0"/>
              </a:spcAft>
              <a:buSzPts val="4200"/>
              <a:buNone/>
              <a:defRPr sz="5600"/>
            </a:lvl5pPr>
            <a:lvl6pPr lvl="5" algn="r" rtl="0">
              <a:spcBef>
                <a:spcPts val="0"/>
              </a:spcBef>
              <a:spcAft>
                <a:spcPts val="0"/>
              </a:spcAft>
              <a:buSzPts val="4200"/>
              <a:buNone/>
              <a:defRPr sz="5600"/>
            </a:lvl6pPr>
            <a:lvl7pPr lvl="6" algn="r" rtl="0">
              <a:spcBef>
                <a:spcPts val="0"/>
              </a:spcBef>
              <a:spcAft>
                <a:spcPts val="0"/>
              </a:spcAft>
              <a:buSzPts val="4200"/>
              <a:buNone/>
              <a:defRPr sz="5600"/>
            </a:lvl7pPr>
            <a:lvl8pPr lvl="7" algn="r" rtl="0">
              <a:spcBef>
                <a:spcPts val="0"/>
              </a:spcBef>
              <a:spcAft>
                <a:spcPts val="0"/>
              </a:spcAft>
              <a:buSzPts val="4200"/>
              <a:buNone/>
              <a:defRPr sz="5600"/>
            </a:lvl8pPr>
            <a:lvl9pPr lvl="8" algn="r" rtl="0">
              <a:spcBef>
                <a:spcPts val="0"/>
              </a:spcBef>
              <a:spcAft>
                <a:spcPts val="0"/>
              </a:spcAft>
              <a:buSzPts val="4200"/>
              <a:buNone/>
              <a:defRPr sz="5600"/>
            </a:lvl9pPr>
          </a:lstStyle>
          <a:p>
            <a:endParaRPr/>
          </a:p>
        </p:txBody>
      </p:sp>
      <p:sp>
        <p:nvSpPr>
          <p:cNvPr id="132" name="Google Shape;132;p30"/>
          <p:cNvSpPr txBox="1">
            <a:spLocks noGrp="1"/>
          </p:cNvSpPr>
          <p:nvPr>
            <p:ph type="subTitle" idx="5"/>
          </p:nvPr>
        </p:nvSpPr>
        <p:spPr>
          <a:xfrm>
            <a:off x="1350167" y="2979517"/>
            <a:ext cx="3117200" cy="824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600"/>
              <a:buNone/>
              <a:defRPr sz="2133"/>
            </a:lvl1pPr>
            <a:lvl2pPr lvl="1" algn="r" rtl="0">
              <a:lnSpc>
                <a:spcPct val="100000"/>
              </a:lnSpc>
              <a:spcBef>
                <a:spcPts val="0"/>
              </a:spcBef>
              <a:spcAft>
                <a:spcPts val="0"/>
              </a:spcAft>
              <a:buSzPts val="1600"/>
              <a:buNone/>
              <a:defRPr sz="2133"/>
            </a:lvl2pPr>
            <a:lvl3pPr lvl="2" algn="r" rtl="0">
              <a:lnSpc>
                <a:spcPct val="100000"/>
              </a:lnSpc>
              <a:spcBef>
                <a:spcPts val="0"/>
              </a:spcBef>
              <a:spcAft>
                <a:spcPts val="0"/>
              </a:spcAft>
              <a:buSzPts val="1600"/>
              <a:buNone/>
              <a:defRPr sz="2133"/>
            </a:lvl3pPr>
            <a:lvl4pPr lvl="3" algn="r" rtl="0">
              <a:lnSpc>
                <a:spcPct val="100000"/>
              </a:lnSpc>
              <a:spcBef>
                <a:spcPts val="0"/>
              </a:spcBef>
              <a:spcAft>
                <a:spcPts val="0"/>
              </a:spcAft>
              <a:buSzPts val="1600"/>
              <a:buNone/>
              <a:defRPr sz="2133"/>
            </a:lvl4pPr>
            <a:lvl5pPr lvl="4" algn="r" rtl="0">
              <a:lnSpc>
                <a:spcPct val="100000"/>
              </a:lnSpc>
              <a:spcBef>
                <a:spcPts val="0"/>
              </a:spcBef>
              <a:spcAft>
                <a:spcPts val="0"/>
              </a:spcAft>
              <a:buSzPts val="1600"/>
              <a:buNone/>
              <a:defRPr sz="2133"/>
            </a:lvl5pPr>
            <a:lvl6pPr lvl="5" algn="r" rtl="0">
              <a:lnSpc>
                <a:spcPct val="100000"/>
              </a:lnSpc>
              <a:spcBef>
                <a:spcPts val="0"/>
              </a:spcBef>
              <a:spcAft>
                <a:spcPts val="0"/>
              </a:spcAft>
              <a:buSzPts val="1600"/>
              <a:buNone/>
              <a:defRPr sz="2133"/>
            </a:lvl6pPr>
            <a:lvl7pPr lvl="6" algn="r" rtl="0">
              <a:lnSpc>
                <a:spcPct val="100000"/>
              </a:lnSpc>
              <a:spcBef>
                <a:spcPts val="0"/>
              </a:spcBef>
              <a:spcAft>
                <a:spcPts val="0"/>
              </a:spcAft>
              <a:buSzPts val="1600"/>
              <a:buNone/>
              <a:defRPr sz="2133"/>
            </a:lvl7pPr>
            <a:lvl8pPr lvl="7" algn="r" rtl="0">
              <a:lnSpc>
                <a:spcPct val="100000"/>
              </a:lnSpc>
              <a:spcBef>
                <a:spcPts val="0"/>
              </a:spcBef>
              <a:spcAft>
                <a:spcPts val="0"/>
              </a:spcAft>
              <a:buSzPts val="1600"/>
              <a:buNone/>
              <a:defRPr sz="2133"/>
            </a:lvl8pPr>
            <a:lvl9pPr lvl="8" algn="r" rtl="0">
              <a:lnSpc>
                <a:spcPct val="100000"/>
              </a:lnSpc>
              <a:spcBef>
                <a:spcPts val="0"/>
              </a:spcBef>
              <a:spcAft>
                <a:spcPts val="0"/>
              </a:spcAft>
              <a:buSzPts val="1600"/>
              <a:buNone/>
              <a:defRPr sz="2133"/>
            </a:lvl9pPr>
          </a:lstStyle>
          <a:p>
            <a:endParaRPr/>
          </a:p>
        </p:txBody>
      </p:sp>
      <p:sp>
        <p:nvSpPr>
          <p:cNvPr id="133" name="Google Shape;133;p30"/>
          <p:cNvSpPr txBox="1">
            <a:spLocks noGrp="1"/>
          </p:cNvSpPr>
          <p:nvPr>
            <p:ph type="title" idx="6"/>
          </p:nvPr>
        </p:nvSpPr>
        <p:spPr>
          <a:xfrm>
            <a:off x="1350167" y="4665484"/>
            <a:ext cx="3117200" cy="5280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800"/>
              <a:buNone/>
              <a:defRPr sz="2400"/>
            </a:lvl1pPr>
            <a:lvl2pPr lvl="1" algn="r" rtl="0">
              <a:spcBef>
                <a:spcPts val="0"/>
              </a:spcBef>
              <a:spcAft>
                <a:spcPts val="0"/>
              </a:spcAft>
              <a:buSzPts val="4200"/>
              <a:buNone/>
              <a:defRPr sz="5600"/>
            </a:lvl2pPr>
            <a:lvl3pPr lvl="2" algn="r" rtl="0">
              <a:spcBef>
                <a:spcPts val="0"/>
              </a:spcBef>
              <a:spcAft>
                <a:spcPts val="0"/>
              </a:spcAft>
              <a:buSzPts val="4200"/>
              <a:buNone/>
              <a:defRPr sz="5600"/>
            </a:lvl3pPr>
            <a:lvl4pPr lvl="3" algn="r" rtl="0">
              <a:spcBef>
                <a:spcPts val="0"/>
              </a:spcBef>
              <a:spcAft>
                <a:spcPts val="0"/>
              </a:spcAft>
              <a:buSzPts val="4200"/>
              <a:buNone/>
              <a:defRPr sz="5600"/>
            </a:lvl4pPr>
            <a:lvl5pPr lvl="4" algn="r" rtl="0">
              <a:spcBef>
                <a:spcPts val="0"/>
              </a:spcBef>
              <a:spcAft>
                <a:spcPts val="0"/>
              </a:spcAft>
              <a:buSzPts val="4200"/>
              <a:buNone/>
              <a:defRPr sz="5600"/>
            </a:lvl5pPr>
            <a:lvl6pPr lvl="5" algn="r" rtl="0">
              <a:spcBef>
                <a:spcPts val="0"/>
              </a:spcBef>
              <a:spcAft>
                <a:spcPts val="0"/>
              </a:spcAft>
              <a:buSzPts val="4200"/>
              <a:buNone/>
              <a:defRPr sz="5600"/>
            </a:lvl6pPr>
            <a:lvl7pPr lvl="6" algn="r" rtl="0">
              <a:spcBef>
                <a:spcPts val="0"/>
              </a:spcBef>
              <a:spcAft>
                <a:spcPts val="0"/>
              </a:spcAft>
              <a:buSzPts val="4200"/>
              <a:buNone/>
              <a:defRPr sz="5600"/>
            </a:lvl7pPr>
            <a:lvl8pPr lvl="7" algn="r" rtl="0">
              <a:spcBef>
                <a:spcPts val="0"/>
              </a:spcBef>
              <a:spcAft>
                <a:spcPts val="0"/>
              </a:spcAft>
              <a:buSzPts val="4200"/>
              <a:buNone/>
              <a:defRPr sz="5600"/>
            </a:lvl8pPr>
            <a:lvl9pPr lvl="8" algn="r" rtl="0">
              <a:spcBef>
                <a:spcPts val="0"/>
              </a:spcBef>
              <a:spcAft>
                <a:spcPts val="0"/>
              </a:spcAft>
              <a:buSzPts val="4200"/>
              <a:buNone/>
              <a:defRPr sz="5600"/>
            </a:lvl9pPr>
          </a:lstStyle>
          <a:p>
            <a:endParaRPr/>
          </a:p>
        </p:txBody>
      </p:sp>
      <p:sp>
        <p:nvSpPr>
          <p:cNvPr id="134" name="Google Shape;134;p30"/>
          <p:cNvSpPr txBox="1">
            <a:spLocks noGrp="1"/>
          </p:cNvSpPr>
          <p:nvPr>
            <p:ph type="subTitle" idx="7"/>
          </p:nvPr>
        </p:nvSpPr>
        <p:spPr>
          <a:xfrm>
            <a:off x="1350167" y="5109051"/>
            <a:ext cx="3117200" cy="824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600"/>
              <a:buNone/>
              <a:defRPr sz="2133"/>
            </a:lvl1pPr>
            <a:lvl2pPr lvl="1" algn="r" rtl="0">
              <a:lnSpc>
                <a:spcPct val="100000"/>
              </a:lnSpc>
              <a:spcBef>
                <a:spcPts val="0"/>
              </a:spcBef>
              <a:spcAft>
                <a:spcPts val="0"/>
              </a:spcAft>
              <a:buSzPts val="1600"/>
              <a:buNone/>
              <a:defRPr sz="2133"/>
            </a:lvl2pPr>
            <a:lvl3pPr lvl="2" algn="r" rtl="0">
              <a:lnSpc>
                <a:spcPct val="100000"/>
              </a:lnSpc>
              <a:spcBef>
                <a:spcPts val="0"/>
              </a:spcBef>
              <a:spcAft>
                <a:spcPts val="0"/>
              </a:spcAft>
              <a:buSzPts val="1600"/>
              <a:buNone/>
              <a:defRPr sz="2133"/>
            </a:lvl3pPr>
            <a:lvl4pPr lvl="3" algn="r" rtl="0">
              <a:lnSpc>
                <a:spcPct val="100000"/>
              </a:lnSpc>
              <a:spcBef>
                <a:spcPts val="0"/>
              </a:spcBef>
              <a:spcAft>
                <a:spcPts val="0"/>
              </a:spcAft>
              <a:buSzPts val="1600"/>
              <a:buNone/>
              <a:defRPr sz="2133"/>
            </a:lvl4pPr>
            <a:lvl5pPr lvl="4" algn="r" rtl="0">
              <a:lnSpc>
                <a:spcPct val="100000"/>
              </a:lnSpc>
              <a:spcBef>
                <a:spcPts val="0"/>
              </a:spcBef>
              <a:spcAft>
                <a:spcPts val="0"/>
              </a:spcAft>
              <a:buSzPts val="1600"/>
              <a:buNone/>
              <a:defRPr sz="2133"/>
            </a:lvl5pPr>
            <a:lvl6pPr lvl="5" algn="r" rtl="0">
              <a:lnSpc>
                <a:spcPct val="100000"/>
              </a:lnSpc>
              <a:spcBef>
                <a:spcPts val="0"/>
              </a:spcBef>
              <a:spcAft>
                <a:spcPts val="0"/>
              </a:spcAft>
              <a:buSzPts val="1600"/>
              <a:buNone/>
              <a:defRPr sz="2133"/>
            </a:lvl6pPr>
            <a:lvl7pPr lvl="6" algn="r" rtl="0">
              <a:lnSpc>
                <a:spcPct val="100000"/>
              </a:lnSpc>
              <a:spcBef>
                <a:spcPts val="0"/>
              </a:spcBef>
              <a:spcAft>
                <a:spcPts val="0"/>
              </a:spcAft>
              <a:buSzPts val="1600"/>
              <a:buNone/>
              <a:defRPr sz="2133"/>
            </a:lvl7pPr>
            <a:lvl8pPr lvl="7" algn="r" rtl="0">
              <a:lnSpc>
                <a:spcPct val="100000"/>
              </a:lnSpc>
              <a:spcBef>
                <a:spcPts val="0"/>
              </a:spcBef>
              <a:spcAft>
                <a:spcPts val="0"/>
              </a:spcAft>
              <a:buSzPts val="1600"/>
              <a:buNone/>
              <a:defRPr sz="2133"/>
            </a:lvl8pPr>
            <a:lvl9pPr lvl="8" algn="r" rtl="0">
              <a:lnSpc>
                <a:spcPct val="100000"/>
              </a:lnSpc>
              <a:spcBef>
                <a:spcPts val="0"/>
              </a:spcBef>
              <a:spcAft>
                <a:spcPts val="0"/>
              </a:spcAft>
              <a:buSzPts val="1600"/>
              <a:buNone/>
              <a:defRPr sz="2133"/>
            </a:lvl9pPr>
          </a:lstStyle>
          <a:p>
            <a:endParaRPr/>
          </a:p>
        </p:txBody>
      </p:sp>
      <p:sp>
        <p:nvSpPr>
          <p:cNvPr id="135" name="Google Shape;135;p30"/>
          <p:cNvSpPr txBox="1">
            <a:spLocks noGrp="1"/>
          </p:cNvSpPr>
          <p:nvPr>
            <p:ph type="title" idx="8"/>
          </p:nvPr>
        </p:nvSpPr>
        <p:spPr>
          <a:xfrm>
            <a:off x="3411600" y="598467"/>
            <a:ext cx="5368800" cy="1077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000"/>
              <a:buNone/>
              <a:defRPr sz="4000">
                <a:solidFill>
                  <a:schemeClr val="lt1"/>
                </a:solidFill>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extLst>
      <p:ext uri="{BB962C8B-B14F-4D97-AF65-F5344CB8AC3E}">
        <p14:creationId xmlns:p14="http://schemas.microsoft.com/office/powerpoint/2010/main" val="229935367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and four columns 3">
  <p:cSld name="Title and four columns 3">
    <p:spTree>
      <p:nvGrpSpPr>
        <p:cNvPr id="1" name="Shape 136"/>
        <p:cNvGrpSpPr/>
        <p:nvPr/>
      </p:nvGrpSpPr>
      <p:grpSpPr>
        <a:xfrm>
          <a:off x="0" y="0"/>
          <a:ext cx="0" cy="0"/>
          <a:chOff x="0" y="0"/>
          <a:chExt cx="0" cy="0"/>
        </a:xfrm>
      </p:grpSpPr>
      <p:sp>
        <p:nvSpPr>
          <p:cNvPr id="137" name="Google Shape;137;p31"/>
          <p:cNvSpPr txBox="1">
            <a:spLocks noGrp="1"/>
          </p:cNvSpPr>
          <p:nvPr>
            <p:ph type="title"/>
          </p:nvPr>
        </p:nvSpPr>
        <p:spPr>
          <a:xfrm>
            <a:off x="7013433" y="2332751"/>
            <a:ext cx="3117200" cy="528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138" name="Google Shape;138;p31"/>
          <p:cNvSpPr txBox="1">
            <a:spLocks noGrp="1"/>
          </p:cNvSpPr>
          <p:nvPr>
            <p:ph type="subTitle" idx="1"/>
          </p:nvPr>
        </p:nvSpPr>
        <p:spPr>
          <a:xfrm>
            <a:off x="7013433" y="2776317"/>
            <a:ext cx="3117200" cy="82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
        <p:nvSpPr>
          <p:cNvPr id="139" name="Google Shape;139;p31"/>
          <p:cNvSpPr txBox="1">
            <a:spLocks noGrp="1"/>
          </p:cNvSpPr>
          <p:nvPr>
            <p:ph type="title" idx="2"/>
          </p:nvPr>
        </p:nvSpPr>
        <p:spPr>
          <a:xfrm>
            <a:off x="7013433" y="5071884"/>
            <a:ext cx="3117200" cy="528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140" name="Google Shape;140;p31"/>
          <p:cNvSpPr txBox="1">
            <a:spLocks noGrp="1"/>
          </p:cNvSpPr>
          <p:nvPr>
            <p:ph type="subTitle" idx="3"/>
          </p:nvPr>
        </p:nvSpPr>
        <p:spPr>
          <a:xfrm>
            <a:off x="7013433" y="5515451"/>
            <a:ext cx="3117200" cy="82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
        <p:nvSpPr>
          <p:cNvPr id="141" name="Google Shape;141;p31"/>
          <p:cNvSpPr txBox="1">
            <a:spLocks noGrp="1"/>
          </p:cNvSpPr>
          <p:nvPr>
            <p:ph type="title" idx="4"/>
          </p:nvPr>
        </p:nvSpPr>
        <p:spPr>
          <a:xfrm>
            <a:off x="2061367" y="2332751"/>
            <a:ext cx="3117200" cy="528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142" name="Google Shape;142;p31"/>
          <p:cNvSpPr txBox="1">
            <a:spLocks noGrp="1"/>
          </p:cNvSpPr>
          <p:nvPr>
            <p:ph type="subTitle" idx="5"/>
          </p:nvPr>
        </p:nvSpPr>
        <p:spPr>
          <a:xfrm>
            <a:off x="2061367" y="2776317"/>
            <a:ext cx="3117200" cy="82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
        <p:nvSpPr>
          <p:cNvPr id="143" name="Google Shape;143;p31"/>
          <p:cNvSpPr txBox="1">
            <a:spLocks noGrp="1"/>
          </p:cNvSpPr>
          <p:nvPr>
            <p:ph type="title" idx="6"/>
          </p:nvPr>
        </p:nvSpPr>
        <p:spPr>
          <a:xfrm>
            <a:off x="2061367" y="5071884"/>
            <a:ext cx="3117200" cy="528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144" name="Google Shape;144;p31"/>
          <p:cNvSpPr txBox="1">
            <a:spLocks noGrp="1"/>
          </p:cNvSpPr>
          <p:nvPr>
            <p:ph type="subTitle" idx="7"/>
          </p:nvPr>
        </p:nvSpPr>
        <p:spPr>
          <a:xfrm>
            <a:off x="2061367" y="5515451"/>
            <a:ext cx="3117200" cy="82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
        <p:nvSpPr>
          <p:cNvPr id="145" name="Google Shape;145;p31"/>
          <p:cNvSpPr txBox="1">
            <a:spLocks noGrp="1"/>
          </p:cNvSpPr>
          <p:nvPr>
            <p:ph type="title" idx="8"/>
          </p:nvPr>
        </p:nvSpPr>
        <p:spPr>
          <a:xfrm>
            <a:off x="3411600" y="598467"/>
            <a:ext cx="5368800" cy="1077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000"/>
              <a:buNone/>
              <a:defRPr sz="4000">
                <a:solidFill>
                  <a:schemeClr val="lt1"/>
                </a:solidFill>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extLst>
      <p:ext uri="{BB962C8B-B14F-4D97-AF65-F5344CB8AC3E}">
        <p14:creationId xmlns:p14="http://schemas.microsoft.com/office/powerpoint/2010/main" val="394832113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Big number 1">
  <p:cSld name="Big number 1">
    <p:spTree>
      <p:nvGrpSpPr>
        <p:cNvPr id="1" name="Shape 146"/>
        <p:cNvGrpSpPr/>
        <p:nvPr/>
      </p:nvGrpSpPr>
      <p:grpSpPr>
        <a:xfrm>
          <a:off x="0" y="0"/>
          <a:ext cx="0" cy="0"/>
          <a:chOff x="0" y="0"/>
          <a:chExt cx="0" cy="0"/>
        </a:xfrm>
      </p:grpSpPr>
      <p:sp>
        <p:nvSpPr>
          <p:cNvPr id="147" name="Google Shape;147;p32"/>
          <p:cNvSpPr txBox="1">
            <a:spLocks noGrp="1"/>
          </p:cNvSpPr>
          <p:nvPr>
            <p:ph type="title" hasCustomPrompt="1"/>
          </p:nvPr>
        </p:nvSpPr>
        <p:spPr>
          <a:xfrm>
            <a:off x="3701433" y="2406884"/>
            <a:ext cx="5554800" cy="1580400"/>
          </a:xfrm>
          <a:prstGeom prst="rect">
            <a:avLst/>
          </a:prstGeom>
        </p:spPr>
        <p:txBody>
          <a:bodyPr spcFirstLastPara="1" wrap="square" lIns="91425" tIns="91425" rIns="91425" bIns="91425" anchor="b" anchorCtr="0">
            <a:noAutofit/>
          </a:bodyPr>
          <a:lstStyle>
            <a:lvl1pPr lvl="0" algn="r" rtl="0">
              <a:spcBef>
                <a:spcPts val="0"/>
              </a:spcBef>
              <a:spcAft>
                <a:spcPts val="0"/>
              </a:spcAft>
              <a:buSzPts val="7200"/>
              <a:buNone/>
              <a:defRPr sz="9600"/>
            </a:lvl1pPr>
            <a:lvl2pPr lvl="1" algn="r" rtl="0">
              <a:spcBef>
                <a:spcPts val="0"/>
              </a:spcBef>
              <a:spcAft>
                <a:spcPts val="0"/>
              </a:spcAft>
              <a:buSzPts val="7200"/>
              <a:buNone/>
              <a:defRPr sz="9600"/>
            </a:lvl2pPr>
            <a:lvl3pPr lvl="2" algn="r" rtl="0">
              <a:spcBef>
                <a:spcPts val="0"/>
              </a:spcBef>
              <a:spcAft>
                <a:spcPts val="0"/>
              </a:spcAft>
              <a:buSzPts val="7200"/>
              <a:buNone/>
              <a:defRPr sz="9600"/>
            </a:lvl3pPr>
            <a:lvl4pPr lvl="3" algn="r" rtl="0">
              <a:spcBef>
                <a:spcPts val="0"/>
              </a:spcBef>
              <a:spcAft>
                <a:spcPts val="0"/>
              </a:spcAft>
              <a:buSzPts val="7200"/>
              <a:buNone/>
              <a:defRPr sz="9600"/>
            </a:lvl4pPr>
            <a:lvl5pPr lvl="4" algn="r" rtl="0">
              <a:spcBef>
                <a:spcPts val="0"/>
              </a:spcBef>
              <a:spcAft>
                <a:spcPts val="0"/>
              </a:spcAft>
              <a:buSzPts val="7200"/>
              <a:buNone/>
              <a:defRPr sz="9600"/>
            </a:lvl5pPr>
            <a:lvl6pPr lvl="5" algn="r" rtl="0">
              <a:spcBef>
                <a:spcPts val="0"/>
              </a:spcBef>
              <a:spcAft>
                <a:spcPts val="0"/>
              </a:spcAft>
              <a:buSzPts val="7200"/>
              <a:buNone/>
              <a:defRPr sz="9600"/>
            </a:lvl6pPr>
            <a:lvl7pPr lvl="6" algn="r" rtl="0">
              <a:spcBef>
                <a:spcPts val="0"/>
              </a:spcBef>
              <a:spcAft>
                <a:spcPts val="0"/>
              </a:spcAft>
              <a:buSzPts val="7200"/>
              <a:buNone/>
              <a:defRPr sz="9600"/>
            </a:lvl7pPr>
            <a:lvl8pPr lvl="7" algn="r" rtl="0">
              <a:spcBef>
                <a:spcPts val="0"/>
              </a:spcBef>
              <a:spcAft>
                <a:spcPts val="0"/>
              </a:spcAft>
              <a:buSzPts val="7200"/>
              <a:buNone/>
              <a:defRPr sz="9600"/>
            </a:lvl8pPr>
            <a:lvl9pPr lvl="8" algn="r" rtl="0">
              <a:spcBef>
                <a:spcPts val="0"/>
              </a:spcBef>
              <a:spcAft>
                <a:spcPts val="0"/>
              </a:spcAft>
              <a:buSzPts val="7200"/>
              <a:buNone/>
              <a:defRPr sz="9600"/>
            </a:lvl9pPr>
          </a:lstStyle>
          <a:p>
            <a:r>
              <a:t>xx%</a:t>
            </a:r>
          </a:p>
        </p:txBody>
      </p:sp>
      <p:sp>
        <p:nvSpPr>
          <p:cNvPr id="148" name="Google Shape;148;p32"/>
          <p:cNvSpPr txBox="1">
            <a:spLocks noGrp="1"/>
          </p:cNvSpPr>
          <p:nvPr>
            <p:ph type="body" idx="1"/>
          </p:nvPr>
        </p:nvSpPr>
        <p:spPr>
          <a:xfrm>
            <a:off x="5086633" y="3871667"/>
            <a:ext cx="4169600" cy="952400"/>
          </a:xfrm>
          <a:prstGeom prst="rect">
            <a:avLst/>
          </a:prstGeom>
        </p:spPr>
        <p:txBody>
          <a:bodyPr spcFirstLastPara="1" wrap="square" lIns="91425" tIns="91425" rIns="91425" bIns="91425" anchor="t" anchorCtr="0">
            <a:noAutofit/>
          </a:bodyPr>
          <a:lstStyle>
            <a:lvl1pPr marL="609585" lvl="0" indent="-440256" algn="r" rtl="0">
              <a:spcBef>
                <a:spcPts val="0"/>
              </a:spcBef>
              <a:spcAft>
                <a:spcPts val="0"/>
              </a:spcAft>
              <a:buSzPts val="1600"/>
              <a:buChar char="●"/>
              <a:defRPr sz="2133"/>
            </a:lvl1pPr>
            <a:lvl2pPr marL="1219170" lvl="1" indent="-440256" algn="r" rtl="0">
              <a:spcBef>
                <a:spcPts val="2133"/>
              </a:spcBef>
              <a:spcAft>
                <a:spcPts val="0"/>
              </a:spcAft>
              <a:buSzPts val="1600"/>
              <a:buChar char="○"/>
              <a:defRPr sz="2133"/>
            </a:lvl2pPr>
            <a:lvl3pPr marL="1828754" lvl="2" indent="-440256" algn="r" rtl="0">
              <a:spcBef>
                <a:spcPts val="2133"/>
              </a:spcBef>
              <a:spcAft>
                <a:spcPts val="0"/>
              </a:spcAft>
              <a:buSzPts val="1600"/>
              <a:buChar char="■"/>
              <a:defRPr sz="2133"/>
            </a:lvl3pPr>
            <a:lvl4pPr marL="2438339" lvl="3" indent="-440256" algn="r" rtl="0">
              <a:spcBef>
                <a:spcPts val="2133"/>
              </a:spcBef>
              <a:spcAft>
                <a:spcPts val="0"/>
              </a:spcAft>
              <a:buSzPts val="1600"/>
              <a:buChar char="●"/>
              <a:defRPr sz="2133"/>
            </a:lvl4pPr>
            <a:lvl5pPr marL="3047924" lvl="4" indent="-440256" algn="r" rtl="0">
              <a:spcBef>
                <a:spcPts val="2133"/>
              </a:spcBef>
              <a:spcAft>
                <a:spcPts val="0"/>
              </a:spcAft>
              <a:buSzPts val="1600"/>
              <a:buChar char="○"/>
              <a:defRPr sz="2133"/>
            </a:lvl5pPr>
            <a:lvl6pPr marL="3657509" lvl="5" indent="-440256" algn="r" rtl="0">
              <a:spcBef>
                <a:spcPts val="2133"/>
              </a:spcBef>
              <a:spcAft>
                <a:spcPts val="0"/>
              </a:spcAft>
              <a:buSzPts val="1600"/>
              <a:buChar char="■"/>
              <a:defRPr sz="2133"/>
            </a:lvl6pPr>
            <a:lvl7pPr marL="4267093" lvl="6" indent="-440256" algn="r" rtl="0">
              <a:spcBef>
                <a:spcPts val="2133"/>
              </a:spcBef>
              <a:spcAft>
                <a:spcPts val="0"/>
              </a:spcAft>
              <a:buSzPts val="1600"/>
              <a:buChar char="●"/>
              <a:defRPr sz="2133"/>
            </a:lvl7pPr>
            <a:lvl8pPr marL="4876678" lvl="7" indent="-440256" algn="r" rtl="0">
              <a:spcBef>
                <a:spcPts val="2133"/>
              </a:spcBef>
              <a:spcAft>
                <a:spcPts val="0"/>
              </a:spcAft>
              <a:buSzPts val="1600"/>
              <a:buChar char="○"/>
              <a:defRPr sz="2133"/>
            </a:lvl8pPr>
            <a:lvl9pPr marL="5486263" lvl="8" indent="-440256" algn="r" rtl="0">
              <a:spcBef>
                <a:spcPts val="2133"/>
              </a:spcBef>
              <a:spcAft>
                <a:spcPts val="2133"/>
              </a:spcAft>
              <a:buSzPts val="1600"/>
              <a:buChar char="■"/>
              <a:defRPr sz="2133"/>
            </a:lvl9pPr>
          </a:lstStyle>
          <a:p>
            <a:endParaRPr/>
          </a:p>
        </p:txBody>
      </p:sp>
    </p:spTree>
    <p:extLst>
      <p:ext uri="{BB962C8B-B14F-4D97-AF65-F5344CB8AC3E}">
        <p14:creationId xmlns:p14="http://schemas.microsoft.com/office/powerpoint/2010/main" val="398648167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49"/>
        <p:cNvGrpSpPr/>
        <p:nvPr/>
      </p:nvGrpSpPr>
      <p:grpSpPr>
        <a:xfrm>
          <a:off x="0" y="0"/>
          <a:ext cx="0" cy="0"/>
          <a:chOff x="0" y="0"/>
          <a:chExt cx="0" cy="0"/>
        </a:xfrm>
      </p:grpSpPr>
      <p:cxnSp>
        <p:nvCxnSpPr>
          <p:cNvPr id="150" name="Google Shape;150;p33"/>
          <p:cNvCxnSpPr/>
          <p:nvPr/>
        </p:nvCxnSpPr>
        <p:spPr>
          <a:xfrm rot="10800000">
            <a:off x="-292967" y="3549233"/>
            <a:ext cx="12649200" cy="0"/>
          </a:xfrm>
          <a:prstGeom prst="straightConnector1">
            <a:avLst/>
          </a:prstGeom>
          <a:noFill/>
          <a:ln w="19050" cap="flat" cmpd="sng">
            <a:solidFill>
              <a:schemeClr val="accent1"/>
            </a:solidFill>
            <a:prstDash val="solid"/>
            <a:round/>
            <a:headEnd type="none" w="med" len="med"/>
            <a:tailEnd type="none" w="med" len="med"/>
          </a:ln>
        </p:spPr>
      </p:cxnSp>
      <p:sp>
        <p:nvSpPr>
          <p:cNvPr id="151" name="Google Shape;151;p33"/>
          <p:cNvSpPr/>
          <p:nvPr/>
        </p:nvSpPr>
        <p:spPr>
          <a:xfrm>
            <a:off x="1663400" y="2192833"/>
            <a:ext cx="8865200" cy="43692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2" name="Google Shape;152;p33"/>
          <p:cNvSpPr txBox="1">
            <a:spLocks noGrp="1"/>
          </p:cNvSpPr>
          <p:nvPr>
            <p:ph type="title"/>
          </p:nvPr>
        </p:nvSpPr>
        <p:spPr>
          <a:xfrm>
            <a:off x="3361200" y="598467"/>
            <a:ext cx="5469600" cy="107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40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extLst>
      <p:ext uri="{BB962C8B-B14F-4D97-AF65-F5344CB8AC3E}">
        <p14:creationId xmlns:p14="http://schemas.microsoft.com/office/powerpoint/2010/main" val="3940971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Section header 4">
  <p:cSld name="Section header 4">
    <p:spTree>
      <p:nvGrpSpPr>
        <p:cNvPr id="1" name="Shape 153"/>
        <p:cNvGrpSpPr/>
        <p:nvPr/>
      </p:nvGrpSpPr>
      <p:grpSpPr>
        <a:xfrm>
          <a:off x="0" y="0"/>
          <a:ext cx="0" cy="0"/>
          <a:chOff x="0" y="0"/>
          <a:chExt cx="0" cy="0"/>
        </a:xfrm>
      </p:grpSpPr>
      <p:sp>
        <p:nvSpPr>
          <p:cNvPr id="154" name="Google Shape;154;p34"/>
          <p:cNvSpPr txBox="1">
            <a:spLocks noGrp="1"/>
          </p:cNvSpPr>
          <p:nvPr>
            <p:ph type="title"/>
          </p:nvPr>
        </p:nvSpPr>
        <p:spPr>
          <a:xfrm flipH="1">
            <a:off x="1781200" y="2574133"/>
            <a:ext cx="4491600" cy="2209600"/>
          </a:xfrm>
          <a:prstGeom prst="rect">
            <a:avLst/>
          </a:prstGeom>
        </p:spPr>
        <p:txBody>
          <a:bodyPr spcFirstLastPara="1" wrap="square" lIns="91425" tIns="91425" rIns="91425" bIns="91425" anchor="ctr" anchorCtr="0">
            <a:noAutofit/>
          </a:bodyPr>
          <a:lstStyle>
            <a:lvl1pPr lvl="0" rtl="0">
              <a:spcBef>
                <a:spcPts val="0"/>
              </a:spcBef>
              <a:spcAft>
                <a:spcPts val="0"/>
              </a:spcAft>
              <a:buSzPts val="5300"/>
              <a:buNone/>
              <a:defRPr sz="7066"/>
            </a:lvl1pPr>
            <a:lvl2pPr lvl="1" algn="ctr" rtl="0">
              <a:spcBef>
                <a:spcPts val="0"/>
              </a:spcBef>
              <a:spcAft>
                <a:spcPts val="0"/>
              </a:spcAft>
              <a:buSzPts val="4000"/>
              <a:buNone/>
              <a:defRPr sz="5333"/>
            </a:lvl2pPr>
            <a:lvl3pPr lvl="2" algn="ctr" rtl="0">
              <a:spcBef>
                <a:spcPts val="0"/>
              </a:spcBef>
              <a:spcAft>
                <a:spcPts val="0"/>
              </a:spcAft>
              <a:buSzPts val="4000"/>
              <a:buNone/>
              <a:defRPr sz="5333"/>
            </a:lvl3pPr>
            <a:lvl4pPr lvl="3" algn="ctr" rtl="0">
              <a:spcBef>
                <a:spcPts val="0"/>
              </a:spcBef>
              <a:spcAft>
                <a:spcPts val="0"/>
              </a:spcAft>
              <a:buSzPts val="4000"/>
              <a:buNone/>
              <a:defRPr sz="5333"/>
            </a:lvl4pPr>
            <a:lvl5pPr lvl="4" algn="ctr" rtl="0">
              <a:spcBef>
                <a:spcPts val="0"/>
              </a:spcBef>
              <a:spcAft>
                <a:spcPts val="0"/>
              </a:spcAft>
              <a:buSzPts val="4000"/>
              <a:buNone/>
              <a:defRPr sz="5333"/>
            </a:lvl5pPr>
            <a:lvl6pPr lvl="5" algn="ctr" rtl="0">
              <a:spcBef>
                <a:spcPts val="0"/>
              </a:spcBef>
              <a:spcAft>
                <a:spcPts val="0"/>
              </a:spcAft>
              <a:buSzPts val="4000"/>
              <a:buNone/>
              <a:defRPr sz="5333"/>
            </a:lvl6pPr>
            <a:lvl7pPr lvl="6" algn="ctr" rtl="0">
              <a:spcBef>
                <a:spcPts val="0"/>
              </a:spcBef>
              <a:spcAft>
                <a:spcPts val="0"/>
              </a:spcAft>
              <a:buSzPts val="4000"/>
              <a:buNone/>
              <a:defRPr sz="5333"/>
            </a:lvl7pPr>
            <a:lvl8pPr lvl="7" algn="ctr" rtl="0">
              <a:spcBef>
                <a:spcPts val="0"/>
              </a:spcBef>
              <a:spcAft>
                <a:spcPts val="0"/>
              </a:spcAft>
              <a:buSzPts val="4000"/>
              <a:buNone/>
              <a:defRPr sz="5333"/>
            </a:lvl8pPr>
            <a:lvl9pPr lvl="8" algn="ctr" rtl="0">
              <a:spcBef>
                <a:spcPts val="0"/>
              </a:spcBef>
              <a:spcAft>
                <a:spcPts val="0"/>
              </a:spcAft>
              <a:buSzPts val="4000"/>
              <a:buNone/>
              <a:defRPr sz="5333"/>
            </a:lvl9pPr>
          </a:lstStyle>
          <a:p>
            <a:endParaRPr/>
          </a:p>
        </p:txBody>
      </p:sp>
      <p:sp>
        <p:nvSpPr>
          <p:cNvPr id="155" name="Google Shape;155;p34"/>
          <p:cNvSpPr txBox="1">
            <a:spLocks noGrp="1"/>
          </p:cNvSpPr>
          <p:nvPr>
            <p:ph type="title" idx="2" hasCustomPrompt="1"/>
          </p:nvPr>
        </p:nvSpPr>
        <p:spPr>
          <a:xfrm flipH="1">
            <a:off x="6805333" y="2120000"/>
            <a:ext cx="4194400" cy="2618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0400"/>
              <a:buNone/>
              <a:defRPr sz="13866"/>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Tree>
    <p:extLst>
      <p:ext uri="{BB962C8B-B14F-4D97-AF65-F5344CB8AC3E}">
        <p14:creationId xmlns:p14="http://schemas.microsoft.com/office/powerpoint/2010/main" val="426227727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56"/>
        <p:cNvGrpSpPr/>
        <p:nvPr/>
      </p:nvGrpSpPr>
      <p:grpSpPr>
        <a:xfrm>
          <a:off x="0" y="0"/>
          <a:ext cx="0" cy="0"/>
          <a:chOff x="0" y="0"/>
          <a:chExt cx="0" cy="0"/>
        </a:xfrm>
      </p:grpSpPr>
      <p:cxnSp>
        <p:nvCxnSpPr>
          <p:cNvPr id="157" name="Google Shape;157;p35"/>
          <p:cNvCxnSpPr/>
          <p:nvPr/>
        </p:nvCxnSpPr>
        <p:spPr>
          <a:xfrm>
            <a:off x="-800" y="3428967"/>
            <a:ext cx="719200" cy="0"/>
          </a:xfrm>
          <a:prstGeom prst="straightConnector1">
            <a:avLst/>
          </a:prstGeom>
          <a:noFill/>
          <a:ln w="19050" cap="flat" cmpd="sng">
            <a:solidFill>
              <a:schemeClr val="lt2"/>
            </a:solidFill>
            <a:prstDash val="solid"/>
            <a:round/>
            <a:headEnd type="none" w="med" len="med"/>
            <a:tailEnd type="none" w="med" len="med"/>
          </a:ln>
        </p:spPr>
      </p:cxnSp>
      <p:sp>
        <p:nvSpPr>
          <p:cNvPr id="158" name="Google Shape;158;p35"/>
          <p:cNvSpPr/>
          <p:nvPr/>
        </p:nvSpPr>
        <p:spPr>
          <a:xfrm>
            <a:off x="708167" y="2415600"/>
            <a:ext cx="3825200" cy="20268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marL="0" lvl="0" indent="0" algn="r" rtl="0">
              <a:spcBef>
                <a:spcPts val="0"/>
              </a:spcBef>
              <a:spcAft>
                <a:spcPts val="0"/>
              </a:spcAft>
              <a:buNone/>
            </a:pPr>
            <a:endParaRPr sz="1333"/>
          </a:p>
        </p:txBody>
      </p:sp>
      <p:sp>
        <p:nvSpPr>
          <p:cNvPr id="159" name="Google Shape;159;p35"/>
          <p:cNvSpPr txBox="1">
            <a:spLocks noGrp="1"/>
          </p:cNvSpPr>
          <p:nvPr>
            <p:ph type="title"/>
          </p:nvPr>
        </p:nvSpPr>
        <p:spPr>
          <a:xfrm>
            <a:off x="1173767" y="2890367"/>
            <a:ext cx="2840000" cy="1077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3000"/>
              <a:buNone/>
              <a:defRPr sz="4000">
                <a:solidFill>
                  <a:schemeClr val="lt1"/>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160" name="Google Shape;160;p35"/>
          <p:cNvSpPr txBox="1">
            <a:spLocks noGrp="1"/>
          </p:cNvSpPr>
          <p:nvPr>
            <p:ph type="title" idx="2"/>
          </p:nvPr>
        </p:nvSpPr>
        <p:spPr>
          <a:xfrm>
            <a:off x="5281333" y="888367"/>
            <a:ext cx="2402800" cy="5280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4200"/>
              <a:buNone/>
              <a:defRPr sz="5600"/>
            </a:lvl2pPr>
            <a:lvl3pPr lvl="2" rtl="0">
              <a:spcBef>
                <a:spcPts val="0"/>
              </a:spcBef>
              <a:spcAft>
                <a:spcPts val="0"/>
              </a:spcAft>
              <a:buSzPts val="4200"/>
              <a:buNone/>
              <a:defRPr sz="5600"/>
            </a:lvl3pPr>
            <a:lvl4pPr lvl="3" rtl="0">
              <a:spcBef>
                <a:spcPts val="0"/>
              </a:spcBef>
              <a:spcAft>
                <a:spcPts val="0"/>
              </a:spcAft>
              <a:buSzPts val="4200"/>
              <a:buNone/>
              <a:defRPr sz="5600"/>
            </a:lvl4pPr>
            <a:lvl5pPr lvl="4" rtl="0">
              <a:spcBef>
                <a:spcPts val="0"/>
              </a:spcBef>
              <a:spcAft>
                <a:spcPts val="0"/>
              </a:spcAft>
              <a:buSzPts val="4200"/>
              <a:buNone/>
              <a:defRPr sz="5600"/>
            </a:lvl5pPr>
            <a:lvl6pPr lvl="5" rtl="0">
              <a:spcBef>
                <a:spcPts val="0"/>
              </a:spcBef>
              <a:spcAft>
                <a:spcPts val="0"/>
              </a:spcAft>
              <a:buSzPts val="4200"/>
              <a:buNone/>
              <a:defRPr sz="5600"/>
            </a:lvl6pPr>
            <a:lvl7pPr lvl="6" rtl="0">
              <a:spcBef>
                <a:spcPts val="0"/>
              </a:spcBef>
              <a:spcAft>
                <a:spcPts val="0"/>
              </a:spcAft>
              <a:buSzPts val="4200"/>
              <a:buNone/>
              <a:defRPr sz="5600"/>
            </a:lvl7pPr>
            <a:lvl8pPr lvl="7" rtl="0">
              <a:spcBef>
                <a:spcPts val="0"/>
              </a:spcBef>
              <a:spcAft>
                <a:spcPts val="0"/>
              </a:spcAft>
              <a:buSzPts val="4200"/>
              <a:buNone/>
              <a:defRPr sz="5600"/>
            </a:lvl8pPr>
            <a:lvl9pPr lvl="8" rtl="0">
              <a:spcBef>
                <a:spcPts val="0"/>
              </a:spcBef>
              <a:spcAft>
                <a:spcPts val="0"/>
              </a:spcAft>
              <a:buSzPts val="4200"/>
              <a:buNone/>
              <a:defRPr sz="5600"/>
            </a:lvl9pPr>
          </a:lstStyle>
          <a:p>
            <a:endParaRPr/>
          </a:p>
        </p:txBody>
      </p:sp>
      <p:sp>
        <p:nvSpPr>
          <p:cNvPr id="161" name="Google Shape;161;p35"/>
          <p:cNvSpPr txBox="1">
            <a:spLocks noGrp="1"/>
          </p:cNvSpPr>
          <p:nvPr>
            <p:ph type="subTitle" idx="1"/>
          </p:nvPr>
        </p:nvSpPr>
        <p:spPr>
          <a:xfrm>
            <a:off x="5281333" y="1331933"/>
            <a:ext cx="2402800" cy="82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2133"/>
            </a:lvl1pPr>
            <a:lvl2pPr lvl="1" rtl="0">
              <a:lnSpc>
                <a:spcPct val="100000"/>
              </a:lnSpc>
              <a:spcBef>
                <a:spcPts val="0"/>
              </a:spcBef>
              <a:spcAft>
                <a:spcPts val="0"/>
              </a:spcAft>
              <a:buSzPts val="1600"/>
              <a:buNone/>
              <a:defRPr sz="2133"/>
            </a:lvl2pPr>
            <a:lvl3pPr lvl="2" rtl="0">
              <a:lnSpc>
                <a:spcPct val="100000"/>
              </a:lnSpc>
              <a:spcBef>
                <a:spcPts val="0"/>
              </a:spcBef>
              <a:spcAft>
                <a:spcPts val="0"/>
              </a:spcAft>
              <a:buSzPts val="1600"/>
              <a:buNone/>
              <a:defRPr sz="2133"/>
            </a:lvl3pPr>
            <a:lvl4pPr lvl="3" rtl="0">
              <a:lnSpc>
                <a:spcPct val="100000"/>
              </a:lnSpc>
              <a:spcBef>
                <a:spcPts val="0"/>
              </a:spcBef>
              <a:spcAft>
                <a:spcPts val="0"/>
              </a:spcAft>
              <a:buSzPts val="1600"/>
              <a:buNone/>
              <a:defRPr sz="2133"/>
            </a:lvl4pPr>
            <a:lvl5pPr lvl="4" rtl="0">
              <a:lnSpc>
                <a:spcPct val="100000"/>
              </a:lnSpc>
              <a:spcBef>
                <a:spcPts val="0"/>
              </a:spcBef>
              <a:spcAft>
                <a:spcPts val="0"/>
              </a:spcAft>
              <a:buSzPts val="1600"/>
              <a:buNone/>
              <a:defRPr sz="2133"/>
            </a:lvl5pPr>
            <a:lvl6pPr lvl="5" rtl="0">
              <a:lnSpc>
                <a:spcPct val="100000"/>
              </a:lnSpc>
              <a:spcBef>
                <a:spcPts val="0"/>
              </a:spcBef>
              <a:spcAft>
                <a:spcPts val="0"/>
              </a:spcAft>
              <a:buSzPts val="1600"/>
              <a:buNone/>
              <a:defRPr sz="2133"/>
            </a:lvl6pPr>
            <a:lvl7pPr lvl="6" rtl="0">
              <a:lnSpc>
                <a:spcPct val="100000"/>
              </a:lnSpc>
              <a:spcBef>
                <a:spcPts val="0"/>
              </a:spcBef>
              <a:spcAft>
                <a:spcPts val="0"/>
              </a:spcAft>
              <a:buSzPts val="1600"/>
              <a:buNone/>
              <a:defRPr sz="2133"/>
            </a:lvl7pPr>
            <a:lvl8pPr lvl="7" rtl="0">
              <a:lnSpc>
                <a:spcPct val="100000"/>
              </a:lnSpc>
              <a:spcBef>
                <a:spcPts val="0"/>
              </a:spcBef>
              <a:spcAft>
                <a:spcPts val="0"/>
              </a:spcAft>
              <a:buSzPts val="1600"/>
              <a:buNone/>
              <a:defRPr sz="2133"/>
            </a:lvl8pPr>
            <a:lvl9pPr lvl="8" rtl="0">
              <a:lnSpc>
                <a:spcPct val="100000"/>
              </a:lnSpc>
              <a:spcBef>
                <a:spcPts val="0"/>
              </a:spcBef>
              <a:spcAft>
                <a:spcPts val="0"/>
              </a:spcAft>
              <a:buSzPts val="1600"/>
              <a:buNone/>
              <a:defRPr sz="2133"/>
            </a:lvl9pPr>
          </a:lstStyle>
          <a:p>
            <a:endParaRPr/>
          </a:p>
        </p:txBody>
      </p:sp>
      <p:sp>
        <p:nvSpPr>
          <p:cNvPr id="162" name="Google Shape;162;p35"/>
          <p:cNvSpPr txBox="1">
            <a:spLocks noGrp="1"/>
          </p:cNvSpPr>
          <p:nvPr>
            <p:ph type="title" idx="3"/>
          </p:nvPr>
        </p:nvSpPr>
        <p:spPr>
          <a:xfrm>
            <a:off x="5281333" y="2795000"/>
            <a:ext cx="2402800" cy="5280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4200"/>
              <a:buNone/>
              <a:defRPr sz="5600"/>
            </a:lvl2pPr>
            <a:lvl3pPr lvl="2" rtl="0">
              <a:spcBef>
                <a:spcPts val="0"/>
              </a:spcBef>
              <a:spcAft>
                <a:spcPts val="0"/>
              </a:spcAft>
              <a:buSzPts val="4200"/>
              <a:buNone/>
              <a:defRPr sz="5600"/>
            </a:lvl3pPr>
            <a:lvl4pPr lvl="3" rtl="0">
              <a:spcBef>
                <a:spcPts val="0"/>
              </a:spcBef>
              <a:spcAft>
                <a:spcPts val="0"/>
              </a:spcAft>
              <a:buSzPts val="4200"/>
              <a:buNone/>
              <a:defRPr sz="5600"/>
            </a:lvl4pPr>
            <a:lvl5pPr lvl="4" rtl="0">
              <a:spcBef>
                <a:spcPts val="0"/>
              </a:spcBef>
              <a:spcAft>
                <a:spcPts val="0"/>
              </a:spcAft>
              <a:buSzPts val="4200"/>
              <a:buNone/>
              <a:defRPr sz="5600"/>
            </a:lvl5pPr>
            <a:lvl6pPr lvl="5" rtl="0">
              <a:spcBef>
                <a:spcPts val="0"/>
              </a:spcBef>
              <a:spcAft>
                <a:spcPts val="0"/>
              </a:spcAft>
              <a:buSzPts val="4200"/>
              <a:buNone/>
              <a:defRPr sz="5600"/>
            </a:lvl6pPr>
            <a:lvl7pPr lvl="6" rtl="0">
              <a:spcBef>
                <a:spcPts val="0"/>
              </a:spcBef>
              <a:spcAft>
                <a:spcPts val="0"/>
              </a:spcAft>
              <a:buSzPts val="4200"/>
              <a:buNone/>
              <a:defRPr sz="5600"/>
            </a:lvl7pPr>
            <a:lvl8pPr lvl="7" rtl="0">
              <a:spcBef>
                <a:spcPts val="0"/>
              </a:spcBef>
              <a:spcAft>
                <a:spcPts val="0"/>
              </a:spcAft>
              <a:buSzPts val="4200"/>
              <a:buNone/>
              <a:defRPr sz="5600"/>
            </a:lvl8pPr>
            <a:lvl9pPr lvl="8" rtl="0">
              <a:spcBef>
                <a:spcPts val="0"/>
              </a:spcBef>
              <a:spcAft>
                <a:spcPts val="0"/>
              </a:spcAft>
              <a:buSzPts val="4200"/>
              <a:buNone/>
              <a:defRPr sz="5600"/>
            </a:lvl9pPr>
          </a:lstStyle>
          <a:p>
            <a:endParaRPr/>
          </a:p>
        </p:txBody>
      </p:sp>
      <p:sp>
        <p:nvSpPr>
          <p:cNvPr id="163" name="Google Shape;163;p35"/>
          <p:cNvSpPr txBox="1">
            <a:spLocks noGrp="1"/>
          </p:cNvSpPr>
          <p:nvPr>
            <p:ph type="subTitle" idx="4"/>
          </p:nvPr>
        </p:nvSpPr>
        <p:spPr>
          <a:xfrm>
            <a:off x="5281333" y="3238567"/>
            <a:ext cx="2402800" cy="82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2133"/>
            </a:lvl1pPr>
            <a:lvl2pPr lvl="1" rtl="0">
              <a:lnSpc>
                <a:spcPct val="100000"/>
              </a:lnSpc>
              <a:spcBef>
                <a:spcPts val="0"/>
              </a:spcBef>
              <a:spcAft>
                <a:spcPts val="0"/>
              </a:spcAft>
              <a:buSzPts val="1600"/>
              <a:buNone/>
              <a:defRPr sz="2133"/>
            </a:lvl2pPr>
            <a:lvl3pPr lvl="2" rtl="0">
              <a:lnSpc>
                <a:spcPct val="100000"/>
              </a:lnSpc>
              <a:spcBef>
                <a:spcPts val="0"/>
              </a:spcBef>
              <a:spcAft>
                <a:spcPts val="0"/>
              </a:spcAft>
              <a:buSzPts val="1600"/>
              <a:buNone/>
              <a:defRPr sz="2133"/>
            </a:lvl3pPr>
            <a:lvl4pPr lvl="3" rtl="0">
              <a:lnSpc>
                <a:spcPct val="100000"/>
              </a:lnSpc>
              <a:spcBef>
                <a:spcPts val="0"/>
              </a:spcBef>
              <a:spcAft>
                <a:spcPts val="0"/>
              </a:spcAft>
              <a:buSzPts val="1600"/>
              <a:buNone/>
              <a:defRPr sz="2133"/>
            </a:lvl4pPr>
            <a:lvl5pPr lvl="4" rtl="0">
              <a:lnSpc>
                <a:spcPct val="100000"/>
              </a:lnSpc>
              <a:spcBef>
                <a:spcPts val="0"/>
              </a:spcBef>
              <a:spcAft>
                <a:spcPts val="0"/>
              </a:spcAft>
              <a:buSzPts val="1600"/>
              <a:buNone/>
              <a:defRPr sz="2133"/>
            </a:lvl5pPr>
            <a:lvl6pPr lvl="5" rtl="0">
              <a:lnSpc>
                <a:spcPct val="100000"/>
              </a:lnSpc>
              <a:spcBef>
                <a:spcPts val="0"/>
              </a:spcBef>
              <a:spcAft>
                <a:spcPts val="0"/>
              </a:spcAft>
              <a:buSzPts val="1600"/>
              <a:buNone/>
              <a:defRPr sz="2133"/>
            </a:lvl6pPr>
            <a:lvl7pPr lvl="6" rtl="0">
              <a:lnSpc>
                <a:spcPct val="100000"/>
              </a:lnSpc>
              <a:spcBef>
                <a:spcPts val="0"/>
              </a:spcBef>
              <a:spcAft>
                <a:spcPts val="0"/>
              </a:spcAft>
              <a:buSzPts val="1600"/>
              <a:buNone/>
              <a:defRPr sz="2133"/>
            </a:lvl7pPr>
            <a:lvl8pPr lvl="7" rtl="0">
              <a:lnSpc>
                <a:spcPct val="100000"/>
              </a:lnSpc>
              <a:spcBef>
                <a:spcPts val="0"/>
              </a:spcBef>
              <a:spcAft>
                <a:spcPts val="0"/>
              </a:spcAft>
              <a:buSzPts val="1600"/>
              <a:buNone/>
              <a:defRPr sz="2133"/>
            </a:lvl8pPr>
            <a:lvl9pPr lvl="8" rtl="0">
              <a:lnSpc>
                <a:spcPct val="100000"/>
              </a:lnSpc>
              <a:spcBef>
                <a:spcPts val="0"/>
              </a:spcBef>
              <a:spcAft>
                <a:spcPts val="0"/>
              </a:spcAft>
              <a:buSzPts val="1600"/>
              <a:buNone/>
              <a:defRPr sz="2133"/>
            </a:lvl9pPr>
          </a:lstStyle>
          <a:p>
            <a:endParaRPr/>
          </a:p>
        </p:txBody>
      </p:sp>
      <p:sp>
        <p:nvSpPr>
          <p:cNvPr id="164" name="Google Shape;164;p35"/>
          <p:cNvSpPr txBox="1">
            <a:spLocks noGrp="1"/>
          </p:cNvSpPr>
          <p:nvPr>
            <p:ph type="title" idx="5"/>
          </p:nvPr>
        </p:nvSpPr>
        <p:spPr>
          <a:xfrm>
            <a:off x="5281333" y="4701633"/>
            <a:ext cx="2402800" cy="5280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4200"/>
              <a:buNone/>
              <a:defRPr sz="5600"/>
            </a:lvl2pPr>
            <a:lvl3pPr lvl="2" rtl="0">
              <a:spcBef>
                <a:spcPts val="0"/>
              </a:spcBef>
              <a:spcAft>
                <a:spcPts val="0"/>
              </a:spcAft>
              <a:buSzPts val="4200"/>
              <a:buNone/>
              <a:defRPr sz="5600"/>
            </a:lvl3pPr>
            <a:lvl4pPr lvl="3" rtl="0">
              <a:spcBef>
                <a:spcPts val="0"/>
              </a:spcBef>
              <a:spcAft>
                <a:spcPts val="0"/>
              </a:spcAft>
              <a:buSzPts val="4200"/>
              <a:buNone/>
              <a:defRPr sz="5600"/>
            </a:lvl4pPr>
            <a:lvl5pPr lvl="4" rtl="0">
              <a:spcBef>
                <a:spcPts val="0"/>
              </a:spcBef>
              <a:spcAft>
                <a:spcPts val="0"/>
              </a:spcAft>
              <a:buSzPts val="4200"/>
              <a:buNone/>
              <a:defRPr sz="5600"/>
            </a:lvl5pPr>
            <a:lvl6pPr lvl="5" rtl="0">
              <a:spcBef>
                <a:spcPts val="0"/>
              </a:spcBef>
              <a:spcAft>
                <a:spcPts val="0"/>
              </a:spcAft>
              <a:buSzPts val="4200"/>
              <a:buNone/>
              <a:defRPr sz="5600"/>
            </a:lvl6pPr>
            <a:lvl7pPr lvl="6" rtl="0">
              <a:spcBef>
                <a:spcPts val="0"/>
              </a:spcBef>
              <a:spcAft>
                <a:spcPts val="0"/>
              </a:spcAft>
              <a:buSzPts val="4200"/>
              <a:buNone/>
              <a:defRPr sz="5600"/>
            </a:lvl7pPr>
            <a:lvl8pPr lvl="7" rtl="0">
              <a:spcBef>
                <a:spcPts val="0"/>
              </a:spcBef>
              <a:spcAft>
                <a:spcPts val="0"/>
              </a:spcAft>
              <a:buSzPts val="4200"/>
              <a:buNone/>
              <a:defRPr sz="5600"/>
            </a:lvl8pPr>
            <a:lvl9pPr lvl="8" rtl="0">
              <a:spcBef>
                <a:spcPts val="0"/>
              </a:spcBef>
              <a:spcAft>
                <a:spcPts val="0"/>
              </a:spcAft>
              <a:buSzPts val="4200"/>
              <a:buNone/>
              <a:defRPr sz="5600"/>
            </a:lvl9pPr>
          </a:lstStyle>
          <a:p>
            <a:endParaRPr/>
          </a:p>
        </p:txBody>
      </p:sp>
      <p:sp>
        <p:nvSpPr>
          <p:cNvPr id="165" name="Google Shape;165;p35"/>
          <p:cNvSpPr txBox="1">
            <a:spLocks noGrp="1"/>
          </p:cNvSpPr>
          <p:nvPr>
            <p:ph type="subTitle" idx="6"/>
          </p:nvPr>
        </p:nvSpPr>
        <p:spPr>
          <a:xfrm>
            <a:off x="5281333" y="5145200"/>
            <a:ext cx="2402800" cy="82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2133"/>
            </a:lvl1pPr>
            <a:lvl2pPr lvl="1" rtl="0">
              <a:lnSpc>
                <a:spcPct val="100000"/>
              </a:lnSpc>
              <a:spcBef>
                <a:spcPts val="0"/>
              </a:spcBef>
              <a:spcAft>
                <a:spcPts val="0"/>
              </a:spcAft>
              <a:buSzPts val="1600"/>
              <a:buNone/>
              <a:defRPr sz="2133"/>
            </a:lvl2pPr>
            <a:lvl3pPr lvl="2" rtl="0">
              <a:lnSpc>
                <a:spcPct val="100000"/>
              </a:lnSpc>
              <a:spcBef>
                <a:spcPts val="0"/>
              </a:spcBef>
              <a:spcAft>
                <a:spcPts val="0"/>
              </a:spcAft>
              <a:buSzPts val="1600"/>
              <a:buNone/>
              <a:defRPr sz="2133"/>
            </a:lvl3pPr>
            <a:lvl4pPr lvl="3" rtl="0">
              <a:lnSpc>
                <a:spcPct val="100000"/>
              </a:lnSpc>
              <a:spcBef>
                <a:spcPts val="0"/>
              </a:spcBef>
              <a:spcAft>
                <a:spcPts val="0"/>
              </a:spcAft>
              <a:buSzPts val="1600"/>
              <a:buNone/>
              <a:defRPr sz="2133"/>
            </a:lvl4pPr>
            <a:lvl5pPr lvl="4" rtl="0">
              <a:lnSpc>
                <a:spcPct val="100000"/>
              </a:lnSpc>
              <a:spcBef>
                <a:spcPts val="0"/>
              </a:spcBef>
              <a:spcAft>
                <a:spcPts val="0"/>
              </a:spcAft>
              <a:buSzPts val="1600"/>
              <a:buNone/>
              <a:defRPr sz="2133"/>
            </a:lvl5pPr>
            <a:lvl6pPr lvl="5" rtl="0">
              <a:lnSpc>
                <a:spcPct val="100000"/>
              </a:lnSpc>
              <a:spcBef>
                <a:spcPts val="0"/>
              </a:spcBef>
              <a:spcAft>
                <a:spcPts val="0"/>
              </a:spcAft>
              <a:buSzPts val="1600"/>
              <a:buNone/>
              <a:defRPr sz="2133"/>
            </a:lvl6pPr>
            <a:lvl7pPr lvl="6" rtl="0">
              <a:lnSpc>
                <a:spcPct val="100000"/>
              </a:lnSpc>
              <a:spcBef>
                <a:spcPts val="0"/>
              </a:spcBef>
              <a:spcAft>
                <a:spcPts val="0"/>
              </a:spcAft>
              <a:buSzPts val="1600"/>
              <a:buNone/>
              <a:defRPr sz="2133"/>
            </a:lvl7pPr>
            <a:lvl8pPr lvl="7" rtl="0">
              <a:lnSpc>
                <a:spcPct val="100000"/>
              </a:lnSpc>
              <a:spcBef>
                <a:spcPts val="0"/>
              </a:spcBef>
              <a:spcAft>
                <a:spcPts val="0"/>
              </a:spcAft>
              <a:buSzPts val="1600"/>
              <a:buNone/>
              <a:defRPr sz="2133"/>
            </a:lvl8pPr>
            <a:lvl9pPr lvl="8" rtl="0">
              <a:lnSpc>
                <a:spcPct val="100000"/>
              </a:lnSpc>
              <a:spcBef>
                <a:spcPts val="0"/>
              </a:spcBef>
              <a:spcAft>
                <a:spcPts val="0"/>
              </a:spcAft>
              <a:buSzPts val="1600"/>
              <a:buNone/>
              <a:defRPr sz="2133"/>
            </a:lvl9pPr>
          </a:lstStyle>
          <a:p>
            <a:endParaRPr/>
          </a:p>
        </p:txBody>
      </p:sp>
      <p:sp>
        <p:nvSpPr>
          <p:cNvPr id="166" name="Google Shape;166;p35"/>
          <p:cNvSpPr txBox="1">
            <a:spLocks noGrp="1"/>
          </p:cNvSpPr>
          <p:nvPr>
            <p:ph type="title" idx="7"/>
          </p:nvPr>
        </p:nvSpPr>
        <p:spPr>
          <a:xfrm>
            <a:off x="8175067" y="888384"/>
            <a:ext cx="2402800" cy="5280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4200"/>
              <a:buNone/>
              <a:defRPr sz="5600"/>
            </a:lvl2pPr>
            <a:lvl3pPr lvl="2" rtl="0">
              <a:spcBef>
                <a:spcPts val="0"/>
              </a:spcBef>
              <a:spcAft>
                <a:spcPts val="0"/>
              </a:spcAft>
              <a:buSzPts val="4200"/>
              <a:buNone/>
              <a:defRPr sz="5600"/>
            </a:lvl3pPr>
            <a:lvl4pPr lvl="3" rtl="0">
              <a:spcBef>
                <a:spcPts val="0"/>
              </a:spcBef>
              <a:spcAft>
                <a:spcPts val="0"/>
              </a:spcAft>
              <a:buSzPts val="4200"/>
              <a:buNone/>
              <a:defRPr sz="5600"/>
            </a:lvl4pPr>
            <a:lvl5pPr lvl="4" rtl="0">
              <a:spcBef>
                <a:spcPts val="0"/>
              </a:spcBef>
              <a:spcAft>
                <a:spcPts val="0"/>
              </a:spcAft>
              <a:buSzPts val="4200"/>
              <a:buNone/>
              <a:defRPr sz="5600"/>
            </a:lvl5pPr>
            <a:lvl6pPr lvl="5" rtl="0">
              <a:spcBef>
                <a:spcPts val="0"/>
              </a:spcBef>
              <a:spcAft>
                <a:spcPts val="0"/>
              </a:spcAft>
              <a:buSzPts val="4200"/>
              <a:buNone/>
              <a:defRPr sz="5600"/>
            </a:lvl6pPr>
            <a:lvl7pPr lvl="6" rtl="0">
              <a:spcBef>
                <a:spcPts val="0"/>
              </a:spcBef>
              <a:spcAft>
                <a:spcPts val="0"/>
              </a:spcAft>
              <a:buSzPts val="4200"/>
              <a:buNone/>
              <a:defRPr sz="5600"/>
            </a:lvl7pPr>
            <a:lvl8pPr lvl="7" rtl="0">
              <a:spcBef>
                <a:spcPts val="0"/>
              </a:spcBef>
              <a:spcAft>
                <a:spcPts val="0"/>
              </a:spcAft>
              <a:buSzPts val="4200"/>
              <a:buNone/>
              <a:defRPr sz="5600"/>
            </a:lvl8pPr>
            <a:lvl9pPr lvl="8" rtl="0">
              <a:spcBef>
                <a:spcPts val="0"/>
              </a:spcBef>
              <a:spcAft>
                <a:spcPts val="0"/>
              </a:spcAft>
              <a:buSzPts val="4200"/>
              <a:buNone/>
              <a:defRPr sz="5600"/>
            </a:lvl9pPr>
          </a:lstStyle>
          <a:p>
            <a:endParaRPr/>
          </a:p>
        </p:txBody>
      </p:sp>
      <p:sp>
        <p:nvSpPr>
          <p:cNvPr id="167" name="Google Shape;167;p35"/>
          <p:cNvSpPr txBox="1">
            <a:spLocks noGrp="1"/>
          </p:cNvSpPr>
          <p:nvPr>
            <p:ph type="subTitle" idx="8"/>
          </p:nvPr>
        </p:nvSpPr>
        <p:spPr>
          <a:xfrm>
            <a:off x="8175067" y="1331951"/>
            <a:ext cx="2402800" cy="82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2133"/>
            </a:lvl1pPr>
            <a:lvl2pPr lvl="1" rtl="0">
              <a:lnSpc>
                <a:spcPct val="100000"/>
              </a:lnSpc>
              <a:spcBef>
                <a:spcPts val="0"/>
              </a:spcBef>
              <a:spcAft>
                <a:spcPts val="0"/>
              </a:spcAft>
              <a:buSzPts val="1600"/>
              <a:buNone/>
              <a:defRPr sz="2133"/>
            </a:lvl2pPr>
            <a:lvl3pPr lvl="2" rtl="0">
              <a:lnSpc>
                <a:spcPct val="100000"/>
              </a:lnSpc>
              <a:spcBef>
                <a:spcPts val="0"/>
              </a:spcBef>
              <a:spcAft>
                <a:spcPts val="0"/>
              </a:spcAft>
              <a:buSzPts val="1600"/>
              <a:buNone/>
              <a:defRPr sz="2133"/>
            </a:lvl3pPr>
            <a:lvl4pPr lvl="3" rtl="0">
              <a:lnSpc>
                <a:spcPct val="100000"/>
              </a:lnSpc>
              <a:spcBef>
                <a:spcPts val="0"/>
              </a:spcBef>
              <a:spcAft>
                <a:spcPts val="0"/>
              </a:spcAft>
              <a:buSzPts val="1600"/>
              <a:buNone/>
              <a:defRPr sz="2133"/>
            </a:lvl4pPr>
            <a:lvl5pPr lvl="4" rtl="0">
              <a:lnSpc>
                <a:spcPct val="100000"/>
              </a:lnSpc>
              <a:spcBef>
                <a:spcPts val="0"/>
              </a:spcBef>
              <a:spcAft>
                <a:spcPts val="0"/>
              </a:spcAft>
              <a:buSzPts val="1600"/>
              <a:buNone/>
              <a:defRPr sz="2133"/>
            </a:lvl5pPr>
            <a:lvl6pPr lvl="5" rtl="0">
              <a:lnSpc>
                <a:spcPct val="100000"/>
              </a:lnSpc>
              <a:spcBef>
                <a:spcPts val="0"/>
              </a:spcBef>
              <a:spcAft>
                <a:spcPts val="0"/>
              </a:spcAft>
              <a:buSzPts val="1600"/>
              <a:buNone/>
              <a:defRPr sz="2133"/>
            </a:lvl6pPr>
            <a:lvl7pPr lvl="6" rtl="0">
              <a:lnSpc>
                <a:spcPct val="100000"/>
              </a:lnSpc>
              <a:spcBef>
                <a:spcPts val="0"/>
              </a:spcBef>
              <a:spcAft>
                <a:spcPts val="0"/>
              </a:spcAft>
              <a:buSzPts val="1600"/>
              <a:buNone/>
              <a:defRPr sz="2133"/>
            </a:lvl7pPr>
            <a:lvl8pPr lvl="7" rtl="0">
              <a:lnSpc>
                <a:spcPct val="100000"/>
              </a:lnSpc>
              <a:spcBef>
                <a:spcPts val="0"/>
              </a:spcBef>
              <a:spcAft>
                <a:spcPts val="0"/>
              </a:spcAft>
              <a:buSzPts val="1600"/>
              <a:buNone/>
              <a:defRPr sz="2133"/>
            </a:lvl8pPr>
            <a:lvl9pPr lvl="8" rtl="0">
              <a:lnSpc>
                <a:spcPct val="100000"/>
              </a:lnSpc>
              <a:spcBef>
                <a:spcPts val="0"/>
              </a:spcBef>
              <a:spcAft>
                <a:spcPts val="0"/>
              </a:spcAft>
              <a:buSzPts val="1600"/>
              <a:buNone/>
              <a:defRPr sz="2133"/>
            </a:lvl9pPr>
          </a:lstStyle>
          <a:p>
            <a:endParaRPr/>
          </a:p>
        </p:txBody>
      </p:sp>
      <p:sp>
        <p:nvSpPr>
          <p:cNvPr id="168" name="Google Shape;168;p35"/>
          <p:cNvSpPr txBox="1">
            <a:spLocks noGrp="1"/>
          </p:cNvSpPr>
          <p:nvPr>
            <p:ph type="title" idx="9"/>
          </p:nvPr>
        </p:nvSpPr>
        <p:spPr>
          <a:xfrm>
            <a:off x="8175067" y="2795017"/>
            <a:ext cx="2402800" cy="5280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4200"/>
              <a:buNone/>
              <a:defRPr sz="5600"/>
            </a:lvl2pPr>
            <a:lvl3pPr lvl="2" rtl="0">
              <a:spcBef>
                <a:spcPts val="0"/>
              </a:spcBef>
              <a:spcAft>
                <a:spcPts val="0"/>
              </a:spcAft>
              <a:buSzPts val="4200"/>
              <a:buNone/>
              <a:defRPr sz="5600"/>
            </a:lvl3pPr>
            <a:lvl4pPr lvl="3" rtl="0">
              <a:spcBef>
                <a:spcPts val="0"/>
              </a:spcBef>
              <a:spcAft>
                <a:spcPts val="0"/>
              </a:spcAft>
              <a:buSzPts val="4200"/>
              <a:buNone/>
              <a:defRPr sz="5600"/>
            </a:lvl4pPr>
            <a:lvl5pPr lvl="4" rtl="0">
              <a:spcBef>
                <a:spcPts val="0"/>
              </a:spcBef>
              <a:spcAft>
                <a:spcPts val="0"/>
              </a:spcAft>
              <a:buSzPts val="4200"/>
              <a:buNone/>
              <a:defRPr sz="5600"/>
            </a:lvl5pPr>
            <a:lvl6pPr lvl="5" rtl="0">
              <a:spcBef>
                <a:spcPts val="0"/>
              </a:spcBef>
              <a:spcAft>
                <a:spcPts val="0"/>
              </a:spcAft>
              <a:buSzPts val="4200"/>
              <a:buNone/>
              <a:defRPr sz="5600"/>
            </a:lvl6pPr>
            <a:lvl7pPr lvl="6" rtl="0">
              <a:spcBef>
                <a:spcPts val="0"/>
              </a:spcBef>
              <a:spcAft>
                <a:spcPts val="0"/>
              </a:spcAft>
              <a:buSzPts val="4200"/>
              <a:buNone/>
              <a:defRPr sz="5600"/>
            </a:lvl7pPr>
            <a:lvl8pPr lvl="7" rtl="0">
              <a:spcBef>
                <a:spcPts val="0"/>
              </a:spcBef>
              <a:spcAft>
                <a:spcPts val="0"/>
              </a:spcAft>
              <a:buSzPts val="4200"/>
              <a:buNone/>
              <a:defRPr sz="5600"/>
            </a:lvl8pPr>
            <a:lvl9pPr lvl="8" rtl="0">
              <a:spcBef>
                <a:spcPts val="0"/>
              </a:spcBef>
              <a:spcAft>
                <a:spcPts val="0"/>
              </a:spcAft>
              <a:buSzPts val="4200"/>
              <a:buNone/>
              <a:defRPr sz="5600"/>
            </a:lvl9pPr>
          </a:lstStyle>
          <a:p>
            <a:endParaRPr/>
          </a:p>
        </p:txBody>
      </p:sp>
      <p:sp>
        <p:nvSpPr>
          <p:cNvPr id="169" name="Google Shape;169;p35"/>
          <p:cNvSpPr txBox="1">
            <a:spLocks noGrp="1"/>
          </p:cNvSpPr>
          <p:nvPr>
            <p:ph type="subTitle" idx="13"/>
          </p:nvPr>
        </p:nvSpPr>
        <p:spPr>
          <a:xfrm>
            <a:off x="8175067" y="3238584"/>
            <a:ext cx="2402800" cy="82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2133"/>
            </a:lvl1pPr>
            <a:lvl2pPr lvl="1" rtl="0">
              <a:lnSpc>
                <a:spcPct val="100000"/>
              </a:lnSpc>
              <a:spcBef>
                <a:spcPts val="0"/>
              </a:spcBef>
              <a:spcAft>
                <a:spcPts val="0"/>
              </a:spcAft>
              <a:buSzPts val="1600"/>
              <a:buNone/>
              <a:defRPr sz="2133"/>
            </a:lvl2pPr>
            <a:lvl3pPr lvl="2" rtl="0">
              <a:lnSpc>
                <a:spcPct val="100000"/>
              </a:lnSpc>
              <a:spcBef>
                <a:spcPts val="0"/>
              </a:spcBef>
              <a:spcAft>
                <a:spcPts val="0"/>
              </a:spcAft>
              <a:buSzPts val="1600"/>
              <a:buNone/>
              <a:defRPr sz="2133"/>
            </a:lvl3pPr>
            <a:lvl4pPr lvl="3" rtl="0">
              <a:lnSpc>
                <a:spcPct val="100000"/>
              </a:lnSpc>
              <a:spcBef>
                <a:spcPts val="0"/>
              </a:spcBef>
              <a:spcAft>
                <a:spcPts val="0"/>
              </a:spcAft>
              <a:buSzPts val="1600"/>
              <a:buNone/>
              <a:defRPr sz="2133"/>
            </a:lvl4pPr>
            <a:lvl5pPr lvl="4" rtl="0">
              <a:lnSpc>
                <a:spcPct val="100000"/>
              </a:lnSpc>
              <a:spcBef>
                <a:spcPts val="0"/>
              </a:spcBef>
              <a:spcAft>
                <a:spcPts val="0"/>
              </a:spcAft>
              <a:buSzPts val="1600"/>
              <a:buNone/>
              <a:defRPr sz="2133"/>
            </a:lvl5pPr>
            <a:lvl6pPr lvl="5" rtl="0">
              <a:lnSpc>
                <a:spcPct val="100000"/>
              </a:lnSpc>
              <a:spcBef>
                <a:spcPts val="0"/>
              </a:spcBef>
              <a:spcAft>
                <a:spcPts val="0"/>
              </a:spcAft>
              <a:buSzPts val="1600"/>
              <a:buNone/>
              <a:defRPr sz="2133"/>
            </a:lvl6pPr>
            <a:lvl7pPr lvl="6" rtl="0">
              <a:lnSpc>
                <a:spcPct val="100000"/>
              </a:lnSpc>
              <a:spcBef>
                <a:spcPts val="0"/>
              </a:spcBef>
              <a:spcAft>
                <a:spcPts val="0"/>
              </a:spcAft>
              <a:buSzPts val="1600"/>
              <a:buNone/>
              <a:defRPr sz="2133"/>
            </a:lvl7pPr>
            <a:lvl8pPr lvl="7" rtl="0">
              <a:lnSpc>
                <a:spcPct val="100000"/>
              </a:lnSpc>
              <a:spcBef>
                <a:spcPts val="0"/>
              </a:spcBef>
              <a:spcAft>
                <a:spcPts val="0"/>
              </a:spcAft>
              <a:buSzPts val="1600"/>
              <a:buNone/>
              <a:defRPr sz="2133"/>
            </a:lvl8pPr>
            <a:lvl9pPr lvl="8" rtl="0">
              <a:lnSpc>
                <a:spcPct val="100000"/>
              </a:lnSpc>
              <a:spcBef>
                <a:spcPts val="0"/>
              </a:spcBef>
              <a:spcAft>
                <a:spcPts val="0"/>
              </a:spcAft>
              <a:buSzPts val="1600"/>
              <a:buNone/>
              <a:defRPr sz="2133"/>
            </a:lvl9pPr>
          </a:lstStyle>
          <a:p>
            <a:endParaRPr/>
          </a:p>
        </p:txBody>
      </p:sp>
      <p:sp>
        <p:nvSpPr>
          <p:cNvPr id="170" name="Google Shape;170;p35"/>
          <p:cNvSpPr txBox="1">
            <a:spLocks noGrp="1"/>
          </p:cNvSpPr>
          <p:nvPr>
            <p:ph type="title" idx="14"/>
          </p:nvPr>
        </p:nvSpPr>
        <p:spPr>
          <a:xfrm>
            <a:off x="8175067" y="4701651"/>
            <a:ext cx="2402800" cy="5280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4200"/>
              <a:buNone/>
              <a:defRPr sz="5600"/>
            </a:lvl2pPr>
            <a:lvl3pPr lvl="2" rtl="0">
              <a:spcBef>
                <a:spcPts val="0"/>
              </a:spcBef>
              <a:spcAft>
                <a:spcPts val="0"/>
              </a:spcAft>
              <a:buSzPts val="4200"/>
              <a:buNone/>
              <a:defRPr sz="5600"/>
            </a:lvl3pPr>
            <a:lvl4pPr lvl="3" rtl="0">
              <a:spcBef>
                <a:spcPts val="0"/>
              </a:spcBef>
              <a:spcAft>
                <a:spcPts val="0"/>
              </a:spcAft>
              <a:buSzPts val="4200"/>
              <a:buNone/>
              <a:defRPr sz="5600"/>
            </a:lvl4pPr>
            <a:lvl5pPr lvl="4" rtl="0">
              <a:spcBef>
                <a:spcPts val="0"/>
              </a:spcBef>
              <a:spcAft>
                <a:spcPts val="0"/>
              </a:spcAft>
              <a:buSzPts val="4200"/>
              <a:buNone/>
              <a:defRPr sz="5600"/>
            </a:lvl5pPr>
            <a:lvl6pPr lvl="5" rtl="0">
              <a:spcBef>
                <a:spcPts val="0"/>
              </a:spcBef>
              <a:spcAft>
                <a:spcPts val="0"/>
              </a:spcAft>
              <a:buSzPts val="4200"/>
              <a:buNone/>
              <a:defRPr sz="5600"/>
            </a:lvl6pPr>
            <a:lvl7pPr lvl="6" rtl="0">
              <a:spcBef>
                <a:spcPts val="0"/>
              </a:spcBef>
              <a:spcAft>
                <a:spcPts val="0"/>
              </a:spcAft>
              <a:buSzPts val="4200"/>
              <a:buNone/>
              <a:defRPr sz="5600"/>
            </a:lvl7pPr>
            <a:lvl8pPr lvl="7" rtl="0">
              <a:spcBef>
                <a:spcPts val="0"/>
              </a:spcBef>
              <a:spcAft>
                <a:spcPts val="0"/>
              </a:spcAft>
              <a:buSzPts val="4200"/>
              <a:buNone/>
              <a:defRPr sz="5600"/>
            </a:lvl8pPr>
            <a:lvl9pPr lvl="8" rtl="0">
              <a:spcBef>
                <a:spcPts val="0"/>
              </a:spcBef>
              <a:spcAft>
                <a:spcPts val="0"/>
              </a:spcAft>
              <a:buSzPts val="4200"/>
              <a:buNone/>
              <a:defRPr sz="5600"/>
            </a:lvl9pPr>
          </a:lstStyle>
          <a:p>
            <a:endParaRPr/>
          </a:p>
        </p:txBody>
      </p:sp>
      <p:sp>
        <p:nvSpPr>
          <p:cNvPr id="171" name="Google Shape;171;p35"/>
          <p:cNvSpPr txBox="1">
            <a:spLocks noGrp="1"/>
          </p:cNvSpPr>
          <p:nvPr>
            <p:ph type="subTitle" idx="15"/>
          </p:nvPr>
        </p:nvSpPr>
        <p:spPr>
          <a:xfrm>
            <a:off x="8175067" y="5145217"/>
            <a:ext cx="2402800" cy="82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2133"/>
            </a:lvl1pPr>
            <a:lvl2pPr lvl="1" rtl="0">
              <a:lnSpc>
                <a:spcPct val="100000"/>
              </a:lnSpc>
              <a:spcBef>
                <a:spcPts val="0"/>
              </a:spcBef>
              <a:spcAft>
                <a:spcPts val="0"/>
              </a:spcAft>
              <a:buSzPts val="1600"/>
              <a:buNone/>
              <a:defRPr sz="2133"/>
            </a:lvl2pPr>
            <a:lvl3pPr lvl="2" rtl="0">
              <a:lnSpc>
                <a:spcPct val="100000"/>
              </a:lnSpc>
              <a:spcBef>
                <a:spcPts val="0"/>
              </a:spcBef>
              <a:spcAft>
                <a:spcPts val="0"/>
              </a:spcAft>
              <a:buSzPts val="1600"/>
              <a:buNone/>
              <a:defRPr sz="2133"/>
            </a:lvl3pPr>
            <a:lvl4pPr lvl="3" rtl="0">
              <a:lnSpc>
                <a:spcPct val="100000"/>
              </a:lnSpc>
              <a:spcBef>
                <a:spcPts val="0"/>
              </a:spcBef>
              <a:spcAft>
                <a:spcPts val="0"/>
              </a:spcAft>
              <a:buSzPts val="1600"/>
              <a:buNone/>
              <a:defRPr sz="2133"/>
            </a:lvl4pPr>
            <a:lvl5pPr lvl="4" rtl="0">
              <a:lnSpc>
                <a:spcPct val="100000"/>
              </a:lnSpc>
              <a:spcBef>
                <a:spcPts val="0"/>
              </a:spcBef>
              <a:spcAft>
                <a:spcPts val="0"/>
              </a:spcAft>
              <a:buSzPts val="1600"/>
              <a:buNone/>
              <a:defRPr sz="2133"/>
            </a:lvl5pPr>
            <a:lvl6pPr lvl="5" rtl="0">
              <a:lnSpc>
                <a:spcPct val="100000"/>
              </a:lnSpc>
              <a:spcBef>
                <a:spcPts val="0"/>
              </a:spcBef>
              <a:spcAft>
                <a:spcPts val="0"/>
              </a:spcAft>
              <a:buSzPts val="1600"/>
              <a:buNone/>
              <a:defRPr sz="2133"/>
            </a:lvl6pPr>
            <a:lvl7pPr lvl="6" rtl="0">
              <a:lnSpc>
                <a:spcPct val="100000"/>
              </a:lnSpc>
              <a:spcBef>
                <a:spcPts val="0"/>
              </a:spcBef>
              <a:spcAft>
                <a:spcPts val="0"/>
              </a:spcAft>
              <a:buSzPts val="1600"/>
              <a:buNone/>
              <a:defRPr sz="2133"/>
            </a:lvl7pPr>
            <a:lvl8pPr lvl="7" rtl="0">
              <a:lnSpc>
                <a:spcPct val="100000"/>
              </a:lnSpc>
              <a:spcBef>
                <a:spcPts val="0"/>
              </a:spcBef>
              <a:spcAft>
                <a:spcPts val="0"/>
              </a:spcAft>
              <a:buSzPts val="1600"/>
              <a:buNone/>
              <a:defRPr sz="2133"/>
            </a:lvl8pPr>
            <a:lvl9pPr lvl="8" rtl="0">
              <a:lnSpc>
                <a:spcPct val="100000"/>
              </a:lnSpc>
              <a:spcBef>
                <a:spcPts val="0"/>
              </a:spcBef>
              <a:spcAft>
                <a:spcPts val="0"/>
              </a:spcAft>
              <a:buSzPts val="1600"/>
              <a:buNone/>
              <a:defRPr sz="2133"/>
            </a:lvl9pPr>
          </a:lstStyle>
          <a:p>
            <a:endParaRPr/>
          </a:p>
        </p:txBody>
      </p:sp>
      <p:cxnSp>
        <p:nvCxnSpPr>
          <p:cNvPr id="172" name="Google Shape;172;p35"/>
          <p:cNvCxnSpPr/>
          <p:nvPr/>
        </p:nvCxnSpPr>
        <p:spPr>
          <a:xfrm>
            <a:off x="11089100" y="3428967"/>
            <a:ext cx="1102800" cy="0"/>
          </a:xfrm>
          <a:prstGeom prst="straightConnector1">
            <a:avLst/>
          </a:prstGeom>
          <a:noFill/>
          <a:ln w="19050" cap="flat" cmpd="sng">
            <a:solidFill>
              <a:schemeClr val="lt2"/>
            </a:solidFill>
            <a:prstDash val="solid"/>
            <a:round/>
            <a:headEnd type="none" w="med" len="med"/>
            <a:tailEnd type="none" w="med" len="med"/>
          </a:ln>
        </p:spPr>
      </p:cxnSp>
    </p:spTree>
    <p:extLst>
      <p:ext uri="{BB962C8B-B14F-4D97-AF65-F5344CB8AC3E}">
        <p14:creationId xmlns:p14="http://schemas.microsoft.com/office/powerpoint/2010/main" val="72650651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and four columns 4">
  <p:cSld name="Title and four columns 4">
    <p:spTree>
      <p:nvGrpSpPr>
        <p:cNvPr id="1" name="Shape 173"/>
        <p:cNvGrpSpPr/>
        <p:nvPr/>
      </p:nvGrpSpPr>
      <p:grpSpPr>
        <a:xfrm>
          <a:off x="0" y="0"/>
          <a:ext cx="0" cy="0"/>
          <a:chOff x="0" y="0"/>
          <a:chExt cx="0" cy="0"/>
        </a:xfrm>
      </p:grpSpPr>
      <p:cxnSp>
        <p:nvCxnSpPr>
          <p:cNvPr id="174" name="Google Shape;174;p36"/>
          <p:cNvCxnSpPr/>
          <p:nvPr/>
        </p:nvCxnSpPr>
        <p:spPr>
          <a:xfrm>
            <a:off x="-800" y="3428967"/>
            <a:ext cx="719200" cy="0"/>
          </a:xfrm>
          <a:prstGeom prst="straightConnector1">
            <a:avLst/>
          </a:prstGeom>
          <a:noFill/>
          <a:ln w="19050" cap="flat" cmpd="sng">
            <a:solidFill>
              <a:schemeClr val="lt2"/>
            </a:solidFill>
            <a:prstDash val="solid"/>
            <a:round/>
            <a:headEnd type="none" w="med" len="med"/>
            <a:tailEnd type="none" w="med" len="med"/>
          </a:ln>
        </p:spPr>
      </p:cxnSp>
      <p:sp>
        <p:nvSpPr>
          <p:cNvPr id="175" name="Google Shape;175;p36"/>
          <p:cNvSpPr txBox="1">
            <a:spLocks noGrp="1"/>
          </p:cNvSpPr>
          <p:nvPr>
            <p:ph type="title"/>
          </p:nvPr>
        </p:nvSpPr>
        <p:spPr>
          <a:xfrm>
            <a:off x="7879367" y="2890367"/>
            <a:ext cx="2840000" cy="1077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3000"/>
              <a:buNone/>
              <a:defRPr sz="4000">
                <a:solidFill>
                  <a:schemeClr val="lt1"/>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176" name="Google Shape;176;p36"/>
          <p:cNvSpPr txBox="1">
            <a:spLocks noGrp="1"/>
          </p:cNvSpPr>
          <p:nvPr>
            <p:ph type="title" idx="2"/>
          </p:nvPr>
        </p:nvSpPr>
        <p:spPr>
          <a:xfrm>
            <a:off x="1318933" y="2107567"/>
            <a:ext cx="2402800" cy="528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177" name="Google Shape;177;p36"/>
          <p:cNvSpPr txBox="1">
            <a:spLocks noGrp="1"/>
          </p:cNvSpPr>
          <p:nvPr>
            <p:ph type="subTitle" idx="1"/>
          </p:nvPr>
        </p:nvSpPr>
        <p:spPr>
          <a:xfrm>
            <a:off x="1318933" y="2551133"/>
            <a:ext cx="2402800" cy="82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
        <p:nvSpPr>
          <p:cNvPr id="178" name="Google Shape;178;p36"/>
          <p:cNvSpPr txBox="1">
            <a:spLocks noGrp="1"/>
          </p:cNvSpPr>
          <p:nvPr>
            <p:ph type="title" idx="3"/>
          </p:nvPr>
        </p:nvSpPr>
        <p:spPr>
          <a:xfrm>
            <a:off x="1318933" y="4522200"/>
            <a:ext cx="2402800" cy="528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179" name="Google Shape;179;p36"/>
          <p:cNvSpPr txBox="1">
            <a:spLocks noGrp="1"/>
          </p:cNvSpPr>
          <p:nvPr>
            <p:ph type="subTitle" idx="4"/>
          </p:nvPr>
        </p:nvSpPr>
        <p:spPr>
          <a:xfrm>
            <a:off x="1318933" y="4965767"/>
            <a:ext cx="2402800" cy="82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
        <p:nvSpPr>
          <p:cNvPr id="180" name="Google Shape;180;p36"/>
          <p:cNvSpPr txBox="1">
            <a:spLocks noGrp="1"/>
          </p:cNvSpPr>
          <p:nvPr>
            <p:ph type="title" idx="5"/>
          </p:nvPr>
        </p:nvSpPr>
        <p:spPr>
          <a:xfrm>
            <a:off x="4212667" y="2107584"/>
            <a:ext cx="2402800" cy="528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181" name="Google Shape;181;p36"/>
          <p:cNvSpPr txBox="1">
            <a:spLocks noGrp="1"/>
          </p:cNvSpPr>
          <p:nvPr>
            <p:ph type="subTitle" idx="6"/>
          </p:nvPr>
        </p:nvSpPr>
        <p:spPr>
          <a:xfrm>
            <a:off x="4212667" y="2551151"/>
            <a:ext cx="2402800" cy="82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
        <p:nvSpPr>
          <p:cNvPr id="182" name="Google Shape;182;p36"/>
          <p:cNvSpPr txBox="1">
            <a:spLocks noGrp="1"/>
          </p:cNvSpPr>
          <p:nvPr>
            <p:ph type="title" idx="7"/>
          </p:nvPr>
        </p:nvSpPr>
        <p:spPr>
          <a:xfrm>
            <a:off x="4212667" y="4522217"/>
            <a:ext cx="2402800" cy="528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183" name="Google Shape;183;p36"/>
          <p:cNvSpPr txBox="1">
            <a:spLocks noGrp="1"/>
          </p:cNvSpPr>
          <p:nvPr>
            <p:ph type="subTitle" idx="8"/>
          </p:nvPr>
        </p:nvSpPr>
        <p:spPr>
          <a:xfrm>
            <a:off x="4212667" y="4965784"/>
            <a:ext cx="2402800" cy="82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cxnSp>
        <p:nvCxnSpPr>
          <p:cNvPr id="184" name="Google Shape;184;p36"/>
          <p:cNvCxnSpPr/>
          <p:nvPr/>
        </p:nvCxnSpPr>
        <p:spPr>
          <a:xfrm>
            <a:off x="11089100" y="3428967"/>
            <a:ext cx="1102800" cy="0"/>
          </a:xfrm>
          <a:prstGeom prst="straightConnector1">
            <a:avLst/>
          </a:prstGeom>
          <a:noFill/>
          <a:ln w="19050" cap="flat" cmpd="sng">
            <a:solidFill>
              <a:schemeClr val="lt2"/>
            </a:solidFill>
            <a:prstDash val="solid"/>
            <a:round/>
            <a:headEnd type="none" w="med" len="med"/>
            <a:tailEnd type="none" w="med" len="med"/>
          </a:ln>
        </p:spPr>
      </p:cxnSp>
    </p:spTree>
    <p:extLst>
      <p:ext uri="{BB962C8B-B14F-4D97-AF65-F5344CB8AC3E}">
        <p14:creationId xmlns:p14="http://schemas.microsoft.com/office/powerpoint/2010/main" val="103511866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itle and four columns 5">
  <p:cSld name="Title and four columns 5">
    <p:spTree>
      <p:nvGrpSpPr>
        <p:cNvPr id="1" name="Shape 185"/>
        <p:cNvGrpSpPr/>
        <p:nvPr/>
      </p:nvGrpSpPr>
      <p:grpSpPr>
        <a:xfrm>
          <a:off x="0" y="0"/>
          <a:ext cx="0" cy="0"/>
          <a:chOff x="0" y="0"/>
          <a:chExt cx="0" cy="0"/>
        </a:xfrm>
      </p:grpSpPr>
      <p:cxnSp>
        <p:nvCxnSpPr>
          <p:cNvPr id="186" name="Google Shape;186;p37"/>
          <p:cNvCxnSpPr/>
          <p:nvPr/>
        </p:nvCxnSpPr>
        <p:spPr>
          <a:xfrm>
            <a:off x="-800" y="3428967"/>
            <a:ext cx="12264000" cy="0"/>
          </a:xfrm>
          <a:prstGeom prst="straightConnector1">
            <a:avLst/>
          </a:prstGeom>
          <a:noFill/>
          <a:ln w="19050" cap="flat" cmpd="sng">
            <a:solidFill>
              <a:schemeClr val="lt2"/>
            </a:solidFill>
            <a:prstDash val="solid"/>
            <a:round/>
            <a:headEnd type="none" w="med" len="med"/>
            <a:tailEnd type="none" w="med" len="med"/>
          </a:ln>
        </p:spPr>
      </p:cxnSp>
      <p:sp>
        <p:nvSpPr>
          <p:cNvPr id="187" name="Google Shape;187;p37"/>
          <p:cNvSpPr txBox="1">
            <a:spLocks noGrp="1"/>
          </p:cNvSpPr>
          <p:nvPr>
            <p:ph type="title"/>
          </p:nvPr>
        </p:nvSpPr>
        <p:spPr>
          <a:xfrm>
            <a:off x="4676000" y="2890367"/>
            <a:ext cx="2840000" cy="1077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000"/>
              <a:buNone/>
              <a:defRPr sz="4000">
                <a:solidFill>
                  <a:schemeClr val="lt1"/>
                </a:solidFill>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endParaRPr/>
          </a:p>
        </p:txBody>
      </p:sp>
      <p:sp>
        <p:nvSpPr>
          <p:cNvPr id="188" name="Google Shape;188;p37"/>
          <p:cNvSpPr txBox="1">
            <a:spLocks noGrp="1"/>
          </p:cNvSpPr>
          <p:nvPr>
            <p:ph type="title" idx="2"/>
          </p:nvPr>
        </p:nvSpPr>
        <p:spPr>
          <a:xfrm>
            <a:off x="1822133" y="1091567"/>
            <a:ext cx="2402800" cy="528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189" name="Google Shape;189;p37"/>
          <p:cNvSpPr txBox="1">
            <a:spLocks noGrp="1"/>
          </p:cNvSpPr>
          <p:nvPr>
            <p:ph type="subTitle" idx="1"/>
          </p:nvPr>
        </p:nvSpPr>
        <p:spPr>
          <a:xfrm>
            <a:off x="1822133" y="1535133"/>
            <a:ext cx="2402800" cy="82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
        <p:nvSpPr>
          <p:cNvPr id="190" name="Google Shape;190;p37"/>
          <p:cNvSpPr txBox="1">
            <a:spLocks noGrp="1"/>
          </p:cNvSpPr>
          <p:nvPr>
            <p:ph type="title" idx="3"/>
          </p:nvPr>
        </p:nvSpPr>
        <p:spPr>
          <a:xfrm>
            <a:off x="1822133" y="4725400"/>
            <a:ext cx="2402800" cy="528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191" name="Google Shape;191;p37"/>
          <p:cNvSpPr txBox="1">
            <a:spLocks noGrp="1"/>
          </p:cNvSpPr>
          <p:nvPr>
            <p:ph type="subTitle" idx="4"/>
          </p:nvPr>
        </p:nvSpPr>
        <p:spPr>
          <a:xfrm>
            <a:off x="1822133" y="5168967"/>
            <a:ext cx="2402800" cy="82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
        <p:nvSpPr>
          <p:cNvPr id="192" name="Google Shape;192;p37"/>
          <p:cNvSpPr txBox="1">
            <a:spLocks noGrp="1"/>
          </p:cNvSpPr>
          <p:nvPr>
            <p:ph type="title" idx="5"/>
          </p:nvPr>
        </p:nvSpPr>
        <p:spPr>
          <a:xfrm>
            <a:off x="7865467" y="1091584"/>
            <a:ext cx="2402800" cy="528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193" name="Google Shape;193;p37"/>
          <p:cNvSpPr txBox="1">
            <a:spLocks noGrp="1"/>
          </p:cNvSpPr>
          <p:nvPr>
            <p:ph type="subTitle" idx="6"/>
          </p:nvPr>
        </p:nvSpPr>
        <p:spPr>
          <a:xfrm>
            <a:off x="7865467" y="1535151"/>
            <a:ext cx="2402800" cy="82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
        <p:nvSpPr>
          <p:cNvPr id="194" name="Google Shape;194;p37"/>
          <p:cNvSpPr txBox="1">
            <a:spLocks noGrp="1"/>
          </p:cNvSpPr>
          <p:nvPr>
            <p:ph type="title" idx="7"/>
          </p:nvPr>
        </p:nvSpPr>
        <p:spPr>
          <a:xfrm>
            <a:off x="7865467" y="4725417"/>
            <a:ext cx="2402800" cy="528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195" name="Google Shape;195;p37"/>
          <p:cNvSpPr txBox="1">
            <a:spLocks noGrp="1"/>
          </p:cNvSpPr>
          <p:nvPr>
            <p:ph type="subTitle" idx="8"/>
          </p:nvPr>
        </p:nvSpPr>
        <p:spPr>
          <a:xfrm>
            <a:off x="7865467" y="5168984"/>
            <a:ext cx="2402800" cy="82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Tree>
    <p:extLst>
      <p:ext uri="{BB962C8B-B14F-4D97-AF65-F5344CB8AC3E}">
        <p14:creationId xmlns:p14="http://schemas.microsoft.com/office/powerpoint/2010/main" val="355702077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196"/>
        <p:cNvGrpSpPr/>
        <p:nvPr/>
      </p:nvGrpSpPr>
      <p:grpSpPr>
        <a:xfrm>
          <a:off x="0" y="0"/>
          <a:ext cx="0" cy="0"/>
          <a:chOff x="0" y="0"/>
          <a:chExt cx="0" cy="0"/>
        </a:xfrm>
      </p:grpSpPr>
      <p:cxnSp>
        <p:nvCxnSpPr>
          <p:cNvPr id="197" name="Google Shape;197;p38"/>
          <p:cNvCxnSpPr/>
          <p:nvPr/>
        </p:nvCxnSpPr>
        <p:spPr>
          <a:xfrm>
            <a:off x="-800" y="3428967"/>
            <a:ext cx="719200" cy="0"/>
          </a:xfrm>
          <a:prstGeom prst="straightConnector1">
            <a:avLst/>
          </a:prstGeom>
          <a:noFill/>
          <a:ln w="19050" cap="flat" cmpd="sng">
            <a:solidFill>
              <a:schemeClr val="lt2"/>
            </a:solidFill>
            <a:prstDash val="solid"/>
            <a:round/>
            <a:headEnd type="none" w="med" len="med"/>
            <a:tailEnd type="none" w="med" len="med"/>
          </a:ln>
        </p:spPr>
      </p:cxnSp>
      <p:sp>
        <p:nvSpPr>
          <p:cNvPr id="198" name="Google Shape;198;p38"/>
          <p:cNvSpPr/>
          <p:nvPr/>
        </p:nvSpPr>
        <p:spPr>
          <a:xfrm>
            <a:off x="708167" y="2415600"/>
            <a:ext cx="3825200" cy="2026800"/>
          </a:xfrm>
          <a:prstGeom prst="roundRect">
            <a:avLst>
              <a:gd name="adj" fmla="val 50000"/>
            </a:avLst>
          </a:prstGeom>
          <a:noFill/>
          <a:ln w="1905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r" rtl="0">
              <a:spcBef>
                <a:spcPts val="0"/>
              </a:spcBef>
              <a:spcAft>
                <a:spcPts val="0"/>
              </a:spcAft>
              <a:buNone/>
            </a:pPr>
            <a:endParaRPr sz="1333"/>
          </a:p>
        </p:txBody>
      </p:sp>
      <p:sp>
        <p:nvSpPr>
          <p:cNvPr id="199" name="Google Shape;199;p38"/>
          <p:cNvSpPr txBox="1">
            <a:spLocks noGrp="1"/>
          </p:cNvSpPr>
          <p:nvPr>
            <p:ph type="title"/>
          </p:nvPr>
        </p:nvSpPr>
        <p:spPr>
          <a:xfrm>
            <a:off x="1173767" y="2890367"/>
            <a:ext cx="3359600" cy="10772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4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200" name="Google Shape;200;p38"/>
          <p:cNvCxnSpPr/>
          <p:nvPr/>
        </p:nvCxnSpPr>
        <p:spPr>
          <a:xfrm>
            <a:off x="11089100" y="3428967"/>
            <a:ext cx="1102800" cy="0"/>
          </a:xfrm>
          <a:prstGeom prst="straightConnector1">
            <a:avLst/>
          </a:prstGeom>
          <a:noFill/>
          <a:ln w="19050" cap="flat" cmpd="sng">
            <a:solidFill>
              <a:schemeClr val="lt2"/>
            </a:solidFill>
            <a:prstDash val="solid"/>
            <a:round/>
            <a:headEnd type="none" w="med" len="med"/>
            <a:tailEnd type="none" w="med" len="med"/>
          </a:ln>
        </p:spPr>
      </p:cxnSp>
    </p:spTree>
    <p:extLst>
      <p:ext uri="{BB962C8B-B14F-4D97-AF65-F5344CB8AC3E}">
        <p14:creationId xmlns:p14="http://schemas.microsoft.com/office/powerpoint/2010/main" val="298591148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201"/>
        <p:cNvGrpSpPr/>
        <p:nvPr/>
      </p:nvGrpSpPr>
      <p:grpSpPr>
        <a:xfrm>
          <a:off x="0" y="0"/>
          <a:ext cx="0" cy="0"/>
          <a:chOff x="0" y="0"/>
          <a:chExt cx="0" cy="0"/>
        </a:xfrm>
      </p:grpSpPr>
      <p:cxnSp>
        <p:nvCxnSpPr>
          <p:cNvPr id="202" name="Google Shape;202;p39"/>
          <p:cNvCxnSpPr/>
          <p:nvPr/>
        </p:nvCxnSpPr>
        <p:spPr>
          <a:xfrm>
            <a:off x="-800" y="3428967"/>
            <a:ext cx="719200" cy="0"/>
          </a:xfrm>
          <a:prstGeom prst="straightConnector1">
            <a:avLst/>
          </a:prstGeom>
          <a:noFill/>
          <a:ln w="19050" cap="flat" cmpd="sng">
            <a:solidFill>
              <a:schemeClr val="lt2"/>
            </a:solidFill>
            <a:prstDash val="solid"/>
            <a:round/>
            <a:headEnd type="none" w="med" len="med"/>
            <a:tailEnd type="none" w="med" len="med"/>
          </a:ln>
        </p:spPr>
      </p:cxnSp>
      <p:sp>
        <p:nvSpPr>
          <p:cNvPr id="203" name="Google Shape;203;p39"/>
          <p:cNvSpPr txBox="1">
            <a:spLocks noGrp="1"/>
          </p:cNvSpPr>
          <p:nvPr>
            <p:ph type="title"/>
          </p:nvPr>
        </p:nvSpPr>
        <p:spPr>
          <a:xfrm>
            <a:off x="7138633" y="2890367"/>
            <a:ext cx="3359600" cy="1077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4000"/>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cxnSp>
        <p:nvCxnSpPr>
          <p:cNvPr id="204" name="Google Shape;204;p39"/>
          <p:cNvCxnSpPr/>
          <p:nvPr/>
        </p:nvCxnSpPr>
        <p:spPr>
          <a:xfrm>
            <a:off x="11089100" y="3428967"/>
            <a:ext cx="1102800" cy="0"/>
          </a:xfrm>
          <a:prstGeom prst="straightConnector1">
            <a:avLst/>
          </a:prstGeom>
          <a:noFill/>
          <a:ln w="19050" cap="flat" cmpd="sng">
            <a:solidFill>
              <a:schemeClr val="lt2"/>
            </a:solidFill>
            <a:prstDash val="solid"/>
            <a:round/>
            <a:headEnd type="none" w="med" len="med"/>
            <a:tailEnd type="none" w="med" len="med"/>
          </a:ln>
        </p:spPr>
      </p:cxnSp>
    </p:spTree>
    <p:extLst>
      <p:ext uri="{BB962C8B-B14F-4D97-AF65-F5344CB8AC3E}">
        <p14:creationId xmlns:p14="http://schemas.microsoft.com/office/powerpoint/2010/main" val="296882437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Caption 1">
  <p:cSld name="Caption 1">
    <p:spTree>
      <p:nvGrpSpPr>
        <p:cNvPr id="1" name="Shape 205"/>
        <p:cNvGrpSpPr/>
        <p:nvPr/>
      </p:nvGrpSpPr>
      <p:grpSpPr>
        <a:xfrm>
          <a:off x="0" y="0"/>
          <a:ext cx="0" cy="0"/>
          <a:chOff x="0" y="0"/>
          <a:chExt cx="0" cy="0"/>
        </a:xfrm>
      </p:grpSpPr>
      <p:sp>
        <p:nvSpPr>
          <p:cNvPr id="206" name="Google Shape;206;p40"/>
          <p:cNvSpPr/>
          <p:nvPr/>
        </p:nvSpPr>
        <p:spPr>
          <a:xfrm>
            <a:off x="6620767" y="1083300"/>
            <a:ext cx="4435200" cy="4340800"/>
          </a:xfrm>
          <a:prstGeom prst="roundRect">
            <a:avLst>
              <a:gd name="adj" fmla="val 50000"/>
            </a:avLst>
          </a:prstGeom>
          <a:solidFill>
            <a:schemeClr val="dk1"/>
          </a:solidFill>
          <a:ln w="1905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r" rtl="0">
              <a:spcBef>
                <a:spcPts val="0"/>
              </a:spcBef>
              <a:spcAft>
                <a:spcPts val="0"/>
              </a:spcAft>
              <a:buNone/>
            </a:pPr>
            <a:endParaRPr sz="1333"/>
          </a:p>
        </p:txBody>
      </p:sp>
      <p:sp>
        <p:nvSpPr>
          <p:cNvPr id="207" name="Google Shape;207;p40"/>
          <p:cNvSpPr txBox="1">
            <a:spLocks noGrp="1"/>
          </p:cNvSpPr>
          <p:nvPr>
            <p:ph type="title"/>
          </p:nvPr>
        </p:nvSpPr>
        <p:spPr>
          <a:xfrm>
            <a:off x="7101833" y="2890367"/>
            <a:ext cx="3359600" cy="1077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000"/>
              <a:buNone/>
              <a:defRPr sz="4000">
                <a:solidFill>
                  <a:schemeClr val="lt1"/>
                </a:solidFill>
              </a:defRPr>
            </a:lvl1pPr>
            <a:lvl2pPr lvl="1" algn="ctr" rtl="0">
              <a:spcBef>
                <a:spcPts val="0"/>
              </a:spcBef>
              <a:spcAft>
                <a:spcPts val="0"/>
              </a:spcAft>
              <a:buClr>
                <a:schemeClr val="lt1"/>
              </a:buClr>
              <a:buSzPts val="2800"/>
              <a:buNone/>
              <a:defRPr>
                <a:solidFill>
                  <a:schemeClr val="lt1"/>
                </a:solidFill>
              </a:defRPr>
            </a:lvl2pPr>
            <a:lvl3pPr lvl="2" algn="ctr" rtl="0">
              <a:spcBef>
                <a:spcPts val="0"/>
              </a:spcBef>
              <a:spcAft>
                <a:spcPts val="0"/>
              </a:spcAft>
              <a:buClr>
                <a:schemeClr val="lt1"/>
              </a:buClr>
              <a:buSzPts val="2800"/>
              <a:buNone/>
              <a:defRPr>
                <a:solidFill>
                  <a:schemeClr val="lt1"/>
                </a:solidFill>
              </a:defRPr>
            </a:lvl3pPr>
            <a:lvl4pPr lvl="3" algn="ctr" rtl="0">
              <a:spcBef>
                <a:spcPts val="0"/>
              </a:spcBef>
              <a:spcAft>
                <a:spcPts val="0"/>
              </a:spcAft>
              <a:buClr>
                <a:schemeClr val="lt1"/>
              </a:buClr>
              <a:buSzPts val="2800"/>
              <a:buNone/>
              <a:defRPr>
                <a:solidFill>
                  <a:schemeClr val="lt1"/>
                </a:solidFill>
              </a:defRPr>
            </a:lvl4pPr>
            <a:lvl5pPr lvl="4" algn="ctr" rtl="0">
              <a:spcBef>
                <a:spcPts val="0"/>
              </a:spcBef>
              <a:spcAft>
                <a:spcPts val="0"/>
              </a:spcAft>
              <a:buClr>
                <a:schemeClr val="lt1"/>
              </a:buClr>
              <a:buSzPts val="2800"/>
              <a:buNone/>
              <a:defRPr>
                <a:solidFill>
                  <a:schemeClr val="lt1"/>
                </a:solidFill>
              </a:defRPr>
            </a:lvl5pPr>
            <a:lvl6pPr lvl="5" algn="ctr" rtl="0">
              <a:spcBef>
                <a:spcPts val="0"/>
              </a:spcBef>
              <a:spcAft>
                <a:spcPts val="0"/>
              </a:spcAft>
              <a:buClr>
                <a:schemeClr val="lt1"/>
              </a:buClr>
              <a:buSzPts val="2800"/>
              <a:buNone/>
              <a:defRPr>
                <a:solidFill>
                  <a:schemeClr val="lt1"/>
                </a:solidFill>
              </a:defRPr>
            </a:lvl6pPr>
            <a:lvl7pPr lvl="6" algn="ctr" rtl="0">
              <a:spcBef>
                <a:spcPts val="0"/>
              </a:spcBef>
              <a:spcAft>
                <a:spcPts val="0"/>
              </a:spcAft>
              <a:buClr>
                <a:schemeClr val="lt1"/>
              </a:buClr>
              <a:buSzPts val="2800"/>
              <a:buNone/>
              <a:defRPr>
                <a:solidFill>
                  <a:schemeClr val="lt1"/>
                </a:solidFill>
              </a:defRPr>
            </a:lvl7pPr>
            <a:lvl8pPr lvl="7" algn="ctr" rtl="0">
              <a:spcBef>
                <a:spcPts val="0"/>
              </a:spcBef>
              <a:spcAft>
                <a:spcPts val="0"/>
              </a:spcAft>
              <a:buClr>
                <a:schemeClr val="lt1"/>
              </a:buClr>
              <a:buSzPts val="2800"/>
              <a:buNone/>
              <a:defRPr>
                <a:solidFill>
                  <a:schemeClr val="lt1"/>
                </a:solidFill>
              </a:defRPr>
            </a:lvl8pPr>
            <a:lvl9pPr lvl="8" algn="ctr"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373479957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Caption 2">
  <p:cSld name="Caption 2">
    <p:spTree>
      <p:nvGrpSpPr>
        <p:cNvPr id="1" name="Shape 208"/>
        <p:cNvGrpSpPr/>
        <p:nvPr/>
      </p:nvGrpSpPr>
      <p:grpSpPr>
        <a:xfrm>
          <a:off x="0" y="0"/>
          <a:ext cx="0" cy="0"/>
          <a:chOff x="0" y="0"/>
          <a:chExt cx="0" cy="0"/>
        </a:xfrm>
      </p:grpSpPr>
      <p:sp>
        <p:nvSpPr>
          <p:cNvPr id="209" name="Google Shape;209;p41"/>
          <p:cNvSpPr txBox="1">
            <a:spLocks noGrp="1"/>
          </p:cNvSpPr>
          <p:nvPr>
            <p:ph type="title"/>
          </p:nvPr>
        </p:nvSpPr>
        <p:spPr>
          <a:xfrm>
            <a:off x="1062800" y="4895667"/>
            <a:ext cx="10066400" cy="1077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000"/>
              <a:buNone/>
              <a:defRPr sz="4000">
                <a:solidFill>
                  <a:schemeClr val="lt1"/>
                </a:solidFill>
              </a:defRPr>
            </a:lvl1pPr>
            <a:lvl2pPr lvl="1" algn="ctr" rtl="0">
              <a:spcBef>
                <a:spcPts val="0"/>
              </a:spcBef>
              <a:spcAft>
                <a:spcPts val="0"/>
              </a:spcAft>
              <a:buClr>
                <a:schemeClr val="lt1"/>
              </a:buClr>
              <a:buSzPts val="2800"/>
              <a:buNone/>
              <a:defRPr>
                <a:solidFill>
                  <a:schemeClr val="lt1"/>
                </a:solidFill>
              </a:defRPr>
            </a:lvl2pPr>
            <a:lvl3pPr lvl="2" algn="ctr" rtl="0">
              <a:spcBef>
                <a:spcPts val="0"/>
              </a:spcBef>
              <a:spcAft>
                <a:spcPts val="0"/>
              </a:spcAft>
              <a:buClr>
                <a:schemeClr val="lt1"/>
              </a:buClr>
              <a:buSzPts val="2800"/>
              <a:buNone/>
              <a:defRPr>
                <a:solidFill>
                  <a:schemeClr val="lt1"/>
                </a:solidFill>
              </a:defRPr>
            </a:lvl3pPr>
            <a:lvl4pPr lvl="3" algn="ctr" rtl="0">
              <a:spcBef>
                <a:spcPts val="0"/>
              </a:spcBef>
              <a:spcAft>
                <a:spcPts val="0"/>
              </a:spcAft>
              <a:buClr>
                <a:schemeClr val="lt1"/>
              </a:buClr>
              <a:buSzPts val="2800"/>
              <a:buNone/>
              <a:defRPr>
                <a:solidFill>
                  <a:schemeClr val="lt1"/>
                </a:solidFill>
              </a:defRPr>
            </a:lvl4pPr>
            <a:lvl5pPr lvl="4" algn="ctr" rtl="0">
              <a:spcBef>
                <a:spcPts val="0"/>
              </a:spcBef>
              <a:spcAft>
                <a:spcPts val="0"/>
              </a:spcAft>
              <a:buClr>
                <a:schemeClr val="lt1"/>
              </a:buClr>
              <a:buSzPts val="2800"/>
              <a:buNone/>
              <a:defRPr>
                <a:solidFill>
                  <a:schemeClr val="lt1"/>
                </a:solidFill>
              </a:defRPr>
            </a:lvl5pPr>
            <a:lvl6pPr lvl="5" algn="ctr" rtl="0">
              <a:spcBef>
                <a:spcPts val="0"/>
              </a:spcBef>
              <a:spcAft>
                <a:spcPts val="0"/>
              </a:spcAft>
              <a:buClr>
                <a:schemeClr val="lt1"/>
              </a:buClr>
              <a:buSzPts val="2800"/>
              <a:buNone/>
              <a:defRPr>
                <a:solidFill>
                  <a:schemeClr val="lt1"/>
                </a:solidFill>
              </a:defRPr>
            </a:lvl6pPr>
            <a:lvl7pPr lvl="6" algn="ctr" rtl="0">
              <a:spcBef>
                <a:spcPts val="0"/>
              </a:spcBef>
              <a:spcAft>
                <a:spcPts val="0"/>
              </a:spcAft>
              <a:buClr>
                <a:schemeClr val="lt1"/>
              </a:buClr>
              <a:buSzPts val="2800"/>
              <a:buNone/>
              <a:defRPr>
                <a:solidFill>
                  <a:schemeClr val="lt1"/>
                </a:solidFill>
              </a:defRPr>
            </a:lvl7pPr>
            <a:lvl8pPr lvl="7" algn="ctr" rtl="0">
              <a:spcBef>
                <a:spcPts val="0"/>
              </a:spcBef>
              <a:spcAft>
                <a:spcPts val="0"/>
              </a:spcAft>
              <a:buClr>
                <a:schemeClr val="lt1"/>
              </a:buClr>
              <a:buSzPts val="2800"/>
              <a:buNone/>
              <a:defRPr>
                <a:solidFill>
                  <a:schemeClr val="lt1"/>
                </a:solidFill>
              </a:defRPr>
            </a:lvl8pPr>
            <a:lvl9pPr lvl="8" algn="ctr"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109064391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itle and two columns 3">
  <p:cSld name="Title and two columns 3">
    <p:spTree>
      <p:nvGrpSpPr>
        <p:cNvPr id="1" name="Shape 210"/>
        <p:cNvGrpSpPr/>
        <p:nvPr/>
      </p:nvGrpSpPr>
      <p:grpSpPr>
        <a:xfrm>
          <a:off x="0" y="0"/>
          <a:ext cx="0" cy="0"/>
          <a:chOff x="0" y="0"/>
          <a:chExt cx="0" cy="0"/>
        </a:xfrm>
      </p:grpSpPr>
      <p:sp>
        <p:nvSpPr>
          <p:cNvPr id="211" name="Google Shape;211;p42"/>
          <p:cNvSpPr txBox="1">
            <a:spLocks noGrp="1"/>
          </p:cNvSpPr>
          <p:nvPr>
            <p:ph type="body" idx="1"/>
          </p:nvPr>
        </p:nvSpPr>
        <p:spPr>
          <a:xfrm>
            <a:off x="1442233" y="4901200"/>
            <a:ext cx="3915200" cy="1628800"/>
          </a:xfrm>
          <a:prstGeom prst="rect">
            <a:avLst/>
          </a:prstGeom>
        </p:spPr>
        <p:txBody>
          <a:bodyPr spcFirstLastPara="1" wrap="square" lIns="91425" tIns="91425" rIns="91425" bIns="91425" anchor="t" anchorCtr="0">
            <a:noAutofit/>
          </a:bodyPr>
          <a:lstStyle>
            <a:lvl1pPr marL="609585" lvl="0" indent="-440256" algn="ctr" rtl="0">
              <a:spcBef>
                <a:spcPts val="0"/>
              </a:spcBef>
              <a:spcAft>
                <a:spcPts val="0"/>
              </a:spcAft>
              <a:buSzPts val="1600"/>
              <a:buChar char="●"/>
              <a:defRPr sz="2133"/>
            </a:lvl1pPr>
            <a:lvl2pPr marL="1219170" lvl="1" indent="-440256" algn="ctr" rtl="0">
              <a:spcBef>
                <a:spcPts val="2133"/>
              </a:spcBef>
              <a:spcAft>
                <a:spcPts val="0"/>
              </a:spcAft>
              <a:buSzPts val="1600"/>
              <a:buChar char="○"/>
              <a:defRPr sz="2133"/>
            </a:lvl2pPr>
            <a:lvl3pPr marL="1828754" lvl="2" indent="-440256" algn="ctr" rtl="0">
              <a:spcBef>
                <a:spcPts val="2133"/>
              </a:spcBef>
              <a:spcAft>
                <a:spcPts val="0"/>
              </a:spcAft>
              <a:buSzPts val="1600"/>
              <a:buChar char="■"/>
              <a:defRPr sz="2133"/>
            </a:lvl3pPr>
            <a:lvl4pPr marL="2438339" lvl="3" indent="-440256" algn="ctr" rtl="0">
              <a:spcBef>
                <a:spcPts val="2133"/>
              </a:spcBef>
              <a:spcAft>
                <a:spcPts val="0"/>
              </a:spcAft>
              <a:buSzPts val="1600"/>
              <a:buChar char="●"/>
              <a:defRPr sz="2133"/>
            </a:lvl4pPr>
            <a:lvl5pPr marL="3047924" lvl="4" indent="-440256" algn="ctr" rtl="0">
              <a:spcBef>
                <a:spcPts val="2133"/>
              </a:spcBef>
              <a:spcAft>
                <a:spcPts val="0"/>
              </a:spcAft>
              <a:buSzPts val="1600"/>
              <a:buChar char="○"/>
              <a:defRPr sz="2133"/>
            </a:lvl5pPr>
            <a:lvl6pPr marL="3657509" lvl="5" indent="-440256" algn="ctr" rtl="0">
              <a:spcBef>
                <a:spcPts val="2133"/>
              </a:spcBef>
              <a:spcAft>
                <a:spcPts val="0"/>
              </a:spcAft>
              <a:buSzPts val="1600"/>
              <a:buChar char="■"/>
              <a:defRPr sz="2133"/>
            </a:lvl6pPr>
            <a:lvl7pPr marL="4267093" lvl="6" indent="-440256" algn="ctr" rtl="0">
              <a:spcBef>
                <a:spcPts val="2133"/>
              </a:spcBef>
              <a:spcAft>
                <a:spcPts val="0"/>
              </a:spcAft>
              <a:buSzPts val="1600"/>
              <a:buChar char="●"/>
              <a:defRPr sz="2133"/>
            </a:lvl7pPr>
            <a:lvl8pPr marL="4876678" lvl="7" indent="-440256" algn="ctr" rtl="0">
              <a:spcBef>
                <a:spcPts val="2133"/>
              </a:spcBef>
              <a:spcAft>
                <a:spcPts val="0"/>
              </a:spcAft>
              <a:buSzPts val="1600"/>
              <a:buChar char="○"/>
              <a:defRPr sz="2133"/>
            </a:lvl8pPr>
            <a:lvl9pPr marL="5486263" lvl="8" indent="-440256" algn="ctr" rtl="0">
              <a:spcBef>
                <a:spcPts val="2133"/>
              </a:spcBef>
              <a:spcAft>
                <a:spcPts val="2133"/>
              </a:spcAft>
              <a:buSzPts val="1600"/>
              <a:buChar char="■"/>
              <a:defRPr sz="2133"/>
            </a:lvl9pPr>
          </a:lstStyle>
          <a:p>
            <a:endParaRPr/>
          </a:p>
        </p:txBody>
      </p:sp>
      <p:sp>
        <p:nvSpPr>
          <p:cNvPr id="212" name="Google Shape;212;p42"/>
          <p:cNvSpPr txBox="1">
            <a:spLocks noGrp="1"/>
          </p:cNvSpPr>
          <p:nvPr>
            <p:ph type="body" idx="2"/>
          </p:nvPr>
        </p:nvSpPr>
        <p:spPr>
          <a:xfrm>
            <a:off x="6834605" y="4901200"/>
            <a:ext cx="3915200" cy="1628800"/>
          </a:xfrm>
          <a:prstGeom prst="rect">
            <a:avLst/>
          </a:prstGeom>
        </p:spPr>
        <p:txBody>
          <a:bodyPr spcFirstLastPara="1" wrap="square" lIns="91425" tIns="91425" rIns="91425" bIns="91425" anchor="t" anchorCtr="0">
            <a:noAutofit/>
          </a:bodyPr>
          <a:lstStyle>
            <a:lvl1pPr marL="609585" lvl="0" indent="-440256" algn="ctr" rtl="0">
              <a:spcBef>
                <a:spcPts val="0"/>
              </a:spcBef>
              <a:spcAft>
                <a:spcPts val="0"/>
              </a:spcAft>
              <a:buSzPts val="1600"/>
              <a:buChar char="●"/>
              <a:defRPr sz="2133"/>
            </a:lvl1pPr>
            <a:lvl2pPr marL="1219170" lvl="1" indent="-440256" algn="ctr" rtl="0">
              <a:spcBef>
                <a:spcPts val="2133"/>
              </a:spcBef>
              <a:spcAft>
                <a:spcPts val="0"/>
              </a:spcAft>
              <a:buSzPts val="1600"/>
              <a:buChar char="○"/>
              <a:defRPr sz="2133"/>
            </a:lvl2pPr>
            <a:lvl3pPr marL="1828754" lvl="2" indent="-440256" algn="ctr" rtl="0">
              <a:spcBef>
                <a:spcPts val="2133"/>
              </a:spcBef>
              <a:spcAft>
                <a:spcPts val="0"/>
              </a:spcAft>
              <a:buSzPts val="1600"/>
              <a:buChar char="■"/>
              <a:defRPr sz="2133"/>
            </a:lvl3pPr>
            <a:lvl4pPr marL="2438339" lvl="3" indent="-440256" algn="ctr" rtl="0">
              <a:spcBef>
                <a:spcPts val="2133"/>
              </a:spcBef>
              <a:spcAft>
                <a:spcPts val="0"/>
              </a:spcAft>
              <a:buSzPts val="1600"/>
              <a:buChar char="●"/>
              <a:defRPr sz="2133"/>
            </a:lvl4pPr>
            <a:lvl5pPr marL="3047924" lvl="4" indent="-440256" algn="ctr" rtl="0">
              <a:spcBef>
                <a:spcPts val="2133"/>
              </a:spcBef>
              <a:spcAft>
                <a:spcPts val="0"/>
              </a:spcAft>
              <a:buSzPts val="1600"/>
              <a:buChar char="○"/>
              <a:defRPr sz="2133"/>
            </a:lvl5pPr>
            <a:lvl6pPr marL="3657509" lvl="5" indent="-440256" algn="ctr" rtl="0">
              <a:spcBef>
                <a:spcPts val="2133"/>
              </a:spcBef>
              <a:spcAft>
                <a:spcPts val="0"/>
              </a:spcAft>
              <a:buSzPts val="1600"/>
              <a:buChar char="■"/>
              <a:defRPr sz="2133"/>
            </a:lvl6pPr>
            <a:lvl7pPr marL="4267093" lvl="6" indent="-440256" algn="ctr" rtl="0">
              <a:spcBef>
                <a:spcPts val="2133"/>
              </a:spcBef>
              <a:spcAft>
                <a:spcPts val="0"/>
              </a:spcAft>
              <a:buSzPts val="1600"/>
              <a:buChar char="●"/>
              <a:defRPr sz="2133"/>
            </a:lvl7pPr>
            <a:lvl8pPr marL="4876678" lvl="7" indent="-440256" algn="ctr" rtl="0">
              <a:spcBef>
                <a:spcPts val="2133"/>
              </a:spcBef>
              <a:spcAft>
                <a:spcPts val="0"/>
              </a:spcAft>
              <a:buSzPts val="1600"/>
              <a:buChar char="○"/>
              <a:defRPr sz="2133"/>
            </a:lvl8pPr>
            <a:lvl9pPr marL="5486263" lvl="8" indent="-440256" algn="ctr" rtl="0">
              <a:spcBef>
                <a:spcPts val="2133"/>
              </a:spcBef>
              <a:spcAft>
                <a:spcPts val="2133"/>
              </a:spcAft>
              <a:buSzPts val="1600"/>
              <a:buChar char="■"/>
              <a:defRPr sz="2133"/>
            </a:lvl9pPr>
          </a:lstStyle>
          <a:p>
            <a:endParaRPr/>
          </a:p>
        </p:txBody>
      </p:sp>
      <p:cxnSp>
        <p:nvCxnSpPr>
          <p:cNvPr id="213" name="Google Shape;213;p42"/>
          <p:cNvCxnSpPr/>
          <p:nvPr/>
        </p:nvCxnSpPr>
        <p:spPr>
          <a:xfrm rot="10800000">
            <a:off x="-147367" y="1170400"/>
            <a:ext cx="12597200" cy="0"/>
          </a:xfrm>
          <a:prstGeom prst="straightConnector1">
            <a:avLst/>
          </a:prstGeom>
          <a:noFill/>
          <a:ln w="19050" cap="flat" cmpd="sng">
            <a:solidFill>
              <a:schemeClr val="accent1"/>
            </a:solidFill>
            <a:prstDash val="solid"/>
            <a:round/>
            <a:headEnd type="none" w="med" len="med"/>
            <a:tailEnd type="none" w="med" len="med"/>
          </a:ln>
        </p:spPr>
      </p:cxnSp>
      <p:sp>
        <p:nvSpPr>
          <p:cNvPr id="214" name="Google Shape;214;p42"/>
          <p:cNvSpPr/>
          <p:nvPr/>
        </p:nvSpPr>
        <p:spPr>
          <a:xfrm>
            <a:off x="2713800" y="557067"/>
            <a:ext cx="6764400" cy="11600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p>
        </p:txBody>
      </p:sp>
      <p:sp>
        <p:nvSpPr>
          <p:cNvPr id="215" name="Google Shape;215;p42"/>
          <p:cNvSpPr txBox="1">
            <a:spLocks noGrp="1"/>
          </p:cNvSpPr>
          <p:nvPr>
            <p:ph type="title"/>
          </p:nvPr>
        </p:nvSpPr>
        <p:spPr>
          <a:xfrm>
            <a:off x="3787800" y="598467"/>
            <a:ext cx="4616400" cy="1077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000"/>
              <a:buNone/>
              <a:defRPr sz="4000">
                <a:solidFill>
                  <a:schemeClr val="lt1"/>
                </a:solidFill>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216" name="Google Shape;216;p42"/>
          <p:cNvSpPr txBox="1">
            <a:spLocks noGrp="1"/>
          </p:cNvSpPr>
          <p:nvPr>
            <p:ph type="subTitle" idx="3"/>
          </p:nvPr>
        </p:nvSpPr>
        <p:spPr>
          <a:xfrm>
            <a:off x="1542033" y="4372133"/>
            <a:ext cx="3715600" cy="637200"/>
          </a:xfrm>
          <a:prstGeom prst="rect">
            <a:avLst/>
          </a:prstGeom>
        </p:spPr>
        <p:txBody>
          <a:bodyPr spcFirstLastPara="1" wrap="square" lIns="91425" tIns="91425" rIns="91425" bIns="91425" anchor="t" anchorCtr="0">
            <a:noAutofit/>
          </a:bodyPr>
          <a:lstStyle>
            <a:lvl1pPr lvl="0" algn="ctr">
              <a:spcBef>
                <a:spcPts val="0"/>
              </a:spcBef>
              <a:spcAft>
                <a:spcPts val="0"/>
              </a:spcAft>
              <a:buSzPts val="1800"/>
              <a:buFont typeface="Oswald"/>
              <a:buNone/>
              <a:defRPr b="1">
                <a:latin typeface="Oswald"/>
                <a:ea typeface="Oswald"/>
                <a:cs typeface="Oswald"/>
                <a:sym typeface="Oswald"/>
              </a:defRPr>
            </a:lvl1pPr>
            <a:lvl2pPr lvl="1" algn="ctr">
              <a:spcBef>
                <a:spcPts val="2133"/>
              </a:spcBef>
              <a:spcAft>
                <a:spcPts val="0"/>
              </a:spcAft>
              <a:buSzPts val="1400"/>
              <a:buFont typeface="Oswald"/>
              <a:buNone/>
              <a:defRPr b="1">
                <a:latin typeface="Oswald"/>
                <a:ea typeface="Oswald"/>
                <a:cs typeface="Oswald"/>
                <a:sym typeface="Oswald"/>
              </a:defRPr>
            </a:lvl2pPr>
            <a:lvl3pPr lvl="2" algn="ctr">
              <a:spcBef>
                <a:spcPts val="2133"/>
              </a:spcBef>
              <a:spcAft>
                <a:spcPts val="0"/>
              </a:spcAft>
              <a:buSzPts val="1400"/>
              <a:buFont typeface="Oswald"/>
              <a:buNone/>
              <a:defRPr b="1">
                <a:latin typeface="Oswald"/>
                <a:ea typeface="Oswald"/>
                <a:cs typeface="Oswald"/>
                <a:sym typeface="Oswald"/>
              </a:defRPr>
            </a:lvl3pPr>
            <a:lvl4pPr lvl="3" algn="ctr">
              <a:spcBef>
                <a:spcPts val="2133"/>
              </a:spcBef>
              <a:spcAft>
                <a:spcPts val="0"/>
              </a:spcAft>
              <a:buSzPts val="1400"/>
              <a:buFont typeface="Oswald"/>
              <a:buNone/>
              <a:defRPr b="1">
                <a:latin typeface="Oswald"/>
                <a:ea typeface="Oswald"/>
                <a:cs typeface="Oswald"/>
                <a:sym typeface="Oswald"/>
              </a:defRPr>
            </a:lvl4pPr>
            <a:lvl5pPr lvl="4" algn="ctr">
              <a:spcBef>
                <a:spcPts val="2133"/>
              </a:spcBef>
              <a:spcAft>
                <a:spcPts val="0"/>
              </a:spcAft>
              <a:buSzPts val="1400"/>
              <a:buFont typeface="Oswald"/>
              <a:buNone/>
              <a:defRPr b="1">
                <a:latin typeface="Oswald"/>
                <a:ea typeface="Oswald"/>
                <a:cs typeface="Oswald"/>
                <a:sym typeface="Oswald"/>
              </a:defRPr>
            </a:lvl5pPr>
            <a:lvl6pPr lvl="5" algn="ctr">
              <a:spcBef>
                <a:spcPts val="2133"/>
              </a:spcBef>
              <a:spcAft>
                <a:spcPts val="0"/>
              </a:spcAft>
              <a:buSzPts val="1400"/>
              <a:buFont typeface="Oswald"/>
              <a:buNone/>
              <a:defRPr b="1">
                <a:latin typeface="Oswald"/>
                <a:ea typeface="Oswald"/>
                <a:cs typeface="Oswald"/>
                <a:sym typeface="Oswald"/>
              </a:defRPr>
            </a:lvl6pPr>
            <a:lvl7pPr lvl="6" algn="ctr">
              <a:spcBef>
                <a:spcPts val="2133"/>
              </a:spcBef>
              <a:spcAft>
                <a:spcPts val="0"/>
              </a:spcAft>
              <a:buSzPts val="1400"/>
              <a:buFont typeface="Oswald"/>
              <a:buNone/>
              <a:defRPr b="1">
                <a:latin typeface="Oswald"/>
                <a:ea typeface="Oswald"/>
                <a:cs typeface="Oswald"/>
                <a:sym typeface="Oswald"/>
              </a:defRPr>
            </a:lvl7pPr>
            <a:lvl8pPr lvl="7" algn="ctr">
              <a:spcBef>
                <a:spcPts val="2133"/>
              </a:spcBef>
              <a:spcAft>
                <a:spcPts val="0"/>
              </a:spcAft>
              <a:buSzPts val="1400"/>
              <a:buFont typeface="Oswald"/>
              <a:buNone/>
              <a:defRPr b="1">
                <a:latin typeface="Oswald"/>
                <a:ea typeface="Oswald"/>
                <a:cs typeface="Oswald"/>
                <a:sym typeface="Oswald"/>
              </a:defRPr>
            </a:lvl8pPr>
            <a:lvl9pPr lvl="8" algn="ctr">
              <a:spcBef>
                <a:spcPts val="2133"/>
              </a:spcBef>
              <a:spcAft>
                <a:spcPts val="2133"/>
              </a:spcAft>
              <a:buSzPts val="1400"/>
              <a:buFont typeface="Oswald"/>
              <a:buNone/>
              <a:defRPr b="1">
                <a:latin typeface="Oswald"/>
                <a:ea typeface="Oswald"/>
                <a:cs typeface="Oswald"/>
                <a:sym typeface="Oswald"/>
              </a:defRPr>
            </a:lvl9pPr>
          </a:lstStyle>
          <a:p>
            <a:endParaRPr/>
          </a:p>
        </p:txBody>
      </p:sp>
      <p:sp>
        <p:nvSpPr>
          <p:cNvPr id="217" name="Google Shape;217;p42"/>
          <p:cNvSpPr txBox="1">
            <a:spLocks noGrp="1"/>
          </p:cNvSpPr>
          <p:nvPr>
            <p:ph type="subTitle" idx="4"/>
          </p:nvPr>
        </p:nvSpPr>
        <p:spPr>
          <a:xfrm>
            <a:off x="6934401" y="4371928"/>
            <a:ext cx="3715600" cy="63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Oswald"/>
              <a:buNone/>
              <a:defRPr b="1">
                <a:latin typeface="Oswald"/>
                <a:ea typeface="Oswald"/>
                <a:cs typeface="Oswald"/>
                <a:sym typeface="Oswald"/>
              </a:defRPr>
            </a:lvl1pPr>
            <a:lvl2pPr lvl="1" algn="ctr" rtl="0">
              <a:spcBef>
                <a:spcPts val="2133"/>
              </a:spcBef>
              <a:spcAft>
                <a:spcPts val="0"/>
              </a:spcAft>
              <a:buSzPts val="1400"/>
              <a:buFont typeface="Oswald"/>
              <a:buNone/>
              <a:defRPr b="1">
                <a:latin typeface="Oswald"/>
                <a:ea typeface="Oswald"/>
                <a:cs typeface="Oswald"/>
                <a:sym typeface="Oswald"/>
              </a:defRPr>
            </a:lvl2pPr>
            <a:lvl3pPr lvl="2" algn="ctr" rtl="0">
              <a:spcBef>
                <a:spcPts val="2133"/>
              </a:spcBef>
              <a:spcAft>
                <a:spcPts val="0"/>
              </a:spcAft>
              <a:buSzPts val="1400"/>
              <a:buFont typeface="Oswald"/>
              <a:buNone/>
              <a:defRPr b="1">
                <a:latin typeface="Oswald"/>
                <a:ea typeface="Oswald"/>
                <a:cs typeface="Oswald"/>
                <a:sym typeface="Oswald"/>
              </a:defRPr>
            </a:lvl3pPr>
            <a:lvl4pPr lvl="3" algn="ctr" rtl="0">
              <a:spcBef>
                <a:spcPts val="2133"/>
              </a:spcBef>
              <a:spcAft>
                <a:spcPts val="0"/>
              </a:spcAft>
              <a:buSzPts val="1400"/>
              <a:buFont typeface="Oswald"/>
              <a:buNone/>
              <a:defRPr b="1">
                <a:latin typeface="Oswald"/>
                <a:ea typeface="Oswald"/>
                <a:cs typeface="Oswald"/>
                <a:sym typeface="Oswald"/>
              </a:defRPr>
            </a:lvl4pPr>
            <a:lvl5pPr lvl="4" algn="ctr" rtl="0">
              <a:spcBef>
                <a:spcPts val="2133"/>
              </a:spcBef>
              <a:spcAft>
                <a:spcPts val="0"/>
              </a:spcAft>
              <a:buSzPts val="1400"/>
              <a:buFont typeface="Oswald"/>
              <a:buNone/>
              <a:defRPr b="1">
                <a:latin typeface="Oswald"/>
                <a:ea typeface="Oswald"/>
                <a:cs typeface="Oswald"/>
                <a:sym typeface="Oswald"/>
              </a:defRPr>
            </a:lvl5pPr>
            <a:lvl6pPr lvl="5" algn="ctr" rtl="0">
              <a:spcBef>
                <a:spcPts val="2133"/>
              </a:spcBef>
              <a:spcAft>
                <a:spcPts val="0"/>
              </a:spcAft>
              <a:buSzPts val="1400"/>
              <a:buFont typeface="Oswald"/>
              <a:buNone/>
              <a:defRPr b="1">
                <a:latin typeface="Oswald"/>
                <a:ea typeface="Oswald"/>
                <a:cs typeface="Oswald"/>
                <a:sym typeface="Oswald"/>
              </a:defRPr>
            </a:lvl6pPr>
            <a:lvl7pPr lvl="6" algn="ctr" rtl="0">
              <a:spcBef>
                <a:spcPts val="2133"/>
              </a:spcBef>
              <a:spcAft>
                <a:spcPts val="0"/>
              </a:spcAft>
              <a:buSzPts val="1400"/>
              <a:buFont typeface="Oswald"/>
              <a:buNone/>
              <a:defRPr b="1">
                <a:latin typeface="Oswald"/>
                <a:ea typeface="Oswald"/>
                <a:cs typeface="Oswald"/>
                <a:sym typeface="Oswald"/>
              </a:defRPr>
            </a:lvl7pPr>
            <a:lvl8pPr lvl="7" algn="ctr" rtl="0">
              <a:spcBef>
                <a:spcPts val="2133"/>
              </a:spcBef>
              <a:spcAft>
                <a:spcPts val="0"/>
              </a:spcAft>
              <a:buSzPts val="1400"/>
              <a:buFont typeface="Oswald"/>
              <a:buNone/>
              <a:defRPr b="1">
                <a:latin typeface="Oswald"/>
                <a:ea typeface="Oswald"/>
                <a:cs typeface="Oswald"/>
                <a:sym typeface="Oswald"/>
              </a:defRPr>
            </a:lvl8pPr>
            <a:lvl9pPr lvl="8" algn="ctr" rtl="0">
              <a:spcBef>
                <a:spcPts val="2133"/>
              </a:spcBef>
              <a:spcAft>
                <a:spcPts val="2133"/>
              </a:spcAft>
              <a:buSzPts val="1400"/>
              <a:buFont typeface="Oswald"/>
              <a:buNone/>
              <a:defRPr b="1">
                <a:latin typeface="Oswald"/>
                <a:ea typeface="Oswald"/>
                <a:cs typeface="Oswald"/>
                <a:sym typeface="Oswald"/>
              </a:defRPr>
            </a:lvl9pPr>
          </a:lstStyle>
          <a:p>
            <a:endParaRPr/>
          </a:p>
        </p:txBody>
      </p:sp>
    </p:spTree>
    <p:extLst>
      <p:ext uri="{BB962C8B-B14F-4D97-AF65-F5344CB8AC3E}">
        <p14:creationId xmlns:p14="http://schemas.microsoft.com/office/powerpoint/2010/main" val="374122957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 and two columns 4">
  <p:cSld name="Title and two columns 4">
    <p:spTree>
      <p:nvGrpSpPr>
        <p:cNvPr id="1" name="Shape 218"/>
        <p:cNvGrpSpPr/>
        <p:nvPr/>
      </p:nvGrpSpPr>
      <p:grpSpPr>
        <a:xfrm>
          <a:off x="0" y="0"/>
          <a:ext cx="0" cy="0"/>
          <a:chOff x="0" y="0"/>
          <a:chExt cx="0" cy="0"/>
        </a:xfrm>
      </p:grpSpPr>
      <p:sp>
        <p:nvSpPr>
          <p:cNvPr id="219" name="Google Shape;219;p43"/>
          <p:cNvSpPr txBox="1">
            <a:spLocks noGrp="1"/>
          </p:cNvSpPr>
          <p:nvPr>
            <p:ph type="body" idx="1"/>
          </p:nvPr>
        </p:nvSpPr>
        <p:spPr>
          <a:xfrm>
            <a:off x="594333" y="3631200"/>
            <a:ext cx="3531600" cy="1628800"/>
          </a:xfrm>
          <a:prstGeom prst="rect">
            <a:avLst/>
          </a:prstGeom>
        </p:spPr>
        <p:txBody>
          <a:bodyPr spcFirstLastPara="1" wrap="square" lIns="91425" tIns="91425" rIns="91425" bIns="91425" anchor="t" anchorCtr="0">
            <a:noAutofit/>
          </a:bodyPr>
          <a:lstStyle>
            <a:lvl1pPr marL="609585" lvl="0" indent="-440256" rtl="0">
              <a:spcBef>
                <a:spcPts val="0"/>
              </a:spcBef>
              <a:spcAft>
                <a:spcPts val="0"/>
              </a:spcAft>
              <a:buSzPts val="1600"/>
              <a:buChar char="●"/>
              <a:defRPr sz="2133"/>
            </a:lvl1pPr>
            <a:lvl2pPr marL="1219170" lvl="1" indent="-440256" rtl="0">
              <a:spcBef>
                <a:spcPts val="2133"/>
              </a:spcBef>
              <a:spcAft>
                <a:spcPts val="0"/>
              </a:spcAft>
              <a:buSzPts val="1600"/>
              <a:buChar char="○"/>
              <a:defRPr sz="2133"/>
            </a:lvl2pPr>
            <a:lvl3pPr marL="1828754" lvl="2" indent="-440256" rtl="0">
              <a:spcBef>
                <a:spcPts val="2133"/>
              </a:spcBef>
              <a:spcAft>
                <a:spcPts val="0"/>
              </a:spcAft>
              <a:buSzPts val="1600"/>
              <a:buChar char="■"/>
              <a:defRPr sz="2133"/>
            </a:lvl3pPr>
            <a:lvl4pPr marL="2438339" lvl="3" indent="-440256" rtl="0">
              <a:spcBef>
                <a:spcPts val="2133"/>
              </a:spcBef>
              <a:spcAft>
                <a:spcPts val="0"/>
              </a:spcAft>
              <a:buSzPts val="1600"/>
              <a:buChar char="●"/>
              <a:defRPr sz="2133"/>
            </a:lvl4pPr>
            <a:lvl5pPr marL="3047924" lvl="4" indent="-440256" rtl="0">
              <a:spcBef>
                <a:spcPts val="2133"/>
              </a:spcBef>
              <a:spcAft>
                <a:spcPts val="0"/>
              </a:spcAft>
              <a:buSzPts val="1600"/>
              <a:buChar char="○"/>
              <a:defRPr sz="2133"/>
            </a:lvl5pPr>
            <a:lvl6pPr marL="3657509" lvl="5" indent="-440256" rtl="0">
              <a:spcBef>
                <a:spcPts val="2133"/>
              </a:spcBef>
              <a:spcAft>
                <a:spcPts val="0"/>
              </a:spcAft>
              <a:buSzPts val="1600"/>
              <a:buChar char="■"/>
              <a:defRPr sz="2133"/>
            </a:lvl6pPr>
            <a:lvl7pPr marL="4267093" lvl="6" indent="-440256" rtl="0">
              <a:spcBef>
                <a:spcPts val="2133"/>
              </a:spcBef>
              <a:spcAft>
                <a:spcPts val="0"/>
              </a:spcAft>
              <a:buSzPts val="1600"/>
              <a:buChar char="●"/>
              <a:defRPr sz="2133"/>
            </a:lvl7pPr>
            <a:lvl8pPr marL="4876678" lvl="7" indent="-440256" rtl="0">
              <a:spcBef>
                <a:spcPts val="2133"/>
              </a:spcBef>
              <a:spcAft>
                <a:spcPts val="0"/>
              </a:spcAft>
              <a:buSzPts val="1600"/>
              <a:buChar char="○"/>
              <a:defRPr sz="2133"/>
            </a:lvl8pPr>
            <a:lvl9pPr marL="5486263" lvl="8" indent="-440256" rtl="0">
              <a:spcBef>
                <a:spcPts val="2133"/>
              </a:spcBef>
              <a:spcAft>
                <a:spcPts val="2133"/>
              </a:spcAft>
              <a:buSzPts val="1600"/>
              <a:buChar char="■"/>
              <a:defRPr sz="2133"/>
            </a:lvl9pPr>
          </a:lstStyle>
          <a:p>
            <a:endParaRPr/>
          </a:p>
        </p:txBody>
      </p:sp>
      <p:sp>
        <p:nvSpPr>
          <p:cNvPr id="220" name="Google Shape;220;p43"/>
          <p:cNvSpPr txBox="1">
            <a:spLocks noGrp="1"/>
          </p:cNvSpPr>
          <p:nvPr>
            <p:ph type="body" idx="2"/>
          </p:nvPr>
        </p:nvSpPr>
        <p:spPr>
          <a:xfrm>
            <a:off x="8066067" y="3631204"/>
            <a:ext cx="3531600" cy="1628800"/>
          </a:xfrm>
          <a:prstGeom prst="rect">
            <a:avLst/>
          </a:prstGeom>
        </p:spPr>
        <p:txBody>
          <a:bodyPr spcFirstLastPara="1" wrap="square" lIns="91425" tIns="91425" rIns="91425" bIns="91425" anchor="t" anchorCtr="0">
            <a:noAutofit/>
          </a:bodyPr>
          <a:lstStyle>
            <a:lvl1pPr marL="609585" lvl="0" indent="-440256" algn="r" rtl="0">
              <a:spcBef>
                <a:spcPts val="0"/>
              </a:spcBef>
              <a:spcAft>
                <a:spcPts val="0"/>
              </a:spcAft>
              <a:buSzPts val="1600"/>
              <a:buChar char="●"/>
              <a:defRPr sz="2133"/>
            </a:lvl1pPr>
            <a:lvl2pPr marL="1219170" lvl="1" indent="-440256" algn="r" rtl="0">
              <a:spcBef>
                <a:spcPts val="2133"/>
              </a:spcBef>
              <a:spcAft>
                <a:spcPts val="0"/>
              </a:spcAft>
              <a:buSzPts val="1600"/>
              <a:buChar char="○"/>
              <a:defRPr sz="2133"/>
            </a:lvl2pPr>
            <a:lvl3pPr marL="1828754" lvl="2" indent="-440256" algn="r" rtl="0">
              <a:spcBef>
                <a:spcPts val="2133"/>
              </a:spcBef>
              <a:spcAft>
                <a:spcPts val="0"/>
              </a:spcAft>
              <a:buSzPts val="1600"/>
              <a:buChar char="■"/>
              <a:defRPr sz="2133"/>
            </a:lvl3pPr>
            <a:lvl4pPr marL="2438339" lvl="3" indent="-440256" algn="r" rtl="0">
              <a:spcBef>
                <a:spcPts val="2133"/>
              </a:spcBef>
              <a:spcAft>
                <a:spcPts val="0"/>
              </a:spcAft>
              <a:buSzPts val="1600"/>
              <a:buChar char="●"/>
              <a:defRPr sz="2133"/>
            </a:lvl4pPr>
            <a:lvl5pPr marL="3047924" lvl="4" indent="-440256" algn="r" rtl="0">
              <a:spcBef>
                <a:spcPts val="2133"/>
              </a:spcBef>
              <a:spcAft>
                <a:spcPts val="0"/>
              </a:spcAft>
              <a:buSzPts val="1600"/>
              <a:buChar char="○"/>
              <a:defRPr sz="2133"/>
            </a:lvl5pPr>
            <a:lvl6pPr marL="3657509" lvl="5" indent="-440256" algn="r" rtl="0">
              <a:spcBef>
                <a:spcPts val="2133"/>
              </a:spcBef>
              <a:spcAft>
                <a:spcPts val="0"/>
              </a:spcAft>
              <a:buSzPts val="1600"/>
              <a:buChar char="■"/>
              <a:defRPr sz="2133"/>
            </a:lvl6pPr>
            <a:lvl7pPr marL="4267093" lvl="6" indent="-440256" algn="r" rtl="0">
              <a:spcBef>
                <a:spcPts val="2133"/>
              </a:spcBef>
              <a:spcAft>
                <a:spcPts val="0"/>
              </a:spcAft>
              <a:buSzPts val="1600"/>
              <a:buChar char="●"/>
              <a:defRPr sz="2133"/>
            </a:lvl7pPr>
            <a:lvl8pPr marL="4876678" lvl="7" indent="-440256" algn="r" rtl="0">
              <a:spcBef>
                <a:spcPts val="2133"/>
              </a:spcBef>
              <a:spcAft>
                <a:spcPts val="0"/>
              </a:spcAft>
              <a:buSzPts val="1600"/>
              <a:buChar char="○"/>
              <a:defRPr sz="2133"/>
            </a:lvl8pPr>
            <a:lvl9pPr marL="5486263" lvl="8" indent="-440256" algn="r" rtl="0">
              <a:spcBef>
                <a:spcPts val="2133"/>
              </a:spcBef>
              <a:spcAft>
                <a:spcPts val="2133"/>
              </a:spcAft>
              <a:buSzPts val="1600"/>
              <a:buChar char="■"/>
              <a:defRPr sz="2133"/>
            </a:lvl9pPr>
          </a:lstStyle>
          <a:p>
            <a:endParaRPr/>
          </a:p>
        </p:txBody>
      </p:sp>
      <p:cxnSp>
        <p:nvCxnSpPr>
          <p:cNvPr id="221" name="Google Shape;221;p43"/>
          <p:cNvCxnSpPr/>
          <p:nvPr/>
        </p:nvCxnSpPr>
        <p:spPr>
          <a:xfrm rot="10800000">
            <a:off x="-147367" y="1170400"/>
            <a:ext cx="12597200" cy="0"/>
          </a:xfrm>
          <a:prstGeom prst="straightConnector1">
            <a:avLst/>
          </a:prstGeom>
          <a:noFill/>
          <a:ln w="19050" cap="flat" cmpd="sng">
            <a:solidFill>
              <a:schemeClr val="accent1"/>
            </a:solidFill>
            <a:prstDash val="solid"/>
            <a:round/>
            <a:headEnd type="none" w="med" len="med"/>
            <a:tailEnd type="none" w="med" len="med"/>
          </a:ln>
        </p:spPr>
      </p:cxnSp>
      <p:sp>
        <p:nvSpPr>
          <p:cNvPr id="222" name="Google Shape;222;p43"/>
          <p:cNvSpPr/>
          <p:nvPr/>
        </p:nvSpPr>
        <p:spPr>
          <a:xfrm>
            <a:off x="2713800" y="557067"/>
            <a:ext cx="6764400" cy="11600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p>
        </p:txBody>
      </p:sp>
      <p:sp>
        <p:nvSpPr>
          <p:cNvPr id="223" name="Google Shape;223;p43"/>
          <p:cNvSpPr txBox="1">
            <a:spLocks noGrp="1"/>
          </p:cNvSpPr>
          <p:nvPr>
            <p:ph type="title"/>
          </p:nvPr>
        </p:nvSpPr>
        <p:spPr>
          <a:xfrm>
            <a:off x="3787800" y="598467"/>
            <a:ext cx="4616400" cy="1077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000"/>
              <a:buNone/>
              <a:defRPr sz="4000">
                <a:solidFill>
                  <a:schemeClr val="lt1"/>
                </a:solidFill>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224" name="Google Shape;224;p43"/>
          <p:cNvSpPr txBox="1">
            <a:spLocks noGrp="1"/>
          </p:cNvSpPr>
          <p:nvPr>
            <p:ph type="subTitle" idx="3"/>
          </p:nvPr>
        </p:nvSpPr>
        <p:spPr>
          <a:xfrm>
            <a:off x="594333" y="3089433"/>
            <a:ext cx="3351600" cy="6372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Font typeface="Oswald"/>
              <a:buNone/>
              <a:defRPr b="1">
                <a:latin typeface="Oswald"/>
                <a:ea typeface="Oswald"/>
                <a:cs typeface="Oswald"/>
                <a:sym typeface="Oswald"/>
              </a:defRPr>
            </a:lvl1pPr>
            <a:lvl2pPr lvl="1" rtl="0">
              <a:spcBef>
                <a:spcPts val="2133"/>
              </a:spcBef>
              <a:spcAft>
                <a:spcPts val="0"/>
              </a:spcAft>
              <a:buSzPts val="1400"/>
              <a:buFont typeface="Oswald"/>
              <a:buNone/>
              <a:defRPr b="1">
                <a:latin typeface="Oswald"/>
                <a:ea typeface="Oswald"/>
                <a:cs typeface="Oswald"/>
                <a:sym typeface="Oswald"/>
              </a:defRPr>
            </a:lvl2pPr>
            <a:lvl3pPr lvl="2" rtl="0">
              <a:spcBef>
                <a:spcPts val="2133"/>
              </a:spcBef>
              <a:spcAft>
                <a:spcPts val="0"/>
              </a:spcAft>
              <a:buSzPts val="1400"/>
              <a:buFont typeface="Oswald"/>
              <a:buNone/>
              <a:defRPr b="1">
                <a:latin typeface="Oswald"/>
                <a:ea typeface="Oswald"/>
                <a:cs typeface="Oswald"/>
                <a:sym typeface="Oswald"/>
              </a:defRPr>
            </a:lvl3pPr>
            <a:lvl4pPr lvl="3" rtl="0">
              <a:spcBef>
                <a:spcPts val="2133"/>
              </a:spcBef>
              <a:spcAft>
                <a:spcPts val="0"/>
              </a:spcAft>
              <a:buSzPts val="1400"/>
              <a:buFont typeface="Oswald"/>
              <a:buNone/>
              <a:defRPr b="1">
                <a:latin typeface="Oswald"/>
                <a:ea typeface="Oswald"/>
                <a:cs typeface="Oswald"/>
                <a:sym typeface="Oswald"/>
              </a:defRPr>
            </a:lvl4pPr>
            <a:lvl5pPr lvl="4" rtl="0">
              <a:spcBef>
                <a:spcPts val="2133"/>
              </a:spcBef>
              <a:spcAft>
                <a:spcPts val="0"/>
              </a:spcAft>
              <a:buSzPts val="1400"/>
              <a:buFont typeface="Oswald"/>
              <a:buNone/>
              <a:defRPr b="1">
                <a:latin typeface="Oswald"/>
                <a:ea typeface="Oswald"/>
                <a:cs typeface="Oswald"/>
                <a:sym typeface="Oswald"/>
              </a:defRPr>
            </a:lvl5pPr>
            <a:lvl6pPr lvl="5" rtl="0">
              <a:spcBef>
                <a:spcPts val="2133"/>
              </a:spcBef>
              <a:spcAft>
                <a:spcPts val="0"/>
              </a:spcAft>
              <a:buSzPts val="1400"/>
              <a:buFont typeface="Oswald"/>
              <a:buNone/>
              <a:defRPr b="1">
                <a:latin typeface="Oswald"/>
                <a:ea typeface="Oswald"/>
                <a:cs typeface="Oswald"/>
                <a:sym typeface="Oswald"/>
              </a:defRPr>
            </a:lvl6pPr>
            <a:lvl7pPr lvl="6" rtl="0">
              <a:spcBef>
                <a:spcPts val="2133"/>
              </a:spcBef>
              <a:spcAft>
                <a:spcPts val="0"/>
              </a:spcAft>
              <a:buSzPts val="1400"/>
              <a:buFont typeface="Oswald"/>
              <a:buNone/>
              <a:defRPr b="1">
                <a:latin typeface="Oswald"/>
                <a:ea typeface="Oswald"/>
                <a:cs typeface="Oswald"/>
                <a:sym typeface="Oswald"/>
              </a:defRPr>
            </a:lvl7pPr>
            <a:lvl8pPr lvl="7" rtl="0">
              <a:spcBef>
                <a:spcPts val="2133"/>
              </a:spcBef>
              <a:spcAft>
                <a:spcPts val="0"/>
              </a:spcAft>
              <a:buSzPts val="1400"/>
              <a:buFont typeface="Oswald"/>
              <a:buNone/>
              <a:defRPr b="1">
                <a:latin typeface="Oswald"/>
                <a:ea typeface="Oswald"/>
                <a:cs typeface="Oswald"/>
                <a:sym typeface="Oswald"/>
              </a:defRPr>
            </a:lvl8pPr>
            <a:lvl9pPr lvl="8" rtl="0">
              <a:spcBef>
                <a:spcPts val="2133"/>
              </a:spcBef>
              <a:spcAft>
                <a:spcPts val="2133"/>
              </a:spcAft>
              <a:buSzPts val="1400"/>
              <a:buFont typeface="Oswald"/>
              <a:buNone/>
              <a:defRPr b="1">
                <a:latin typeface="Oswald"/>
                <a:ea typeface="Oswald"/>
                <a:cs typeface="Oswald"/>
                <a:sym typeface="Oswald"/>
              </a:defRPr>
            </a:lvl9pPr>
          </a:lstStyle>
          <a:p>
            <a:endParaRPr/>
          </a:p>
        </p:txBody>
      </p:sp>
      <p:sp>
        <p:nvSpPr>
          <p:cNvPr id="225" name="Google Shape;225;p43"/>
          <p:cNvSpPr txBox="1">
            <a:spLocks noGrp="1"/>
          </p:cNvSpPr>
          <p:nvPr>
            <p:ph type="subTitle" idx="4"/>
          </p:nvPr>
        </p:nvSpPr>
        <p:spPr>
          <a:xfrm>
            <a:off x="8246067" y="3089233"/>
            <a:ext cx="3351600" cy="6372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Font typeface="Oswald"/>
              <a:buNone/>
              <a:defRPr b="1">
                <a:latin typeface="Oswald"/>
                <a:ea typeface="Oswald"/>
                <a:cs typeface="Oswald"/>
                <a:sym typeface="Oswald"/>
              </a:defRPr>
            </a:lvl1pPr>
            <a:lvl2pPr lvl="1" algn="r" rtl="0">
              <a:spcBef>
                <a:spcPts val="2133"/>
              </a:spcBef>
              <a:spcAft>
                <a:spcPts val="0"/>
              </a:spcAft>
              <a:buSzPts val="1400"/>
              <a:buFont typeface="Oswald"/>
              <a:buNone/>
              <a:defRPr b="1">
                <a:latin typeface="Oswald"/>
                <a:ea typeface="Oswald"/>
                <a:cs typeface="Oswald"/>
                <a:sym typeface="Oswald"/>
              </a:defRPr>
            </a:lvl2pPr>
            <a:lvl3pPr lvl="2" algn="r" rtl="0">
              <a:spcBef>
                <a:spcPts val="2133"/>
              </a:spcBef>
              <a:spcAft>
                <a:spcPts val="0"/>
              </a:spcAft>
              <a:buSzPts val="1400"/>
              <a:buFont typeface="Oswald"/>
              <a:buNone/>
              <a:defRPr b="1">
                <a:latin typeface="Oswald"/>
                <a:ea typeface="Oswald"/>
                <a:cs typeface="Oswald"/>
                <a:sym typeface="Oswald"/>
              </a:defRPr>
            </a:lvl3pPr>
            <a:lvl4pPr lvl="3" algn="r" rtl="0">
              <a:spcBef>
                <a:spcPts val="2133"/>
              </a:spcBef>
              <a:spcAft>
                <a:spcPts val="0"/>
              </a:spcAft>
              <a:buSzPts val="1400"/>
              <a:buFont typeface="Oswald"/>
              <a:buNone/>
              <a:defRPr b="1">
                <a:latin typeface="Oswald"/>
                <a:ea typeface="Oswald"/>
                <a:cs typeface="Oswald"/>
                <a:sym typeface="Oswald"/>
              </a:defRPr>
            </a:lvl4pPr>
            <a:lvl5pPr lvl="4" algn="r" rtl="0">
              <a:spcBef>
                <a:spcPts val="2133"/>
              </a:spcBef>
              <a:spcAft>
                <a:spcPts val="0"/>
              </a:spcAft>
              <a:buSzPts val="1400"/>
              <a:buFont typeface="Oswald"/>
              <a:buNone/>
              <a:defRPr b="1">
                <a:latin typeface="Oswald"/>
                <a:ea typeface="Oswald"/>
                <a:cs typeface="Oswald"/>
                <a:sym typeface="Oswald"/>
              </a:defRPr>
            </a:lvl5pPr>
            <a:lvl6pPr lvl="5" algn="r" rtl="0">
              <a:spcBef>
                <a:spcPts val="2133"/>
              </a:spcBef>
              <a:spcAft>
                <a:spcPts val="0"/>
              </a:spcAft>
              <a:buSzPts val="1400"/>
              <a:buFont typeface="Oswald"/>
              <a:buNone/>
              <a:defRPr b="1">
                <a:latin typeface="Oswald"/>
                <a:ea typeface="Oswald"/>
                <a:cs typeface="Oswald"/>
                <a:sym typeface="Oswald"/>
              </a:defRPr>
            </a:lvl6pPr>
            <a:lvl7pPr lvl="6" algn="r" rtl="0">
              <a:spcBef>
                <a:spcPts val="2133"/>
              </a:spcBef>
              <a:spcAft>
                <a:spcPts val="0"/>
              </a:spcAft>
              <a:buSzPts val="1400"/>
              <a:buFont typeface="Oswald"/>
              <a:buNone/>
              <a:defRPr b="1">
                <a:latin typeface="Oswald"/>
                <a:ea typeface="Oswald"/>
                <a:cs typeface="Oswald"/>
                <a:sym typeface="Oswald"/>
              </a:defRPr>
            </a:lvl7pPr>
            <a:lvl8pPr lvl="7" algn="r" rtl="0">
              <a:spcBef>
                <a:spcPts val="2133"/>
              </a:spcBef>
              <a:spcAft>
                <a:spcPts val="0"/>
              </a:spcAft>
              <a:buSzPts val="1400"/>
              <a:buFont typeface="Oswald"/>
              <a:buNone/>
              <a:defRPr b="1">
                <a:latin typeface="Oswald"/>
                <a:ea typeface="Oswald"/>
                <a:cs typeface="Oswald"/>
                <a:sym typeface="Oswald"/>
              </a:defRPr>
            </a:lvl8pPr>
            <a:lvl9pPr lvl="8" algn="r" rtl="0">
              <a:spcBef>
                <a:spcPts val="2133"/>
              </a:spcBef>
              <a:spcAft>
                <a:spcPts val="2133"/>
              </a:spcAft>
              <a:buSzPts val="1400"/>
              <a:buFont typeface="Oswald"/>
              <a:buNone/>
              <a:defRPr b="1">
                <a:latin typeface="Oswald"/>
                <a:ea typeface="Oswald"/>
                <a:cs typeface="Oswald"/>
                <a:sym typeface="Oswald"/>
              </a:defRPr>
            </a:lvl9pPr>
          </a:lstStyle>
          <a:p>
            <a:endParaRPr/>
          </a:p>
        </p:txBody>
      </p:sp>
    </p:spTree>
    <p:extLst>
      <p:ext uri="{BB962C8B-B14F-4D97-AF65-F5344CB8AC3E}">
        <p14:creationId xmlns:p14="http://schemas.microsoft.com/office/powerpoint/2010/main" val="85149760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226"/>
        <p:cNvGrpSpPr/>
        <p:nvPr/>
      </p:nvGrpSpPr>
      <p:grpSpPr>
        <a:xfrm>
          <a:off x="0" y="0"/>
          <a:ext cx="0" cy="0"/>
          <a:chOff x="0" y="0"/>
          <a:chExt cx="0" cy="0"/>
        </a:xfrm>
      </p:grpSpPr>
      <p:cxnSp>
        <p:nvCxnSpPr>
          <p:cNvPr id="227" name="Google Shape;227;p44"/>
          <p:cNvCxnSpPr/>
          <p:nvPr/>
        </p:nvCxnSpPr>
        <p:spPr>
          <a:xfrm rot="10800000">
            <a:off x="6494933" y="1170400"/>
            <a:ext cx="6895200" cy="0"/>
          </a:xfrm>
          <a:prstGeom prst="straightConnector1">
            <a:avLst/>
          </a:prstGeom>
          <a:noFill/>
          <a:ln w="19050" cap="flat" cmpd="sng">
            <a:solidFill>
              <a:schemeClr val="accent1"/>
            </a:solidFill>
            <a:prstDash val="solid"/>
            <a:round/>
            <a:headEnd type="none" w="med" len="med"/>
            <a:tailEnd type="none" w="med" len="med"/>
          </a:ln>
        </p:spPr>
      </p:cxnSp>
      <p:sp>
        <p:nvSpPr>
          <p:cNvPr id="228" name="Google Shape;228;p44"/>
          <p:cNvSpPr txBox="1">
            <a:spLocks noGrp="1"/>
          </p:cNvSpPr>
          <p:nvPr>
            <p:ph type="body" idx="1"/>
          </p:nvPr>
        </p:nvSpPr>
        <p:spPr>
          <a:xfrm>
            <a:off x="7202033" y="3337833"/>
            <a:ext cx="3625200" cy="1931200"/>
          </a:xfrm>
          <a:prstGeom prst="rect">
            <a:avLst/>
          </a:prstGeom>
        </p:spPr>
        <p:txBody>
          <a:bodyPr spcFirstLastPara="1" wrap="square" lIns="91425" tIns="91425" rIns="91425" bIns="91425" anchor="t" anchorCtr="0">
            <a:noAutofit/>
          </a:bodyPr>
          <a:lstStyle>
            <a:lvl1pPr marL="609585" lvl="0" indent="-457189" rtl="0">
              <a:spcBef>
                <a:spcPts val="0"/>
              </a:spcBef>
              <a:spcAft>
                <a:spcPts val="0"/>
              </a:spcAft>
              <a:buSzPts val="1800"/>
              <a:buChar char="●"/>
              <a:defRPr/>
            </a:lvl1pPr>
            <a:lvl2pPr marL="1219170" lvl="1" indent="-457189" rtl="0">
              <a:spcBef>
                <a:spcPts val="2133"/>
              </a:spcBef>
              <a:spcAft>
                <a:spcPts val="0"/>
              </a:spcAft>
              <a:buSzPts val="1800"/>
              <a:buChar char="○"/>
              <a:defRPr sz="2400"/>
            </a:lvl2pPr>
            <a:lvl3pPr marL="1828754" lvl="2" indent="-457189" rtl="0">
              <a:spcBef>
                <a:spcPts val="2133"/>
              </a:spcBef>
              <a:spcAft>
                <a:spcPts val="0"/>
              </a:spcAft>
              <a:buSzPts val="1800"/>
              <a:buChar char="■"/>
              <a:defRPr sz="2400"/>
            </a:lvl3pPr>
            <a:lvl4pPr marL="2438339" lvl="3" indent="-457189" rtl="0">
              <a:spcBef>
                <a:spcPts val="2133"/>
              </a:spcBef>
              <a:spcAft>
                <a:spcPts val="0"/>
              </a:spcAft>
              <a:buSzPts val="1800"/>
              <a:buChar char="●"/>
              <a:defRPr sz="2400"/>
            </a:lvl4pPr>
            <a:lvl5pPr marL="3047924" lvl="4" indent="-457189" rtl="0">
              <a:spcBef>
                <a:spcPts val="2133"/>
              </a:spcBef>
              <a:spcAft>
                <a:spcPts val="0"/>
              </a:spcAft>
              <a:buSzPts val="1800"/>
              <a:buChar char="○"/>
              <a:defRPr sz="2400"/>
            </a:lvl5pPr>
            <a:lvl6pPr marL="3657509" lvl="5" indent="-457189" rtl="0">
              <a:spcBef>
                <a:spcPts val="2133"/>
              </a:spcBef>
              <a:spcAft>
                <a:spcPts val="0"/>
              </a:spcAft>
              <a:buSzPts val="1800"/>
              <a:buChar char="■"/>
              <a:defRPr sz="2400"/>
            </a:lvl6pPr>
            <a:lvl7pPr marL="4267093" lvl="6" indent="-457189" rtl="0">
              <a:spcBef>
                <a:spcPts val="2133"/>
              </a:spcBef>
              <a:spcAft>
                <a:spcPts val="0"/>
              </a:spcAft>
              <a:buSzPts val="1800"/>
              <a:buChar char="●"/>
              <a:defRPr sz="2400"/>
            </a:lvl7pPr>
            <a:lvl8pPr marL="4876678" lvl="7" indent="-457189" rtl="0">
              <a:spcBef>
                <a:spcPts val="2133"/>
              </a:spcBef>
              <a:spcAft>
                <a:spcPts val="0"/>
              </a:spcAft>
              <a:buSzPts val="1800"/>
              <a:buChar char="○"/>
              <a:defRPr sz="2400"/>
            </a:lvl8pPr>
            <a:lvl9pPr marL="5486263" lvl="8" indent="-457189" rtl="0">
              <a:spcBef>
                <a:spcPts val="2133"/>
              </a:spcBef>
              <a:spcAft>
                <a:spcPts val="2133"/>
              </a:spcAft>
              <a:buSzPts val="1800"/>
              <a:buChar char="■"/>
              <a:defRPr sz="2400"/>
            </a:lvl9pPr>
          </a:lstStyle>
          <a:p>
            <a:endParaRPr/>
          </a:p>
        </p:txBody>
      </p:sp>
      <p:sp>
        <p:nvSpPr>
          <p:cNvPr id="229" name="Google Shape;229;p44"/>
          <p:cNvSpPr txBox="1">
            <a:spLocks noGrp="1"/>
          </p:cNvSpPr>
          <p:nvPr>
            <p:ph type="title"/>
          </p:nvPr>
        </p:nvSpPr>
        <p:spPr>
          <a:xfrm>
            <a:off x="3403200" y="598467"/>
            <a:ext cx="5385600" cy="1077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3000"/>
              <a:buNone/>
              <a:defRPr sz="4000">
                <a:solidFill>
                  <a:schemeClr val="accent2"/>
                </a:solidFill>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extLst>
      <p:ext uri="{BB962C8B-B14F-4D97-AF65-F5344CB8AC3E}">
        <p14:creationId xmlns:p14="http://schemas.microsoft.com/office/powerpoint/2010/main" val="266976745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230"/>
        <p:cNvGrpSpPr/>
        <p:nvPr/>
      </p:nvGrpSpPr>
      <p:grpSpPr>
        <a:xfrm>
          <a:off x="0" y="0"/>
          <a:ext cx="0" cy="0"/>
          <a:chOff x="0" y="0"/>
          <a:chExt cx="0" cy="0"/>
        </a:xfrm>
      </p:grpSpPr>
      <p:cxnSp>
        <p:nvCxnSpPr>
          <p:cNvPr id="231" name="Google Shape;231;p45"/>
          <p:cNvCxnSpPr/>
          <p:nvPr/>
        </p:nvCxnSpPr>
        <p:spPr>
          <a:xfrm rot="10800000">
            <a:off x="6494933" y="1170400"/>
            <a:ext cx="6895200" cy="0"/>
          </a:xfrm>
          <a:prstGeom prst="straightConnector1">
            <a:avLst/>
          </a:prstGeom>
          <a:noFill/>
          <a:ln w="19050" cap="flat" cmpd="sng">
            <a:solidFill>
              <a:schemeClr val="accent1"/>
            </a:solidFill>
            <a:prstDash val="solid"/>
            <a:round/>
            <a:headEnd type="none" w="med" len="med"/>
            <a:tailEnd type="none" w="med" len="med"/>
          </a:ln>
        </p:spPr>
      </p:cxnSp>
      <p:sp>
        <p:nvSpPr>
          <p:cNvPr id="232" name="Google Shape;232;p45"/>
          <p:cNvSpPr txBox="1">
            <a:spLocks noGrp="1"/>
          </p:cNvSpPr>
          <p:nvPr>
            <p:ph type="body" idx="1"/>
          </p:nvPr>
        </p:nvSpPr>
        <p:spPr>
          <a:xfrm>
            <a:off x="1901800" y="5073067"/>
            <a:ext cx="8388400" cy="735600"/>
          </a:xfrm>
          <a:prstGeom prst="rect">
            <a:avLst/>
          </a:prstGeom>
        </p:spPr>
        <p:txBody>
          <a:bodyPr spcFirstLastPara="1" wrap="square" lIns="91425" tIns="91425" rIns="91425" bIns="91425" anchor="t" anchorCtr="0">
            <a:noAutofit/>
          </a:bodyPr>
          <a:lstStyle>
            <a:lvl1pPr marL="609585" lvl="0" indent="-457189" rtl="0">
              <a:spcBef>
                <a:spcPts val="0"/>
              </a:spcBef>
              <a:spcAft>
                <a:spcPts val="0"/>
              </a:spcAft>
              <a:buSzPts val="1800"/>
              <a:buChar char="●"/>
              <a:defRPr/>
            </a:lvl1pPr>
            <a:lvl2pPr marL="1219170" lvl="1" indent="-457189" rtl="0">
              <a:spcBef>
                <a:spcPts val="2133"/>
              </a:spcBef>
              <a:spcAft>
                <a:spcPts val="0"/>
              </a:spcAft>
              <a:buSzPts val="1800"/>
              <a:buChar char="○"/>
              <a:defRPr sz="2400"/>
            </a:lvl2pPr>
            <a:lvl3pPr marL="1828754" lvl="2" indent="-457189" rtl="0">
              <a:spcBef>
                <a:spcPts val="2133"/>
              </a:spcBef>
              <a:spcAft>
                <a:spcPts val="0"/>
              </a:spcAft>
              <a:buSzPts val="1800"/>
              <a:buChar char="■"/>
              <a:defRPr sz="2400"/>
            </a:lvl3pPr>
            <a:lvl4pPr marL="2438339" lvl="3" indent="-457189" rtl="0">
              <a:spcBef>
                <a:spcPts val="2133"/>
              </a:spcBef>
              <a:spcAft>
                <a:spcPts val="0"/>
              </a:spcAft>
              <a:buSzPts val="1800"/>
              <a:buChar char="●"/>
              <a:defRPr sz="2400"/>
            </a:lvl4pPr>
            <a:lvl5pPr marL="3047924" lvl="4" indent="-457189" rtl="0">
              <a:spcBef>
                <a:spcPts val="2133"/>
              </a:spcBef>
              <a:spcAft>
                <a:spcPts val="0"/>
              </a:spcAft>
              <a:buSzPts val="1800"/>
              <a:buChar char="○"/>
              <a:defRPr sz="2400"/>
            </a:lvl5pPr>
            <a:lvl6pPr marL="3657509" lvl="5" indent="-457189" rtl="0">
              <a:spcBef>
                <a:spcPts val="2133"/>
              </a:spcBef>
              <a:spcAft>
                <a:spcPts val="0"/>
              </a:spcAft>
              <a:buSzPts val="1800"/>
              <a:buChar char="■"/>
              <a:defRPr sz="2400"/>
            </a:lvl6pPr>
            <a:lvl7pPr marL="4267093" lvl="6" indent="-457189" rtl="0">
              <a:spcBef>
                <a:spcPts val="2133"/>
              </a:spcBef>
              <a:spcAft>
                <a:spcPts val="0"/>
              </a:spcAft>
              <a:buSzPts val="1800"/>
              <a:buChar char="●"/>
              <a:defRPr sz="2400"/>
            </a:lvl7pPr>
            <a:lvl8pPr marL="4876678" lvl="7" indent="-457189" rtl="0">
              <a:spcBef>
                <a:spcPts val="2133"/>
              </a:spcBef>
              <a:spcAft>
                <a:spcPts val="0"/>
              </a:spcAft>
              <a:buSzPts val="1800"/>
              <a:buChar char="○"/>
              <a:defRPr sz="2400"/>
            </a:lvl8pPr>
            <a:lvl9pPr marL="5486263" lvl="8" indent="-457189" rtl="0">
              <a:spcBef>
                <a:spcPts val="2133"/>
              </a:spcBef>
              <a:spcAft>
                <a:spcPts val="2133"/>
              </a:spcAft>
              <a:buSzPts val="1800"/>
              <a:buChar char="■"/>
              <a:defRPr sz="2400"/>
            </a:lvl9pPr>
          </a:lstStyle>
          <a:p>
            <a:endParaRPr/>
          </a:p>
        </p:txBody>
      </p:sp>
      <p:sp>
        <p:nvSpPr>
          <p:cNvPr id="233" name="Google Shape;233;p45"/>
          <p:cNvSpPr txBox="1">
            <a:spLocks noGrp="1"/>
          </p:cNvSpPr>
          <p:nvPr>
            <p:ph type="title"/>
          </p:nvPr>
        </p:nvSpPr>
        <p:spPr>
          <a:xfrm>
            <a:off x="3403200" y="598467"/>
            <a:ext cx="5385600" cy="1077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3000"/>
              <a:buNone/>
              <a:defRPr sz="4000">
                <a:solidFill>
                  <a:schemeClr val="accent2"/>
                </a:solidFill>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extLst>
      <p:ext uri="{BB962C8B-B14F-4D97-AF65-F5344CB8AC3E}">
        <p14:creationId xmlns:p14="http://schemas.microsoft.com/office/powerpoint/2010/main" val="191371395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itle only 5">
  <p:cSld name="Title only 5">
    <p:spTree>
      <p:nvGrpSpPr>
        <p:cNvPr id="1" name="Shape 234"/>
        <p:cNvGrpSpPr/>
        <p:nvPr/>
      </p:nvGrpSpPr>
      <p:grpSpPr>
        <a:xfrm>
          <a:off x="0" y="0"/>
          <a:ext cx="0" cy="0"/>
          <a:chOff x="0" y="0"/>
          <a:chExt cx="0" cy="0"/>
        </a:xfrm>
      </p:grpSpPr>
      <p:sp>
        <p:nvSpPr>
          <p:cNvPr id="235" name="Google Shape;235;p46"/>
          <p:cNvSpPr/>
          <p:nvPr/>
        </p:nvSpPr>
        <p:spPr>
          <a:xfrm>
            <a:off x="2713800" y="557067"/>
            <a:ext cx="6764400" cy="1160000"/>
          </a:xfrm>
          <a:prstGeom prst="roundRect">
            <a:avLst>
              <a:gd name="adj" fmla="val 50000"/>
            </a:avLst>
          </a:prstGeom>
          <a:solidFill>
            <a:schemeClr val="dk2"/>
          </a:solidFill>
          <a:ln w="1905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r>
              <a:rPr lang="en" sz="2400"/>
              <a:t> </a:t>
            </a:r>
            <a:endParaRPr sz="2400"/>
          </a:p>
        </p:txBody>
      </p:sp>
      <p:sp>
        <p:nvSpPr>
          <p:cNvPr id="236" name="Google Shape;236;p46"/>
          <p:cNvSpPr txBox="1">
            <a:spLocks noGrp="1"/>
          </p:cNvSpPr>
          <p:nvPr>
            <p:ph type="title"/>
          </p:nvPr>
        </p:nvSpPr>
        <p:spPr>
          <a:xfrm>
            <a:off x="2494400" y="618036"/>
            <a:ext cx="7203200" cy="107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40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extLst>
      <p:ext uri="{BB962C8B-B14F-4D97-AF65-F5344CB8AC3E}">
        <p14:creationId xmlns:p14="http://schemas.microsoft.com/office/powerpoint/2010/main" val="325358935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hanks + Credits 1">
  <p:cSld name="Thanks + Credits 1">
    <p:spTree>
      <p:nvGrpSpPr>
        <p:cNvPr id="1" name="Shape 237"/>
        <p:cNvGrpSpPr/>
        <p:nvPr/>
      </p:nvGrpSpPr>
      <p:grpSpPr>
        <a:xfrm>
          <a:off x="0" y="0"/>
          <a:ext cx="0" cy="0"/>
          <a:chOff x="0" y="0"/>
          <a:chExt cx="0" cy="0"/>
        </a:xfrm>
      </p:grpSpPr>
      <p:cxnSp>
        <p:nvCxnSpPr>
          <p:cNvPr id="238" name="Google Shape;238;p47"/>
          <p:cNvCxnSpPr/>
          <p:nvPr/>
        </p:nvCxnSpPr>
        <p:spPr>
          <a:xfrm rot="10800000">
            <a:off x="-147367" y="1170400"/>
            <a:ext cx="12597200" cy="0"/>
          </a:xfrm>
          <a:prstGeom prst="straightConnector1">
            <a:avLst/>
          </a:prstGeom>
          <a:noFill/>
          <a:ln w="19050" cap="flat" cmpd="sng">
            <a:solidFill>
              <a:schemeClr val="accent1"/>
            </a:solidFill>
            <a:prstDash val="solid"/>
            <a:round/>
            <a:headEnd type="none" w="med" len="med"/>
            <a:tailEnd type="none" w="med" len="med"/>
          </a:ln>
        </p:spPr>
      </p:cxnSp>
      <p:sp>
        <p:nvSpPr>
          <p:cNvPr id="239" name="Google Shape;239;p47"/>
          <p:cNvSpPr/>
          <p:nvPr/>
        </p:nvSpPr>
        <p:spPr>
          <a:xfrm>
            <a:off x="2809600" y="453567"/>
            <a:ext cx="6572800" cy="13048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p>
        </p:txBody>
      </p:sp>
      <p:sp>
        <p:nvSpPr>
          <p:cNvPr id="240" name="Google Shape;240;p47"/>
          <p:cNvSpPr txBox="1">
            <a:spLocks noGrp="1"/>
          </p:cNvSpPr>
          <p:nvPr>
            <p:ph type="title"/>
          </p:nvPr>
        </p:nvSpPr>
        <p:spPr>
          <a:xfrm>
            <a:off x="2809600" y="598467"/>
            <a:ext cx="6572800" cy="1077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600"/>
              <a:buNone/>
              <a:defRPr sz="4800">
                <a:solidFill>
                  <a:schemeClr val="lt1"/>
                </a:solidFill>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241" name="Google Shape;241;p47"/>
          <p:cNvSpPr txBox="1">
            <a:spLocks noGrp="1"/>
          </p:cNvSpPr>
          <p:nvPr>
            <p:ph type="subTitle" idx="1"/>
          </p:nvPr>
        </p:nvSpPr>
        <p:spPr>
          <a:xfrm>
            <a:off x="3834600" y="2554433"/>
            <a:ext cx="4522800" cy="140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
        <p:nvSpPr>
          <p:cNvPr id="242" name="Google Shape;242;p47"/>
          <p:cNvSpPr txBox="1"/>
          <p:nvPr/>
        </p:nvSpPr>
        <p:spPr>
          <a:xfrm>
            <a:off x="3834600" y="4463433"/>
            <a:ext cx="4522800" cy="1077200"/>
          </a:xfrm>
          <a:prstGeom prst="rect">
            <a:avLst/>
          </a:prstGeom>
          <a:noFill/>
          <a:ln>
            <a:noFill/>
          </a:ln>
        </p:spPr>
        <p:txBody>
          <a:bodyPr spcFirstLastPara="1" wrap="square" lIns="121900" tIns="121900" rIns="121900" bIns="121900" anchor="ctr" anchorCtr="0">
            <a:noAutofit/>
          </a:bodyPr>
          <a:lstStyle/>
          <a:p>
            <a:pPr marL="0" lvl="0" indent="0" algn="ctr" rtl="0">
              <a:spcBef>
                <a:spcPts val="400"/>
              </a:spcBef>
              <a:spcAft>
                <a:spcPts val="0"/>
              </a:spcAft>
              <a:buNone/>
            </a:pPr>
            <a:r>
              <a:rPr lang="en" sz="1733">
                <a:solidFill>
                  <a:schemeClr val="dk1"/>
                </a:solidFill>
                <a:latin typeface="Oswald Light"/>
                <a:ea typeface="Oswald Light"/>
                <a:cs typeface="Oswald Light"/>
                <a:sym typeface="Oswald Light"/>
              </a:rPr>
              <a:t>CREDITS: This presentation template was created by </a:t>
            </a:r>
            <a:r>
              <a:rPr lang="en" sz="1733">
                <a:solidFill>
                  <a:schemeClr val="dk1"/>
                </a:solidFill>
                <a:uFill>
                  <a:noFill/>
                </a:uFill>
                <a:latin typeface="Oswald Light"/>
                <a:ea typeface="Oswald Light"/>
                <a:cs typeface="Oswald Light"/>
                <a:sym typeface="Oswald Light"/>
                <a:hlinkClick r:id="rId2">
                  <a:extLst>
                    <a:ext uri="{A12FA001-AC4F-418D-AE19-62706E023703}">
                      <ahyp:hlinkClr xmlns:ahyp="http://schemas.microsoft.com/office/drawing/2018/hyperlinkcolor" val="tx"/>
                    </a:ext>
                  </a:extLst>
                </a:hlinkClick>
              </a:rPr>
              <a:t>Slidesgo</a:t>
            </a:r>
            <a:r>
              <a:rPr lang="en" sz="1733">
                <a:solidFill>
                  <a:schemeClr val="dk1"/>
                </a:solidFill>
                <a:latin typeface="Oswald Light"/>
                <a:ea typeface="Oswald Light"/>
                <a:cs typeface="Oswald Light"/>
                <a:sym typeface="Oswald Light"/>
              </a:rPr>
              <a:t>, including icons by </a:t>
            </a:r>
            <a:r>
              <a:rPr lang="en" sz="1733">
                <a:solidFill>
                  <a:schemeClr val="dk1"/>
                </a:solidFill>
                <a:uFill>
                  <a:noFill/>
                </a:uFill>
                <a:latin typeface="Oswald Light"/>
                <a:ea typeface="Oswald Light"/>
                <a:cs typeface="Oswald Light"/>
                <a:sym typeface="Oswald Light"/>
                <a:hlinkClick r:id="rId3">
                  <a:extLst>
                    <a:ext uri="{A12FA001-AC4F-418D-AE19-62706E023703}">
                      <ahyp:hlinkClr xmlns:ahyp="http://schemas.microsoft.com/office/drawing/2018/hyperlinkcolor" val="tx"/>
                    </a:ext>
                  </a:extLst>
                </a:hlinkClick>
              </a:rPr>
              <a:t>Flaticon</a:t>
            </a:r>
            <a:r>
              <a:rPr lang="en" sz="1733">
                <a:solidFill>
                  <a:schemeClr val="dk1"/>
                </a:solidFill>
                <a:latin typeface="Oswald Light"/>
                <a:ea typeface="Oswald Light"/>
                <a:cs typeface="Oswald Light"/>
                <a:sym typeface="Oswald Light"/>
              </a:rPr>
              <a:t>, infographics &amp; images by </a:t>
            </a:r>
            <a:r>
              <a:rPr lang="en" sz="1733">
                <a:solidFill>
                  <a:schemeClr val="dk1"/>
                </a:solidFill>
                <a:uFill>
                  <a:noFill/>
                </a:uFill>
                <a:latin typeface="Oswald Light"/>
                <a:ea typeface="Oswald Light"/>
                <a:cs typeface="Oswald Light"/>
                <a:sym typeface="Oswald Light"/>
                <a:hlinkClick r:id="rId4">
                  <a:extLst>
                    <a:ext uri="{A12FA001-AC4F-418D-AE19-62706E023703}">
                      <ahyp:hlinkClr xmlns:ahyp="http://schemas.microsoft.com/office/drawing/2018/hyperlinkcolor" val="tx"/>
                    </a:ext>
                  </a:extLst>
                </a:hlinkClick>
              </a:rPr>
              <a:t>Freepik</a:t>
            </a:r>
            <a:r>
              <a:rPr lang="en" sz="1733">
                <a:solidFill>
                  <a:schemeClr val="dk1"/>
                </a:solidFill>
                <a:latin typeface="Oswald Light"/>
                <a:ea typeface="Oswald Light"/>
                <a:cs typeface="Oswald Light"/>
                <a:sym typeface="Oswald Light"/>
              </a:rPr>
              <a:t> and illustrations by </a:t>
            </a:r>
            <a:r>
              <a:rPr lang="en" sz="1733">
                <a:solidFill>
                  <a:schemeClr val="dk1"/>
                </a:solidFill>
                <a:uFill>
                  <a:noFill/>
                </a:uFill>
                <a:latin typeface="Oswald Light"/>
                <a:ea typeface="Oswald Light"/>
                <a:cs typeface="Oswald Light"/>
                <a:sym typeface="Oswald Light"/>
                <a:hlinkClick r:id="rId5">
                  <a:extLst>
                    <a:ext uri="{A12FA001-AC4F-418D-AE19-62706E023703}">
                      <ahyp:hlinkClr xmlns:ahyp="http://schemas.microsoft.com/office/drawing/2018/hyperlinkcolor" val="tx"/>
                    </a:ext>
                  </a:extLst>
                </a:hlinkClick>
              </a:rPr>
              <a:t>Stories</a:t>
            </a:r>
            <a:endParaRPr sz="1733">
              <a:solidFill>
                <a:schemeClr val="dk1"/>
              </a:solidFill>
              <a:latin typeface="Oswald Light"/>
              <a:ea typeface="Oswald Light"/>
              <a:cs typeface="Oswald Light"/>
              <a:sym typeface="Oswald Light"/>
            </a:endParaRPr>
          </a:p>
        </p:txBody>
      </p:sp>
      <p:sp>
        <p:nvSpPr>
          <p:cNvPr id="243" name="Google Shape;243;p47"/>
          <p:cNvSpPr txBox="1">
            <a:spLocks noGrp="1"/>
          </p:cNvSpPr>
          <p:nvPr>
            <p:ph type="subTitle" idx="2"/>
          </p:nvPr>
        </p:nvSpPr>
        <p:spPr>
          <a:xfrm>
            <a:off x="3834600" y="2059133"/>
            <a:ext cx="4522800" cy="51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Tree>
    <p:extLst>
      <p:ext uri="{BB962C8B-B14F-4D97-AF65-F5344CB8AC3E}">
        <p14:creationId xmlns:p14="http://schemas.microsoft.com/office/powerpoint/2010/main" val="79262917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Background">
  <p:cSld name="Background">
    <p:bg>
      <p:bgPr>
        <a:solidFill>
          <a:schemeClr val="accent4"/>
        </a:solidFill>
        <a:effectLst/>
      </p:bgPr>
    </p:bg>
    <p:spTree>
      <p:nvGrpSpPr>
        <p:cNvPr id="1" name="Shape 244"/>
        <p:cNvGrpSpPr/>
        <p:nvPr/>
      </p:nvGrpSpPr>
      <p:grpSpPr>
        <a:xfrm>
          <a:off x="0" y="0"/>
          <a:ext cx="0" cy="0"/>
          <a:chOff x="0" y="0"/>
          <a:chExt cx="0" cy="0"/>
        </a:xfrm>
      </p:grpSpPr>
    </p:spTree>
    <p:extLst>
      <p:ext uri="{BB962C8B-B14F-4D97-AF65-F5344CB8AC3E}">
        <p14:creationId xmlns:p14="http://schemas.microsoft.com/office/powerpoint/2010/main" val="787170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45.xml"/><Relationship Id="rId18" Type="http://schemas.openxmlformats.org/officeDocument/2006/relationships/slideLayout" Target="../slideLayouts/slideLayout50.xml"/><Relationship Id="rId26" Type="http://schemas.openxmlformats.org/officeDocument/2006/relationships/slideLayout" Target="../slideLayouts/slideLayout58.xml"/><Relationship Id="rId39" Type="http://schemas.openxmlformats.org/officeDocument/2006/relationships/slideLayout" Target="../slideLayouts/slideLayout71.xml"/><Relationship Id="rId21" Type="http://schemas.openxmlformats.org/officeDocument/2006/relationships/slideLayout" Target="../slideLayouts/slideLayout53.xml"/><Relationship Id="rId34" Type="http://schemas.openxmlformats.org/officeDocument/2006/relationships/slideLayout" Target="../slideLayouts/slideLayout66.xml"/><Relationship Id="rId42" Type="http://schemas.openxmlformats.org/officeDocument/2006/relationships/slideLayout" Target="../slideLayouts/slideLayout74.xml"/><Relationship Id="rId7" Type="http://schemas.openxmlformats.org/officeDocument/2006/relationships/slideLayout" Target="../slideLayouts/slideLayout39.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9" Type="http://schemas.openxmlformats.org/officeDocument/2006/relationships/slideLayout" Target="../slideLayouts/slideLayout61.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slideLayout" Target="../slideLayouts/slideLayout56.xml"/><Relationship Id="rId32" Type="http://schemas.openxmlformats.org/officeDocument/2006/relationships/slideLayout" Target="../slideLayouts/slideLayout64.xml"/><Relationship Id="rId37" Type="http://schemas.openxmlformats.org/officeDocument/2006/relationships/slideLayout" Target="../slideLayouts/slideLayout69.xml"/><Relationship Id="rId40" Type="http://schemas.openxmlformats.org/officeDocument/2006/relationships/slideLayout" Target="../slideLayouts/slideLayout72.xml"/><Relationship Id="rId45" Type="http://schemas.openxmlformats.org/officeDocument/2006/relationships/slideLayout" Target="../slideLayouts/slideLayout77.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36" Type="http://schemas.openxmlformats.org/officeDocument/2006/relationships/slideLayout" Target="../slideLayouts/slideLayout68.xml"/><Relationship Id="rId10" Type="http://schemas.openxmlformats.org/officeDocument/2006/relationships/slideLayout" Target="../slideLayouts/slideLayout42.xml"/><Relationship Id="rId19" Type="http://schemas.openxmlformats.org/officeDocument/2006/relationships/slideLayout" Target="../slideLayouts/slideLayout51.xml"/><Relationship Id="rId31" Type="http://schemas.openxmlformats.org/officeDocument/2006/relationships/slideLayout" Target="../slideLayouts/slideLayout63.xml"/><Relationship Id="rId44" Type="http://schemas.openxmlformats.org/officeDocument/2006/relationships/slideLayout" Target="../slideLayouts/slideLayout76.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 Id="rId35" Type="http://schemas.openxmlformats.org/officeDocument/2006/relationships/slideLayout" Target="../slideLayouts/slideLayout67.xml"/><Relationship Id="rId43" Type="http://schemas.openxmlformats.org/officeDocument/2006/relationships/slideLayout" Target="../slideLayouts/slideLayout75.xml"/><Relationship Id="rId8" Type="http://schemas.openxmlformats.org/officeDocument/2006/relationships/slideLayout" Target="../slideLayouts/slideLayout40.xml"/><Relationship Id="rId3" Type="http://schemas.openxmlformats.org/officeDocument/2006/relationships/slideLayout" Target="../slideLayouts/slideLayout35.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33" Type="http://schemas.openxmlformats.org/officeDocument/2006/relationships/slideLayout" Target="../slideLayouts/slideLayout65.xml"/><Relationship Id="rId38" Type="http://schemas.openxmlformats.org/officeDocument/2006/relationships/slideLayout" Target="../slideLayouts/slideLayout70.xml"/><Relationship Id="rId46" Type="http://schemas.openxmlformats.org/officeDocument/2006/relationships/theme" Target="../theme/theme4.xml"/><Relationship Id="rId20" Type="http://schemas.openxmlformats.org/officeDocument/2006/relationships/slideLayout" Target="../slideLayouts/slideLayout52.xml"/><Relationship Id="rId41" Type="http://schemas.openxmlformats.org/officeDocument/2006/relationships/slideLayout" Target="../slideLayouts/slideLayout7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534486D-5BD6-B7B2-B340-B33A8FCB3F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3B7B9641-D154-7B1C-BD98-2DC4B499F9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950C7EA7-32B0-AD83-D102-517E0F1720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F40077E-C6B3-4183-BCF7-44D452984504}" type="datetimeFigureOut">
              <a:rPr lang="ru-RU" smtClean="0"/>
              <a:t>03.06.2025</a:t>
            </a:fld>
            <a:endParaRPr lang="ru-RU"/>
          </a:p>
        </p:txBody>
      </p:sp>
      <p:sp>
        <p:nvSpPr>
          <p:cNvPr id="5" name="Нижний колонтитул 4">
            <a:extLst>
              <a:ext uri="{FF2B5EF4-FFF2-40B4-BE49-F238E27FC236}">
                <a16:creationId xmlns:a16="http://schemas.microsoft.com/office/drawing/2014/main" id="{EEFDAE3C-B7AC-4E5F-B6BD-39EFE585FF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Номер слайда 5">
            <a:extLst>
              <a:ext uri="{FF2B5EF4-FFF2-40B4-BE49-F238E27FC236}">
                <a16:creationId xmlns:a16="http://schemas.microsoft.com/office/drawing/2014/main" id="{C40FC6B3-C69E-8588-C87C-E22FF93889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C22472-9336-403A-9BA4-FFE24B72532C}" type="slidenum">
              <a:rPr lang="ru-RU" smtClean="0"/>
              <a:t>‹#›</a:t>
            </a:fld>
            <a:endParaRPr lang="ru-RU"/>
          </a:p>
        </p:txBody>
      </p:sp>
    </p:spTree>
    <p:extLst>
      <p:ext uri="{BB962C8B-B14F-4D97-AF65-F5344CB8AC3E}">
        <p14:creationId xmlns:p14="http://schemas.microsoft.com/office/powerpoint/2010/main" val="13717239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47033" y="715533"/>
            <a:ext cx="10298000" cy="6416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1pPr>
            <a:lvl2pPr lvl="1">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2pPr>
            <a:lvl3pPr lvl="2">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3pPr>
            <a:lvl4pPr lvl="3">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4pPr>
            <a:lvl5pPr lvl="4">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5pPr>
            <a:lvl6pPr lvl="5">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6pPr>
            <a:lvl7pPr lvl="6">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7pPr>
            <a:lvl8pPr lvl="7">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8pPr>
            <a:lvl9pPr lvl="8">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9pPr>
          </a:lstStyle>
          <a:p>
            <a:endParaRPr/>
          </a:p>
        </p:txBody>
      </p:sp>
      <p:sp>
        <p:nvSpPr>
          <p:cNvPr id="7" name="Google Shape;7;p1"/>
          <p:cNvSpPr txBox="1">
            <a:spLocks noGrp="1"/>
          </p:cNvSpPr>
          <p:nvPr>
            <p:ph type="body" idx="1"/>
          </p:nvPr>
        </p:nvSpPr>
        <p:spPr>
          <a:xfrm>
            <a:off x="947033" y="1536633"/>
            <a:ext cx="10298000" cy="4606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Tree>
    <p:extLst>
      <p:ext uri="{BB962C8B-B14F-4D97-AF65-F5344CB8AC3E}">
        <p14:creationId xmlns:p14="http://schemas.microsoft.com/office/powerpoint/2010/main" val="1063172870"/>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70" r:id="rId9"/>
    <p:sldLayoutId id="2147483671"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71448134"/>
      </p:ext>
    </p:extLst>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Oswald"/>
              <a:buNone/>
              <a:defRPr sz="2800" b="1">
                <a:solidFill>
                  <a:schemeClr val="dk1"/>
                </a:solidFill>
                <a:latin typeface="Oswald"/>
                <a:ea typeface="Oswald"/>
                <a:cs typeface="Oswald"/>
                <a:sym typeface="Oswa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swald Light"/>
              <a:buChar char="●"/>
              <a:defRPr sz="1800">
                <a:solidFill>
                  <a:schemeClr val="dk1"/>
                </a:solidFill>
                <a:latin typeface="Oswald Light"/>
                <a:ea typeface="Oswald Light"/>
                <a:cs typeface="Oswald Light"/>
                <a:sym typeface="Oswald Light"/>
              </a:defRPr>
            </a:lvl1pPr>
            <a:lvl2pPr marL="914400" lvl="1" indent="-317500">
              <a:lnSpc>
                <a:spcPct val="115000"/>
              </a:lnSpc>
              <a:spcBef>
                <a:spcPts val="1600"/>
              </a:spcBef>
              <a:spcAft>
                <a:spcPts val="0"/>
              </a:spcAft>
              <a:buClr>
                <a:schemeClr val="dk1"/>
              </a:buClr>
              <a:buSzPts val="1400"/>
              <a:buFont typeface="Oswald Light"/>
              <a:buChar char="○"/>
              <a:defRPr>
                <a:solidFill>
                  <a:schemeClr val="dk1"/>
                </a:solidFill>
                <a:latin typeface="Oswald Light"/>
                <a:ea typeface="Oswald Light"/>
                <a:cs typeface="Oswald Light"/>
                <a:sym typeface="Oswald Light"/>
              </a:defRPr>
            </a:lvl2pPr>
            <a:lvl3pPr marL="1371600" lvl="2" indent="-317500">
              <a:lnSpc>
                <a:spcPct val="115000"/>
              </a:lnSpc>
              <a:spcBef>
                <a:spcPts val="1600"/>
              </a:spcBef>
              <a:spcAft>
                <a:spcPts val="0"/>
              </a:spcAft>
              <a:buClr>
                <a:schemeClr val="dk1"/>
              </a:buClr>
              <a:buSzPts val="1400"/>
              <a:buFont typeface="Oswald Light"/>
              <a:buChar char="■"/>
              <a:defRPr>
                <a:solidFill>
                  <a:schemeClr val="dk1"/>
                </a:solidFill>
                <a:latin typeface="Oswald Light"/>
                <a:ea typeface="Oswald Light"/>
                <a:cs typeface="Oswald Light"/>
                <a:sym typeface="Oswald Light"/>
              </a:defRPr>
            </a:lvl3pPr>
            <a:lvl4pPr marL="1828800" lvl="3" indent="-317500">
              <a:lnSpc>
                <a:spcPct val="115000"/>
              </a:lnSpc>
              <a:spcBef>
                <a:spcPts val="1600"/>
              </a:spcBef>
              <a:spcAft>
                <a:spcPts val="0"/>
              </a:spcAft>
              <a:buClr>
                <a:schemeClr val="dk1"/>
              </a:buClr>
              <a:buSzPts val="1400"/>
              <a:buFont typeface="Oswald Light"/>
              <a:buChar char="●"/>
              <a:defRPr>
                <a:solidFill>
                  <a:schemeClr val="dk1"/>
                </a:solidFill>
                <a:latin typeface="Oswald Light"/>
                <a:ea typeface="Oswald Light"/>
                <a:cs typeface="Oswald Light"/>
                <a:sym typeface="Oswald Light"/>
              </a:defRPr>
            </a:lvl4pPr>
            <a:lvl5pPr marL="2286000" lvl="4" indent="-317500">
              <a:lnSpc>
                <a:spcPct val="115000"/>
              </a:lnSpc>
              <a:spcBef>
                <a:spcPts val="1600"/>
              </a:spcBef>
              <a:spcAft>
                <a:spcPts val="0"/>
              </a:spcAft>
              <a:buClr>
                <a:schemeClr val="dk1"/>
              </a:buClr>
              <a:buSzPts val="1400"/>
              <a:buFont typeface="Oswald Light"/>
              <a:buChar char="○"/>
              <a:defRPr>
                <a:solidFill>
                  <a:schemeClr val="dk1"/>
                </a:solidFill>
                <a:latin typeface="Oswald Light"/>
                <a:ea typeface="Oswald Light"/>
                <a:cs typeface="Oswald Light"/>
                <a:sym typeface="Oswald Light"/>
              </a:defRPr>
            </a:lvl5pPr>
            <a:lvl6pPr marL="2743200" lvl="5" indent="-317500">
              <a:lnSpc>
                <a:spcPct val="115000"/>
              </a:lnSpc>
              <a:spcBef>
                <a:spcPts val="1600"/>
              </a:spcBef>
              <a:spcAft>
                <a:spcPts val="0"/>
              </a:spcAft>
              <a:buClr>
                <a:schemeClr val="dk1"/>
              </a:buClr>
              <a:buSzPts val="1400"/>
              <a:buFont typeface="Oswald Light"/>
              <a:buChar char="■"/>
              <a:defRPr>
                <a:solidFill>
                  <a:schemeClr val="dk1"/>
                </a:solidFill>
                <a:latin typeface="Oswald Light"/>
                <a:ea typeface="Oswald Light"/>
                <a:cs typeface="Oswald Light"/>
                <a:sym typeface="Oswald Light"/>
              </a:defRPr>
            </a:lvl6pPr>
            <a:lvl7pPr marL="3200400" lvl="6" indent="-317500">
              <a:lnSpc>
                <a:spcPct val="115000"/>
              </a:lnSpc>
              <a:spcBef>
                <a:spcPts val="1600"/>
              </a:spcBef>
              <a:spcAft>
                <a:spcPts val="0"/>
              </a:spcAft>
              <a:buClr>
                <a:schemeClr val="dk1"/>
              </a:buClr>
              <a:buSzPts val="1400"/>
              <a:buFont typeface="Oswald Light"/>
              <a:buChar char="●"/>
              <a:defRPr>
                <a:solidFill>
                  <a:schemeClr val="dk1"/>
                </a:solidFill>
                <a:latin typeface="Oswald Light"/>
                <a:ea typeface="Oswald Light"/>
                <a:cs typeface="Oswald Light"/>
                <a:sym typeface="Oswald Light"/>
              </a:defRPr>
            </a:lvl7pPr>
            <a:lvl8pPr marL="3657600" lvl="7" indent="-317500">
              <a:lnSpc>
                <a:spcPct val="115000"/>
              </a:lnSpc>
              <a:spcBef>
                <a:spcPts val="1600"/>
              </a:spcBef>
              <a:spcAft>
                <a:spcPts val="0"/>
              </a:spcAft>
              <a:buClr>
                <a:schemeClr val="dk1"/>
              </a:buClr>
              <a:buSzPts val="1400"/>
              <a:buFont typeface="Oswald Light"/>
              <a:buChar char="○"/>
              <a:defRPr>
                <a:solidFill>
                  <a:schemeClr val="dk1"/>
                </a:solidFill>
                <a:latin typeface="Oswald Light"/>
                <a:ea typeface="Oswald Light"/>
                <a:cs typeface="Oswald Light"/>
                <a:sym typeface="Oswald Light"/>
              </a:defRPr>
            </a:lvl8pPr>
            <a:lvl9pPr marL="4114800" lvl="8" indent="-317500">
              <a:lnSpc>
                <a:spcPct val="115000"/>
              </a:lnSpc>
              <a:spcBef>
                <a:spcPts val="1600"/>
              </a:spcBef>
              <a:spcAft>
                <a:spcPts val="1600"/>
              </a:spcAft>
              <a:buClr>
                <a:schemeClr val="dk1"/>
              </a:buClr>
              <a:buSzPts val="1400"/>
              <a:buFont typeface="Oswald Light"/>
              <a:buChar char="■"/>
              <a:defRPr>
                <a:solidFill>
                  <a:schemeClr val="dk1"/>
                </a:solidFill>
                <a:latin typeface="Oswald Light"/>
                <a:ea typeface="Oswald Light"/>
                <a:cs typeface="Oswald Light"/>
                <a:sym typeface="Oswald Light"/>
              </a:defRPr>
            </a:lvl9pPr>
          </a:lstStyle>
          <a:p>
            <a:endParaRPr/>
          </a:p>
        </p:txBody>
      </p:sp>
    </p:spTree>
    <p:extLst>
      <p:ext uri="{BB962C8B-B14F-4D97-AF65-F5344CB8AC3E}">
        <p14:creationId xmlns:p14="http://schemas.microsoft.com/office/powerpoint/2010/main" val="4256131959"/>
      </p:ext>
    </p:extLst>
  </p:cSld>
  <p:clrMap bg1="lt1" tx1="dk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1"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 id="2147483713" r:id="rId27"/>
    <p:sldLayoutId id="2147483714" r:id="rId28"/>
    <p:sldLayoutId id="2147483715" r:id="rId29"/>
    <p:sldLayoutId id="2147483716" r:id="rId30"/>
    <p:sldLayoutId id="2147483717" r:id="rId31"/>
    <p:sldLayoutId id="2147483718" r:id="rId32"/>
    <p:sldLayoutId id="2147483719" r:id="rId33"/>
    <p:sldLayoutId id="2147483720" r:id="rId34"/>
    <p:sldLayoutId id="2147483721" r:id="rId35"/>
    <p:sldLayoutId id="2147483722" r:id="rId36"/>
    <p:sldLayoutId id="2147483723" r:id="rId37"/>
    <p:sldLayoutId id="2147483724" r:id="rId38"/>
    <p:sldLayoutId id="2147483725" r:id="rId39"/>
    <p:sldLayoutId id="2147483726" r:id="rId40"/>
    <p:sldLayoutId id="2147483727" r:id="rId41"/>
    <p:sldLayoutId id="2147483728" r:id="rId42"/>
    <p:sldLayoutId id="2147483729" r:id="rId43"/>
    <p:sldLayoutId id="2147483730" r:id="rId44"/>
    <p:sldLayoutId id="2147483731" r:id="rId4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4.pn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49.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8.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1.xml"/><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4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6.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1.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53.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slideLayout" Target="../slideLayouts/slideLayout41.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64.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1.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1.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1.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1.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1.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1.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1.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1.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43.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42.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1.png"/><Relationship Id="rId1" Type="http://schemas.openxmlformats.org/officeDocument/2006/relationships/slideLayout" Target="../slideLayouts/slideLayout21.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1.pn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5"/>
        <p:cNvGrpSpPr/>
        <p:nvPr/>
      </p:nvGrpSpPr>
      <p:grpSpPr>
        <a:xfrm>
          <a:off x="0" y="0"/>
          <a:ext cx="0" cy="0"/>
          <a:chOff x="0" y="0"/>
          <a:chExt cx="0" cy="0"/>
        </a:xfrm>
      </p:grpSpPr>
      <p:sp useBgFill="1">
        <p:nvSpPr>
          <p:cNvPr id="102"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6" name="Group 98">
            <a:extLst>
              <a:ext uri="{FF2B5EF4-FFF2-40B4-BE49-F238E27FC236}">
                <a16:creationId xmlns:a16="http://schemas.microsoft.com/office/drawing/2014/main" id="{519334DB-EC8F-4050-9C6E-F92B6A72DA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848" y="0"/>
            <a:ext cx="12188949" cy="6858000"/>
            <a:chOff x="-2848" y="0"/>
            <a:chExt cx="12188949" cy="6858000"/>
          </a:xfrm>
        </p:grpSpPr>
        <p:sp>
          <p:nvSpPr>
            <p:cNvPr id="100" name="Color Cover">
              <a:extLst>
                <a:ext uri="{FF2B5EF4-FFF2-40B4-BE49-F238E27FC236}">
                  <a16:creationId xmlns:a16="http://schemas.microsoft.com/office/drawing/2014/main" id="{EA01B1DD-00B6-4407-827C-3F408B773B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5">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Color Cover">
              <a:extLst>
                <a:ext uri="{FF2B5EF4-FFF2-40B4-BE49-F238E27FC236}">
                  <a16:creationId xmlns:a16="http://schemas.microsoft.com/office/drawing/2014/main" id="{AF1D500A-77DB-437E-A54D-45B239D6D0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6">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3" name="Group 102">
            <a:extLst>
              <a:ext uri="{FF2B5EF4-FFF2-40B4-BE49-F238E27FC236}">
                <a16:creationId xmlns:a16="http://schemas.microsoft.com/office/drawing/2014/main" id="{3F87BA2A-0B66-4DEF-A04F-2CC1722572E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51279" y="598259"/>
            <a:ext cx="10889442" cy="5680742"/>
            <a:chOff x="651279" y="598259"/>
            <a:chExt cx="10889442" cy="5680742"/>
          </a:xfrm>
        </p:grpSpPr>
        <p:sp>
          <p:nvSpPr>
            <p:cNvPr id="104" name="Color">
              <a:extLst>
                <a:ext uri="{FF2B5EF4-FFF2-40B4-BE49-F238E27FC236}">
                  <a16:creationId xmlns:a16="http://schemas.microsoft.com/office/drawing/2014/main" id="{522B2F8C-7861-41DA-AB7F-C621655E4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Color">
              <a:extLst>
                <a:ext uri="{FF2B5EF4-FFF2-40B4-BE49-F238E27FC236}">
                  <a16:creationId xmlns:a16="http://schemas.microsoft.com/office/drawing/2014/main" id="{90AE996F-5C1A-4DD0-B66D-9C837744A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 name="Рисунок 1">
            <a:extLst>
              <a:ext uri="{FF2B5EF4-FFF2-40B4-BE49-F238E27FC236}">
                <a16:creationId xmlns:a16="http://schemas.microsoft.com/office/drawing/2014/main" id="{FC8FA5D6-AAE6-B440-AF99-2C380DF62992}"/>
              </a:ext>
            </a:extLst>
          </p:cNvPr>
          <p:cNvPicPr>
            <a:picLocks noChangeAspect="1"/>
          </p:cNvPicPr>
          <p:nvPr/>
        </p:nvPicPr>
        <p:blipFill>
          <a:blip r:embed="rId3"/>
          <a:stretch>
            <a:fillRect/>
          </a:stretch>
        </p:blipFill>
        <p:spPr>
          <a:xfrm>
            <a:off x="6708758" y="1229128"/>
            <a:ext cx="4358797" cy="2288368"/>
          </a:xfrm>
          <a:prstGeom prst="rect">
            <a:avLst/>
          </a:prstGeom>
        </p:spPr>
      </p:pic>
      <p:grpSp>
        <p:nvGrpSpPr>
          <p:cNvPr id="107" name="Group 106">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848" y="0"/>
            <a:ext cx="12188952" cy="6858000"/>
            <a:chOff x="0" y="0"/>
            <a:chExt cx="12188952" cy="6858000"/>
          </a:xfrm>
        </p:grpSpPr>
        <p:sp>
          <p:nvSpPr>
            <p:cNvPr id="108" name="Freeform: Shape 107">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09" name="Freeform: Shape 108">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10" name="Freeform: Shape 109">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11" name="Freeform: Shape 110">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12" name="Freeform: Shape 111">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13" name="Freeform: Shape 112">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14" name="Freeform: Shape 113">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46" name="Google Shape;46;p15"/>
          <p:cNvSpPr txBox="1">
            <a:spLocks noGrp="1"/>
          </p:cNvSpPr>
          <p:nvPr>
            <p:ph type="ctrTitle"/>
          </p:nvPr>
        </p:nvSpPr>
        <p:spPr>
          <a:xfrm>
            <a:off x="1012644" y="1197809"/>
            <a:ext cx="5203990" cy="2349622"/>
          </a:xfrm>
          <a:prstGeom prst="rect">
            <a:avLst/>
          </a:prstGeom>
        </p:spPr>
        <p:txBody>
          <a:bodyPr spcFirstLastPara="1" vert="horz" lIns="121900" tIns="121900" rIns="121900" bIns="121900" rtlCol="0" anchor="b" anchorCtr="0">
            <a:normAutofit/>
          </a:bodyPr>
          <a:lstStyle/>
          <a:p>
            <a:pPr algn="l">
              <a:spcBef>
                <a:spcPts val="0"/>
              </a:spcBef>
            </a:pPr>
            <a:r>
              <a:rPr lang="vi-VN" sz="4800">
                <a:solidFill>
                  <a:schemeClr val="bg1"/>
                </a:solidFill>
              </a:rPr>
              <a:t>VINAMILK</a:t>
            </a:r>
          </a:p>
        </p:txBody>
      </p:sp>
      <p:sp>
        <p:nvSpPr>
          <p:cNvPr id="47" name="Google Shape;47;p15"/>
          <p:cNvSpPr txBox="1">
            <a:spLocks noGrp="1"/>
          </p:cNvSpPr>
          <p:nvPr>
            <p:ph type="subTitle" idx="1"/>
          </p:nvPr>
        </p:nvSpPr>
        <p:spPr>
          <a:xfrm>
            <a:off x="1012643" y="3681506"/>
            <a:ext cx="5203989" cy="2346080"/>
          </a:xfrm>
          <a:prstGeom prst="rect">
            <a:avLst/>
          </a:prstGeom>
        </p:spPr>
        <p:txBody>
          <a:bodyPr spcFirstLastPara="1" vert="horz" lIns="121900" tIns="121900" rIns="121900" bIns="121900" rtlCol="0" anchor="t" anchorCtr="0">
            <a:normAutofit/>
          </a:bodyPr>
          <a:lstStyle/>
          <a:p>
            <a:pPr algn="l">
              <a:spcBef>
                <a:spcPts val="0"/>
              </a:spcBef>
              <a:spcAft>
                <a:spcPts val="600"/>
              </a:spcAft>
            </a:pPr>
            <a:r>
              <a:rPr lang="ru-RU">
                <a:solidFill>
                  <a:schemeClr val="bg1"/>
                </a:solidFill>
              </a:rPr>
              <a:t>Чан Куанг Тханг – Нгуен Као Бач </a:t>
            </a:r>
          </a:p>
        </p:txBody>
      </p:sp>
      <p:grpSp>
        <p:nvGrpSpPr>
          <p:cNvPr id="48" name="Google Shape;48;p15"/>
          <p:cNvGrpSpPr/>
          <p:nvPr/>
        </p:nvGrpSpPr>
        <p:grpSpPr>
          <a:xfrm>
            <a:off x="6708758" y="3683233"/>
            <a:ext cx="4358797" cy="2288342"/>
            <a:chOff x="457214" y="411508"/>
            <a:chExt cx="8229764" cy="4320573"/>
          </a:xfrm>
        </p:grpSpPr>
        <p:cxnSp>
          <p:nvCxnSpPr>
            <p:cNvPr id="49" name="Google Shape;49;p15"/>
            <p:cNvCxnSpPr>
              <a:stCxn id="50" idx="3"/>
              <a:endCxn id="51" idx="7"/>
            </p:cNvCxnSpPr>
            <p:nvPr/>
          </p:nvCxnSpPr>
          <p:spPr>
            <a:xfrm flipH="1">
              <a:off x="6524249" y="1294102"/>
              <a:ext cx="1280100" cy="1761000"/>
            </a:xfrm>
            <a:prstGeom prst="straightConnector1">
              <a:avLst/>
            </a:prstGeom>
            <a:noFill/>
            <a:ln w="9525" cap="flat" cmpd="sng">
              <a:solidFill>
                <a:schemeClr val="dk2"/>
              </a:solidFill>
              <a:prstDash val="solid"/>
              <a:round/>
              <a:headEnd type="none" w="med" len="med"/>
              <a:tailEnd type="none" w="med" len="med"/>
            </a:ln>
          </p:spPr>
        </p:cxnSp>
        <p:cxnSp>
          <p:nvCxnSpPr>
            <p:cNvPr id="52" name="Google Shape;52;p15"/>
            <p:cNvCxnSpPr>
              <a:stCxn id="51" idx="2"/>
              <a:endCxn id="53" idx="6"/>
            </p:cNvCxnSpPr>
            <p:nvPr/>
          </p:nvCxnSpPr>
          <p:spPr>
            <a:xfrm flipH="1">
              <a:off x="4661228" y="3131674"/>
              <a:ext cx="1677900" cy="1058100"/>
            </a:xfrm>
            <a:prstGeom prst="straightConnector1">
              <a:avLst/>
            </a:prstGeom>
            <a:noFill/>
            <a:ln w="9525" cap="flat" cmpd="sng">
              <a:solidFill>
                <a:schemeClr val="dk2"/>
              </a:solidFill>
              <a:prstDash val="solid"/>
              <a:round/>
              <a:headEnd type="none" w="med" len="med"/>
              <a:tailEnd type="none" w="med" len="med"/>
            </a:ln>
          </p:spPr>
        </p:cxnSp>
        <p:cxnSp>
          <p:nvCxnSpPr>
            <p:cNvPr id="54" name="Google Shape;54;p15"/>
            <p:cNvCxnSpPr>
              <a:stCxn id="53" idx="2"/>
              <a:endCxn id="55" idx="6"/>
            </p:cNvCxnSpPr>
            <p:nvPr/>
          </p:nvCxnSpPr>
          <p:spPr>
            <a:xfrm rot="10800000">
              <a:off x="2768985" y="3131666"/>
              <a:ext cx="1713600" cy="1058100"/>
            </a:xfrm>
            <a:prstGeom prst="straightConnector1">
              <a:avLst/>
            </a:prstGeom>
            <a:noFill/>
            <a:ln w="9525" cap="flat" cmpd="sng">
              <a:solidFill>
                <a:schemeClr val="dk2"/>
              </a:solidFill>
              <a:prstDash val="solid"/>
              <a:round/>
              <a:headEnd type="none" w="med" len="med"/>
              <a:tailEnd type="none" w="med" len="med"/>
            </a:ln>
          </p:spPr>
        </p:cxnSp>
        <p:cxnSp>
          <p:nvCxnSpPr>
            <p:cNvPr id="56" name="Google Shape;56;p15"/>
            <p:cNvCxnSpPr>
              <a:stCxn id="55" idx="2"/>
              <a:endCxn id="57" idx="6"/>
            </p:cNvCxnSpPr>
            <p:nvPr/>
          </p:nvCxnSpPr>
          <p:spPr>
            <a:xfrm flipH="1">
              <a:off x="881438" y="3131614"/>
              <a:ext cx="1743300" cy="618000"/>
            </a:xfrm>
            <a:prstGeom prst="straightConnector1">
              <a:avLst/>
            </a:prstGeom>
            <a:noFill/>
            <a:ln w="9525" cap="flat" cmpd="sng">
              <a:solidFill>
                <a:schemeClr val="dk2"/>
              </a:solidFill>
              <a:prstDash val="solid"/>
              <a:round/>
              <a:headEnd type="none" w="med" len="med"/>
              <a:tailEnd type="none" w="med" len="med"/>
            </a:ln>
          </p:spPr>
        </p:cxnSp>
        <p:grpSp>
          <p:nvGrpSpPr>
            <p:cNvPr id="58" name="Google Shape;58;p15"/>
            <p:cNvGrpSpPr/>
            <p:nvPr/>
          </p:nvGrpSpPr>
          <p:grpSpPr>
            <a:xfrm>
              <a:off x="457214" y="3385326"/>
              <a:ext cx="728701" cy="728701"/>
              <a:chOff x="1786425" y="2013025"/>
              <a:chExt cx="573600" cy="573600"/>
            </a:xfrm>
          </p:grpSpPr>
          <p:sp>
            <p:nvSpPr>
              <p:cNvPr id="59" name="Google Shape;59;p15"/>
              <p:cNvSpPr/>
              <p:nvPr/>
            </p:nvSpPr>
            <p:spPr>
              <a:xfrm>
                <a:off x="1786425" y="2013025"/>
                <a:ext cx="573600" cy="573600"/>
              </a:xfrm>
              <a:prstGeom prst="ellipse">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57" name="Google Shape;57;p15"/>
              <p:cNvSpPr/>
              <p:nvPr/>
            </p:nvSpPr>
            <p:spPr>
              <a:xfrm>
                <a:off x="2025925" y="2252525"/>
                <a:ext cx="94500" cy="94500"/>
              </a:xfrm>
              <a:prstGeom prst="ellipse">
                <a:avLst/>
              </a:prstGeom>
              <a:solidFill>
                <a:schemeClr val="accent1"/>
              </a:solidFill>
              <a:ln>
                <a:noFill/>
              </a:ln>
            </p:spPr>
            <p:txBody>
              <a:bodyPr spcFirstLastPara="1" wrap="square" lIns="121900" tIns="121900" rIns="121900" bIns="121900" anchor="ctr" anchorCtr="0">
                <a:noAutofit/>
              </a:bodyPr>
              <a:lstStyle/>
              <a:p>
                <a:endParaRPr sz="2400"/>
              </a:p>
            </p:txBody>
          </p:sp>
        </p:grpSp>
        <p:grpSp>
          <p:nvGrpSpPr>
            <p:cNvPr id="60" name="Google Shape;60;p15"/>
            <p:cNvGrpSpPr/>
            <p:nvPr/>
          </p:nvGrpSpPr>
          <p:grpSpPr>
            <a:xfrm>
              <a:off x="2258945" y="2693670"/>
              <a:ext cx="875887" cy="875887"/>
              <a:chOff x="3262525" y="1556125"/>
              <a:chExt cx="573600" cy="573600"/>
            </a:xfrm>
          </p:grpSpPr>
          <p:sp>
            <p:nvSpPr>
              <p:cNvPr id="61" name="Google Shape;61;p15"/>
              <p:cNvSpPr/>
              <p:nvPr/>
            </p:nvSpPr>
            <p:spPr>
              <a:xfrm>
                <a:off x="3262525" y="1556125"/>
                <a:ext cx="573600" cy="573600"/>
              </a:xfrm>
              <a:prstGeom prst="ellipse">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55" name="Google Shape;55;p15"/>
              <p:cNvSpPr/>
              <p:nvPr/>
            </p:nvSpPr>
            <p:spPr>
              <a:xfrm>
                <a:off x="3502075" y="1795675"/>
                <a:ext cx="94500" cy="94500"/>
              </a:xfrm>
              <a:prstGeom prst="ellipse">
                <a:avLst/>
              </a:prstGeom>
              <a:solidFill>
                <a:schemeClr val="accent6"/>
              </a:solidFill>
              <a:ln>
                <a:noFill/>
              </a:ln>
            </p:spPr>
            <p:txBody>
              <a:bodyPr spcFirstLastPara="1" wrap="square" lIns="121900" tIns="121900" rIns="121900" bIns="121900" anchor="ctr" anchorCtr="0">
                <a:noAutofit/>
              </a:bodyPr>
              <a:lstStyle/>
              <a:p>
                <a:endParaRPr sz="2400"/>
              </a:p>
            </p:txBody>
          </p:sp>
        </p:grpSp>
        <p:grpSp>
          <p:nvGrpSpPr>
            <p:cNvPr id="62" name="Google Shape;62;p15"/>
            <p:cNvGrpSpPr/>
            <p:nvPr/>
          </p:nvGrpSpPr>
          <p:grpSpPr>
            <a:xfrm>
              <a:off x="4029596" y="3647403"/>
              <a:ext cx="1084678" cy="1084678"/>
              <a:chOff x="4738613" y="2888163"/>
              <a:chExt cx="573600" cy="573600"/>
            </a:xfrm>
          </p:grpSpPr>
          <p:sp>
            <p:nvSpPr>
              <p:cNvPr id="63" name="Google Shape;63;p15"/>
              <p:cNvSpPr/>
              <p:nvPr/>
            </p:nvSpPr>
            <p:spPr>
              <a:xfrm>
                <a:off x="4738613" y="2888163"/>
                <a:ext cx="573600" cy="573600"/>
              </a:xfrm>
              <a:prstGeom prst="ellipse">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53" name="Google Shape;53;p15"/>
              <p:cNvSpPr/>
              <p:nvPr/>
            </p:nvSpPr>
            <p:spPr>
              <a:xfrm>
                <a:off x="4978163" y="3127725"/>
                <a:ext cx="94500" cy="94500"/>
              </a:xfrm>
              <a:prstGeom prst="ellipse">
                <a:avLst/>
              </a:prstGeom>
              <a:noFill/>
              <a:ln>
                <a:noFill/>
              </a:ln>
            </p:spPr>
            <p:txBody>
              <a:bodyPr spcFirstLastPara="1" wrap="square" lIns="121900" tIns="121900" rIns="121900" bIns="121900" anchor="ctr" anchorCtr="0">
                <a:noAutofit/>
              </a:bodyPr>
              <a:lstStyle/>
              <a:p>
                <a:endParaRPr sz="2400"/>
              </a:p>
            </p:txBody>
          </p:sp>
        </p:grpSp>
        <p:grpSp>
          <p:nvGrpSpPr>
            <p:cNvPr id="64" name="Google Shape;64;p15"/>
            <p:cNvGrpSpPr/>
            <p:nvPr/>
          </p:nvGrpSpPr>
          <p:grpSpPr>
            <a:xfrm>
              <a:off x="5789510" y="2473726"/>
              <a:ext cx="1316125" cy="1316125"/>
              <a:chOff x="6214713" y="2013025"/>
              <a:chExt cx="573600" cy="573600"/>
            </a:xfrm>
          </p:grpSpPr>
          <p:sp>
            <p:nvSpPr>
              <p:cNvPr id="65" name="Google Shape;65;p15"/>
              <p:cNvSpPr/>
              <p:nvPr/>
            </p:nvSpPr>
            <p:spPr>
              <a:xfrm>
                <a:off x="6214713" y="2013025"/>
                <a:ext cx="573600" cy="573600"/>
              </a:xfrm>
              <a:prstGeom prst="ellipse">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51" name="Google Shape;51;p15"/>
              <p:cNvSpPr/>
              <p:nvPr/>
            </p:nvSpPr>
            <p:spPr>
              <a:xfrm>
                <a:off x="6454250" y="2252525"/>
                <a:ext cx="94500" cy="94500"/>
              </a:xfrm>
              <a:prstGeom prst="ellipse">
                <a:avLst/>
              </a:prstGeom>
              <a:solidFill>
                <a:schemeClr val="accent5"/>
              </a:solidFill>
              <a:ln>
                <a:noFill/>
              </a:ln>
            </p:spPr>
            <p:txBody>
              <a:bodyPr spcFirstLastPara="1" wrap="square" lIns="121900" tIns="121900" rIns="121900" bIns="121900" anchor="ctr" anchorCtr="0">
                <a:noAutofit/>
              </a:bodyPr>
              <a:lstStyle/>
              <a:p>
                <a:endParaRPr sz="2400"/>
              </a:p>
            </p:txBody>
          </p:sp>
        </p:grpSp>
        <p:grpSp>
          <p:nvGrpSpPr>
            <p:cNvPr id="66" name="Google Shape;66;p15"/>
            <p:cNvGrpSpPr/>
            <p:nvPr/>
          </p:nvGrpSpPr>
          <p:grpSpPr>
            <a:xfrm>
              <a:off x="7105907" y="411508"/>
              <a:ext cx="1581071" cy="1581071"/>
              <a:chOff x="7690825" y="1556125"/>
              <a:chExt cx="573600" cy="573600"/>
            </a:xfrm>
          </p:grpSpPr>
          <p:sp>
            <p:nvSpPr>
              <p:cNvPr id="67" name="Google Shape;67;p15"/>
              <p:cNvSpPr/>
              <p:nvPr/>
            </p:nvSpPr>
            <p:spPr>
              <a:xfrm>
                <a:off x="7690825" y="1556125"/>
                <a:ext cx="573600" cy="573600"/>
              </a:xfrm>
              <a:prstGeom prst="ellipse">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50" name="Google Shape;50;p15"/>
              <p:cNvSpPr/>
              <p:nvPr/>
            </p:nvSpPr>
            <p:spPr>
              <a:xfrm>
                <a:off x="7930375" y="1795663"/>
                <a:ext cx="94500" cy="94500"/>
              </a:xfrm>
              <a:prstGeom prst="ellipse">
                <a:avLst/>
              </a:prstGeom>
              <a:noFill/>
              <a:ln>
                <a:noFill/>
              </a:ln>
            </p:spPr>
            <p:txBody>
              <a:bodyPr spcFirstLastPara="1" wrap="square" lIns="121900" tIns="121900" rIns="121900" bIns="121900" anchor="ctr" anchorCtr="0">
                <a:noAutofit/>
              </a:bodyPr>
              <a:lstStyle/>
              <a:p>
                <a:endParaRPr sz="2400"/>
              </a:p>
            </p:txBody>
          </p:sp>
        </p:grpSp>
        <p:grpSp>
          <p:nvGrpSpPr>
            <p:cNvPr id="68" name="Google Shape;68;p15"/>
            <p:cNvGrpSpPr/>
            <p:nvPr/>
          </p:nvGrpSpPr>
          <p:grpSpPr>
            <a:xfrm>
              <a:off x="4250547" y="3868314"/>
              <a:ext cx="643314" cy="643281"/>
              <a:chOff x="5053900" y="3804850"/>
              <a:chExt cx="483150" cy="483125"/>
            </a:xfrm>
          </p:grpSpPr>
          <p:sp>
            <p:nvSpPr>
              <p:cNvPr id="69" name="Google Shape;69;p15"/>
              <p:cNvSpPr/>
              <p:nvPr/>
            </p:nvSpPr>
            <p:spPr>
              <a:xfrm>
                <a:off x="5053900" y="3804850"/>
                <a:ext cx="483150" cy="483125"/>
              </a:xfrm>
              <a:custGeom>
                <a:avLst/>
                <a:gdLst/>
                <a:ahLst/>
                <a:cxnLst/>
                <a:rect l="l" t="t" r="r" b="b"/>
                <a:pathLst>
                  <a:path w="19326" h="19325" extrusionOk="0">
                    <a:moveTo>
                      <a:pt x="9663" y="1132"/>
                    </a:moveTo>
                    <a:cubicBezTo>
                      <a:pt x="14367" y="1132"/>
                      <a:pt x="18193" y="4958"/>
                      <a:pt x="18193" y="9662"/>
                    </a:cubicBezTo>
                    <a:cubicBezTo>
                      <a:pt x="18193" y="14367"/>
                      <a:pt x="14367" y="18192"/>
                      <a:pt x="9663" y="18192"/>
                    </a:cubicBezTo>
                    <a:cubicBezTo>
                      <a:pt x="4959" y="18192"/>
                      <a:pt x="1133" y="14367"/>
                      <a:pt x="1133" y="9662"/>
                    </a:cubicBezTo>
                    <a:cubicBezTo>
                      <a:pt x="1133" y="4958"/>
                      <a:pt x="4959" y="1132"/>
                      <a:pt x="9663" y="1132"/>
                    </a:cubicBezTo>
                    <a:close/>
                    <a:moveTo>
                      <a:pt x="9663" y="0"/>
                    </a:moveTo>
                    <a:cubicBezTo>
                      <a:pt x="7094" y="0"/>
                      <a:pt x="4669" y="1009"/>
                      <a:pt x="2839" y="2838"/>
                    </a:cubicBezTo>
                    <a:cubicBezTo>
                      <a:pt x="1009" y="4668"/>
                      <a:pt x="1" y="7093"/>
                      <a:pt x="1" y="9662"/>
                    </a:cubicBezTo>
                    <a:cubicBezTo>
                      <a:pt x="1" y="12232"/>
                      <a:pt x="1009" y="14657"/>
                      <a:pt x="2839" y="16486"/>
                    </a:cubicBezTo>
                    <a:cubicBezTo>
                      <a:pt x="4669" y="18316"/>
                      <a:pt x="7094" y="19325"/>
                      <a:pt x="9663" y="19325"/>
                    </a:cubicBezTo>
                    <a:cubicBezTo>
                      <a:pt x="12233" y="19325"/>
                      <a:pt x="14657" y="18316"/>
                      <a:pt x="16487" y="16486"/>
                    </a:cubicBezTo>
                    <a:cubicBezTo>
                      <a:pt x="18317" y="14657"/>
                      <a:pt x="19325" y="12232"/>
                      <a:pt x="19325" y="9662"/>
                    </a:cubicBezTo>
                    <a:cubicBezTo>
                      <a:pt x="19325" y="7093"/>
                      <a:pt x="18317" y="4668"/>
                      <a:pt x="16487" y="2838"/>
                    </a:cubicBezTo>
                    <a:cubicBezTo>
                      <a:pt x="14657" y="1009"/>
                      <a:pt x="12233" y="0"/>
                      <a:pt x="9663" y="0"/>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0" name="Google Shape;70;p15"/>
              <p:cNvSpPr/>
              <p:nvPr/>
            </p:nvSpPr>
            <p:spPr>
              <a:xfrm>
                <a:off x="5168125" y="3947300"/>
                <a:ext cx="88275" cy="85000"/>
              </a:xfrm>
              <a:custGeom>
                <a:avLst/>
                <a:gdLst/>
                <a:ahLst/>
                <a:cxnLst/>
                <a:rect l="l" t="t" r="r" b="b"/>
                <a:pathLst>
                  <a:path w="3531" h="3400" extrusionOk="0">
                    <a:moveTo>
                      <a:pt x="1697" y="1135"/>
                    </a:moveTo>
                    <a:cubicBezTo>
                      <a:pt x="2202" y="1135"/>
                      <a:pt x="2455" y="1742"/>
                      <a:pt x="2099" y="2101"/>
                    </a:cubicBezTo>
                    <a:cubicBezTo>
                      <a:pt x="1983" y="2216"/>
                      <a:pt x="1841" y="2268"/>
                      <a:pt x="1702" y="2268"/>
                    </a:cubicBezTo>
                    <a:cubicBezTo>
                      <a:pt x="1411" y="2268"/>
                      <a:pt x="1133" y="2041"/>
                      <a:pt x="1133" y="1700"/>
                    </a:cubicBezTo>
                    <a:cubicBezTo>
                      <a:pt x="1133" y="1386"/>
                      <a:pt x="1383" y="1135"/>
                      <a:pt x="1697" y="1135"/>
                    </a:cubicBezTo>
                    <a:close/>
                    <a:moveTo>
                      <a:pt x="1697" y="0"/>
                    </a:moveTo>
                    <a:cubicBezTo>
                      <a:pt x="1479" y="0"/>
                      <a:pt x="1258" y="43"/>
                      <a:pt x="1048" y="130"/>
                    </a:cubicBezTo>
                    <a:cubicBezTo>
                      <a:pt x="414" y="392"/>
                      <a:pt x="0" y="1011"/>
                      <a:pt x="0" y="1700"/>
                    </a:cubicBezTo>
                    <a:cubicBezTo>
                      <a:pt x="0" y="2639"/>
                      <a:pt x="758" y="3397"/>
                      <a:pt x="1697" y="3400"/>
                    </a:cubicBezTo>
                    <a:cubicBezTo>
                      <a:pt x="2386" y="3400"/>
                      <a:pt x="3005" y="2983"/>
                      <a:pt x="3267" y="2349"/>
                    </a:cubicBezTo>
                    <a:cubicBezTo>
                      <a:pt x="3530" y="1715"/>
                      <a:pt x="3385" y="984"/>
                      <a:pt x="2899" y="498"/>
                    </a:cubicBezTo>
                    <a:cubicBezTo>
                      <a:pt x="2574" y="173"/>
                      <a:pt x="2139" y="0"/>
                      <a:pt x="1697" y="0"/>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1" name="Google Shape;71;p15"/>
              <p:cNvSpPr/>
              <p:nvPr/>
            </p:nvSpPr>
            <p:spPr>
              <a:xfrm>
                <a:off x="5334575" y="3947350"/>
                <a:ext cx="88325" cy="84950"/>
              </a:xfrm>
              <a:custGeom>
                <a:avLst/>
                <a:gdLst/>
                <a:ahLst/>
                <a:cxnLst/>
                <a:rect l="l" t="t" r="r" b="b"/>
                <a:pathLst>
                  <a:path w="3533" h="3398" extrusionOk="0">
                    <a:moveTo>
                      <a:pt x="1829" y="1130"/>
                    </a:moveTo>
                    <a:cubicBezTo>
                      <a:pt x="2121" y="1130"/>
                      <a:pt x="2401" y="1356"/>
                      <a:pt x="2401" y="1698"/>
                    </a:cubicBezTo>
                    <a:cubicBezTo>
                      <a:pt x="2401" y="2012"/>
                      <a:pt x="2147" y="2265"/>
                      <a:pt x="1833" y="2265"/>
                    </a:cubicBezTo>
                    <a:cubicBezTo>
                      <a:pt x="1329" y="2265"/>
                      <a:pt x="1075" y="1656"/>
                      <a:pt x="1431" y="1296"/>
                    </a:cubicBezTo>
                    <a:cubicBezTo>
                      <a:pt x="1547" y="1181"/>
                      <a:pt x="1690" y="1130"/>
                      <a:pt x="1829" y="1130"/>
                    </a:cubicBezTo>
                    <a:close/>
                    <a:moveTo>
                      <a:pt x="1833" y="1"/>
                    </a:moveTo>
                    <a:cubicBezTo>
                      <a:pt x="1145" y="1"/>
                      <a:pt x="526" y="415"/>
                      <a:pt x="263" y="1049"/>
                    </a:cubicBezTo>
                    <a:cubicBezTo>
                      <a:pt x="0" y="1683"/>
                      <a:pt x="145" y="2413"/>
                      <a:pt x="631" y="2900"/>
                    </a:cubicBezTo>
                    <a:cubicBezTo>
                      <a:pt x="956" y="3225"/>
                      <a:pt x="1391" y="3397"/>
                      <a:pt x="1833" y="3397"/>
                    </a:cubicBezTo>
                    <a:cubicBezTo>
                      <a:pt x="2052" y="3397"/>
                      <a:pt x="2272" y="3355"/>
                      <a:pt x="2482" y="3268"/>
                    </a:cubicBezTo>
                    <a:cubicBezTo>
                      <a:pt x="3116" y="3005"/>
                      <a:pt x="3533" y="2386"/>
                      <a:pt x="3533" y="1698"/>
                    </a:cubicBezTo>
                    <a:cubicBezTo>
                      <a:pt x="3530" y="759"/>
                      <a:pt x="2772" y="1"/>
                      <a:pt x="1833" y="1"/>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2" name="Google Shape;72;p15"/>
              <p:cNvSpPr/>
              <p:nvPr/>
            </p:nvSpPr>
            <p:spPr>
              <a:xfrm>
                <a:off x="5170150" y="4060600"/>
                <a:ext cx="250650" cy="113225"/>
              </a:xfrm>
              <a:custGeom>
                <a:avLst/>
                <a:gdLst/>
                <a:ahLst/>
                <a:cxnLst/>
                <a:rect l="l" t="t" r="r" b="b"/>
                <a:pathLst>
                  <a:path w="10026" h="4529" extrusionOk="0">
                    <a:moveTo>
                      <a:pt x="5006" y="0"/>
                    </a:moveTo>
                    <a:cubicBezTo>
                      <a:pt x="2684" y="0"/>
                      <a:pt x="659" y="1572"/>
                      <a:pt x="79" y="3820"/>
                    </a:cubicBezTo>
                    <a:cubicBezTo>
                      <a:pt x="1" y="4125"/>
                      <a:pt x="182" y="4433"/>
                      <a:pt x="487" y="4511"/>
                    </a:cubicBezTo>
                    <a:cubicBezTo>
                      <a:pt x="533" y="4523"/>
                      <a:pt x="580" y="4528"/>
                      <a:pt x="625" y="4528"/>
                    </a:cubicBezTo>
                    <a:cubicBezTo>
                      <a:pt x="878" y="4528"/>
                      <a:pt x="1109" y="4359"/>
                      <a:pt x="1175" y="4103"/>
                    </a:cubicBezTo>
                    <a:cubicBezTo>
                      <a:pt x="1625" y="2352"/>
                      <a:pt x="3205" y="1126"/>
                      <a:pt x="5013" y="1126"/>
                    </a:cubicBezTo>
                    <a:cubicBezTo>
                      <a:pt x="6822" y="1126"/>
                      <a:pt x="8401" y="2352"/>
                      <a:pt x="8851" y="4103"/>
                    </a:cubicBezTo>
                    <a:cubicBezTo>
                      <a:pt x="8917" y="4359"/>
                      <a:pt x="9148" y="4528"/>
                      <a:pt x="9401" y="4528"/>
                    </a:cubicBezTo>
                    <a:cubicBezTo>
                      <a:pt x="9447" y="4528"/>
                      <a:pt x="9493" y="4523"/>
                      <a:pt x="9539" y="4511"/>
                    </a:cubicBezTo>
                    <a:cubicBezTo>
                      <a:pt x="9844" y="4433"/>
                      <a:pt x="10025" y="4125"/>
                      <a:pt x="9947" y="3820"/>
                    </a:cubicBezTo>
                    <a:cubicBezTo>
                      <a:pt x="9368" y="1572"/>
                      <a:pt x="7342" y="0"/>
                      <a:pt x="5020" y="0"/>
                    </a:cubicBezTo>
                    <a:cubicBezTo>
                      <a:pt x="5018" y="0"/>
                      <a:pt x="5015" y="0"/>
                      <a:pt x="5013" y="0"/>
                    </a:cubicBezTo>
                    <a:cubicBezTo>
                      <a:pt x="5011" y="0"/>
                      <a:pt x="5009" y="0"/>
                      <a:pt x="5006" y="0"/>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3" name="Google Shape;73;p15"/>
            <p:cNvGrpSpPr/>
            <p:nvPr/>
          </p:nvGrpSpPr>
          <p:grpSpPr>
            <a:xfrm>
              <a:off x="605574" y="3533597"/>
              <a:ext cx="432155" cy="432155"/>
              <a:chOff x="5648375" y="3804850"/>
              <a:chExt cx="483125" cy="483125"/>
            </a:xfrm>
          </p:grpSpPr>
          <p:sp>
            <p:nvSpPr>
              <p:cNvPr id="74" name="Google Shape;74;p15"/>
              <p:cNvSpPr/>
              <p:nvPr/>
            </p:nvSpPr>
            <p:spPr>
              <a:xfrm>
                <a:off x="5648375" y="3804850"/>
                <a:ext cx="483125" cy="483125"/>
              </a:xfrm>
              <a:custGeom>
                <a:avLst/>
                <a:gdLst/>
                <a:ahLst/>
                <a:cxnLst/>
                <a:rect l="l" t="t" r="r" b="b"/>
                <a:pathLst>
                  <a:path w="19325" h="19325" extrusionOk="0">
                    <a:moveTo>
                      <a:pt x="9662" y="1132"/>
                    </a:moveTo>
                    <a:cubicBezTo>
                      <a:pt x="14367" y="1132"/>
                      <a:pt x="18192" y="4958"/>
                      <a:pt x="18192" y="9662"/>
                    </a:cubicBezTo>
                    <a:cubicBezTo>
                      <a:pt x="18192" y="14367"/>
                      <a:pt x="14367" y="18192"/>
                      <a:pt x="9662" y="18192"/>
                    </a:cubicBezTo>
                    <a:cubicBezTo>
                      <a:pt x="4958" y="18192"/>
                      <a:pt x="1132" y="14367"/>
                      <a:pt x="1132" y="9662"/>
                    </a:cubicBezTo>
                    <a:cubicBezTo>
                      <a:pt x="1132" y="4958"/>
                      <a:pt x="4958" y="1132"/>
                      <a:pt x="9662" y="1132"/>
                    </a:cubicBezTo>
                    <a:close/>
                    <a:moveTo>
                      <a:pt x="9662" y="0"/>
                    </a:moveTo>
                    <a:cubicBezTo>
                      <a:pt x="7093" y="0"/>
                      <a:pt x="4668" y="1009"/>
                      <a:pt x="2838" y="2838"/>
                    </a:cubicBezTo>
                    <a:cubicBezTo>
                      <a:pt x="1009" y="4668"/>
                      <a:pt x="0" y="7093"/>
                      <a:pt x="0" y="9662"/>
                    </a:cubicBezTo>
                    <a:cubicBezTo>
                      <a:pt x="0" y="12232"/>
                      <a:pt x="1009" y="14657"/>
                      <a:pt x="2838" y="16486"/>
                    </a:cubicBezTo>
                    <a:cubicBezTo>
                      <a:pt x="4668" y="18316"/>
                      <a:pt x="7093" y="19325"/>
                      <a:pt x="9662" y="19325"/>
                    </a:cubicBezTo>
                    <a:cubicBezTo>
                      <a:pt x="12232" y="19325"/>
                      <a:pt x="14656" y="18316"/>
                      <a:pt x="16486" y="16486"/>
                    </a:cubicBezTo>
                    <a:cubicBezTo>
                      <a:pt x="18316" y="14657"/>
                      <a:pt x="19325" y="12232"/>
                      <a:pt x="19325" y="9662"/>
                    </a:cubicBezTo>
                    <a:cubicBezTo>
                      <a:pt x="19325" y="7093"/>
                      <a:pt x="18316" y="4668"/>
                      <a:pt x="16486" y="2838"/>
                    </a:cubicBezTo>
                    <a:cubicBezTo>
                      <a:pt x="14656" y="1009"/>
                      <a:pt x="12232" y="0"/>
                      <a:pt x="9662" y="0"/>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 name="Google Shape;75;p15"/>
              <p:cNvSpPr/>
              <p:nvPr/>
            </p:nvSpPr>
            <p:spPr>
              <a:xfrm>
                <a:off x="5762575" y="3947300"/>
                <a:ext cx="88275" cy="85000"/>
              </a:xfrm>
              <a:custGeom>
                <a:avLst/>
                <a:gdLst/>
                <a:ahLst/>
                <a:cxnLst/>
                <a:rect l="l" t="t" r="r" b="b"/>
                <a:pathLst>
                  <a:path w="3531" h="3400" extrusionOk="0">
                    <a:moveTo>
                      <a:pt x="1697" y="1135"/>
                    </a:moveTo>
                    <a:cubicBezTo>
                      <a:pt x="2202" y="1135"/>
                      <a:pt x="2455" y="1742"/>
                      <a:pt x="2099" y="2101"/>
                    </a:cubicBezTo>
                    <a:cubicBezTo>
                      <a:pt x="1983" y="2216"/>
                      <a:pt x="1841" y="2268"/>
                      <a:pt x="1702" y="2268"/>
                    </a:cubicBezTo>
                    <a:cubicBezTo>
                      <a:pt x="1411" y="2268"/>
                      <a:pt x="1133" y="2041"/>
                      <a:pt x="1133" y="1700"/>
                    </a:cubicBezTo>
                    <a:cubicBezTo>
                      <a:pt x="1133" y="1386"/>
                      <a:pt x="1383" y="1135"/>
                      <a:pt x="1697" y="1135"/>
                    </a:cubicBezTo>
                    <a:close/>
                    <a:moveTo>
                      <a:pt x="1698" y="0"/>
                    </a:moveTo>
                    <a:cubicBezTo>
                      <a:pt x="1479" y="0"/>
                      <a:pt x="1258" y="43"/>
                      <a:pt x="1048" y="130"/>
                    </a:cubicBezTo>
                    <a:cubicBezTo>
                      <a:pt x="414" y="392"/>
                      <a:pt x="1" y="1011"/>
                      <a:pt x="1" y="1700"/>
                    </a:cubicBezTo>
                    <a:cubicBezTo>
                      <a:pt x="1" y="2639"/>
                      <a:pt x="758" y="3397"/>
                      <a:pt x="1697" y="3400"/>
                    </a:cubicBezTo>
                    <a:cubicBezTo>
                      <a:pt x="2386" y="3400"/>
                      <a:pt x="3005" y="2983"/>
                      <a:pt x="3268" y="2349"/>
                    </a:cubicBezTo>
                    <a:cubicBezTo>
                      <a:pt x="3530" y="1715"/>
                      <a:pt x="3385" y="984"/>
                      <a:pt x="2899" y="498"/>
                    </a:cubicBezTo>
                    <a:cubicBezTo>
                      <a:pt x="2574" y="173"/>
                      <a:pt x="2139" y="0"/>
                      <a:pt x="1698" y="0"/>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 name="Google Shape;76;p15"/>
              <p:cNvSpPr/>
              <p:nvPr/>
            </p:nvSpPr>
            <p:spPr>
              <a:xfrm>
                <a:off x="5932425" y="3947300"/>
                <a:ext cx="88250" cy="85000"/>
              </a:xfrm>
              <a:custGeom>
                <a:avLst/>
                <a:gdLst/>
                <a:ahLst/>
                <a:cxnLst/>
                <a:rect l="l" t="t" r="r" b="b"/>
                <a:pathLst>
                  <a:path w="3530" h="3400" extrusionOk="0">
                    <a:moveTo>
                      <a:pt x="1697" y="1135"/>
                    </a:moveTo>
                    <a:cubicBezTo>
                      <a:pt x="2201" y="1135"/>
                      <a:pt x="2455" y="1742"/>
                      <a:pt x="2099" y="2101"/>
                    </a:cubicBezTo>
                    <a:cubicBezTo>
                      <a:pt x="1983" y="2216"/>
                      <a:pt x="1841" y="2268"/>
                      <a:pt x="1702" y="2268"/>
                    </a:cubicBezTo>
                    <a:cubicBezTo>
                      <a:pt x="1411" y="2268"/>
                      <a:pt x="1133" y="2041"/>
                      <a:pt x="1133" y="1700"/>
                    </a:cubicBezTo>
                    <a:cubicBezTo>
                      <a:pt x="1133" y="1386"/>
                      <a:pt x="1383" y="1135"/>
                      <a:pt x="1697" y="1135"/>
                    </a:cubicBezTo>
                    <a:close/>
                    <a:moveTo>
                      <a:pt x="1697" y="0"/>
                    </a:moveTo>
                    <a:cubicBezTo>
                      <a:pt x="1479" y="0"/>
                      <a:pt x="1258" y="43"/>
                      <a:pt x="1048" y="130"/>
                    </a:cubicBezTo>
                    <a:cubicBezTo>
                      <a:pt x="414" y="392"/>
                      <a:pt x="0" y="1011"/>
                      <a:pt x="0" y="1700"/>
                    </a:cubicBezTo>
                    <a:cubicBezTo>
                      <a:pt x="0" y="2639"/>
                      <a:pt x="758" y="3397"/>
                      <a:pt x="1697" y="3400"/>
                    </a:cubicBezTo>
                    <a:cubicBezTo>
                      <a:pt x="2386" y="3400"/>
                      <a:pt x="3005" y="2983"/>
                      <a:pt x="3267" y="2349"/>
                    </a:cubicBezTo>
                    <a:cubicBezTo>
                      <a:pt x="3530" y="1715"/>
                      <a:pt x="3385" y="984"/>
                      <a:pt x="2899" y="498"/>
                    </a:cubicBezTo>
                    <a:cubicBezTo>
                      <a:pt x="2574" y="173"/>
                      <a:pt x="2139" y="0"/>
                      <a:pt x="1697" y="0"/>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7" name="Google Shape;77;p15"/>
              <p:cNvSpPr/>
              <p:nvPr/>
            </p:nvSpPr>
            <p:spPr>
              <a:xfrm>
                <a:off x="5762575" y="4060600"/>
                <a:ext cx="254800" cy="141550"/>
              </a:xfrm>
              <a:custGeom>
                <a:avLst/>
                <a:gdLst/>
                <a:ahLst/>
                <a:cxnLst/>
                <a:rect l="l" t="t" r="r" b="b"/>
                <a:pathLst>
                  <a:path w="10192" h="5662" extrusionOk="0">
                    <a:moveTo>
                      <a:pt x="9017" y="1132"/>
                    </a:moveTo>
                    <a:cubicBezTo>
                      <a:pt x="8736" y="3083"/>
                      <a:pt x="7066" y="4529"/>
                      <a:pt x="5094" y="4529"/>
                    </a:cubicBezTo>
                    <a:cubicBezTo>
                      <a:pt x="3123" y="4529"/>
                      <a:pt x="1453" y="3083"/>
                      <a:pt x="1172" y="1132"/>
                    </a:cubicBezTo>
                    <a:close/>
                    <a:moveTo>
                      <a:pt x="565" y="0"/>
                    </a:moveTo>
                    <a:cubicBezTo>
                      <a:pt x="251" y="0"/>
                      <a:pt x="1" y="251"/>
                      <a:pt x="1" y="565"/>
                    </a:cubicBezTo>
                    <a:cubicBezTo>
                      <a:pt x="1" y="3373"/>
                      <a:pt x="2286" y="5662"/>
                      <a:pt x="5094" y="5662"/>
                    </a:cubicBezTo>
                    <a:cubicBezTo>
                      <a:pt x="7905" y="5662"/>
                      <a:pt x="10191" y="3373"/>
                      <a:pt x="10191" y="565"/>
                    </a:cubicBezTo>
                    <a:cubicBezTo>
                      <a:pt x="10191" y="251"/>
                      <a:pt x="9938" y="0"/>
                      <a:pt x="9623" y="0"/>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8" name="Google Shape;78;p15"/>
            <p:cNvGrpSpPr/>
            <p:nvPr/>
          </p:nvGrpSpPr>
          <p:grpSpPr>
            <a:xfrm>
              <a:off x="2437416" y="2871997"/>
              <a:ext cx="519456" cy="519456"/>
              <a:chOff x="5648375" y="3804850"/>
              <a:chExt cx="483125" cy="483125"/>
            </a:xfrm>
          </p:grpSpPr>
          <p:sp>
            <p:nvSpPr>
              <p:cNvPr id="79" name="Google Shape;79;p15"/>
              <p:cNvSpPr/>
              <p:nvPr/>
            </p:nvSpPr>
            <p:spPr>
              <a:xfrm>
                <a:off x="5648375" y="3804850"/>
                <a:ext cx="483125" cy="483125"/>
              </a:xfrm>
              <a:custGeom>
                <a:avLst/>
                <a:gdLst/>
                <a:ahLst/>
                <a:cxnLst/>
                <a:rect l="l" t="t" r="r" b="b"/>
                <a:pathLst>
                  <a:path w="19325" h="19325" extrusionOk="0">
                    <a:moveTo>
                      <a:pt x="9662" y="1132"/>
                    </a:moveTo>
                    <a:cubicBezTo>
                      <a:pt x="14367" y="1132"/>
                      <a:pt x="18192" y="4958"/>
                      <a:pt x="18192" y="9662"/>
                    </a:cubicBezTo>
                    <a:cubicBezTo>
                      <a:pt x="18192" y="14367"/>
                      <a:pt x="14367" y="18192"/>
                      <a:pt x="9662" y="18192"/>
                    </a:cubicBezTo>
                    <a:cubicBezTo>
                      <a:pt x="4958" y="18192"/>
                      <a:pt x="1132" y="14367"/>
                      <a:pt x="1132" y="9662"/>
                    </a:cubicBezTo>
                    <a:cubicBezTo>
                      <a:pt x="1132" y="4958"/>
                      <a:pt x="4958" y="1132"/>
                      <a:pt x="9662" y="1132"/>
                    </a:cubicBezTo>
                    <a:close/>
                    <a:moveTo>
                      <a:pt x="9662" y="0"/>
                    </a:moveTo>
                    <a:cubicBezTo>
                      <a:pt x="7093" y="0"/>
                      <a:pt x="4668" y="1009"/>
                      <a:pt x="2838" y="2838"/>
                    </a:cubicBezTo>
                    <a:cubicBezTo>
                      <a:pt x="1009" y="4668"/>
                      <a:pt x="0" y="7093"/>
                      <a:pt x="0" y="9662"/>
                    </a:cubicBezTo>
                    <a:cubicBezTo>
                      <a:pt x="0" y="12232"/>
                      <a:pt x="1009" y="14657"/>
                      <a:pt x="2838" y="16486"/>
                    </a:cubicBezTo>
                    <a:cubicBezTo>
                      <a:pt x="4668" y="18316"/>
                      <a:pt x="7093" y="19325"/>
                      <a:pt x="9662" y="19325"/>
                    </a:cubicBezTo>
                    <a:cubicBezTo>
                      <a:pt x="12232" y="19325"/>
                      <a:pt x="14656" y="18316"/>
                      <a:pt x="16486" y="16486"/>
                    </a:cubicBezTo>
                    <a:cubicBezTo>
                      <a:pt x="18316" y="14657"/>
                      <a:pt x="19325" y="12232"/>
                      <a:pt x="19325" y="9662"/>
                    </a:cubicBezTo>
                    <a:cubicBezTo>
                      <a:pt x="19325" y="7093"/>
                      <a:pt x="18316" y="4668"/>
                      <a:pt x="16486" y="2838"/>
                    </a:cubicBezTo>
                    <a:cubicBezTo>
                      <a:pt x="14656" y="1009"/>
                      <a:pt x="12232" y="0"/>
                      <a:pt x="9662" y="0"/>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80" name="Google Shape;80;p15"/>
              <p:cNvSpPr/>
              <p:nvPr/>
            </p:nvSpPr>
            <p:spPr>
              <a:xfrm>
                <a:off x="5762575" y="3947300"/>
                <a:ext cx="88275" cy="85000"/>
              </a:xfrm>
              <a:custGeom>
                <a:avLst/>
                <a:gdLst/>
                <a:ahLst/>
                <a:cxnLst/>
                <a:rect l="l" t="t" r="r" b="b"/>
                <a:pathLst>
                  <a:path w="3531" h="3400" extrusionOk="0">
                    <a:moveTo>
                      <a:pt x="1697" y="1135"/>
                    </a:moveTo>
                    <a:cubicBezTo>
                      <a:pt x="2202" y="1135"/>
                      <a:pt x="2455" y="1742"/>
                      <a:pt x="2099" y="2101"/>
                    </a:cubicBezTo>
                    <a:cubicBezTo>
                      <a:pt x="1983" y="2216"/>
                      <a:pt x="1841" y="2268"/>
                      <a:pt x="1702" y="2268"/>
                    </a:cubicBezTo>
                    <a:cubicBezTo>
                      <a:pt x="1411" y="2268"/>
                      <a:pt x="1133" y="2041"/>
                      <a:pt x="1133" y="1700"/>
                    </a:cubicBezTo>
                    <a:cubicBezTo>
                      <a:pt x="1133" y="1386"/>
                      <a:pt x="1383" y="1135"/>
                      <a:pt x="1697" y="1135"/>
                    </a:cubicBezTo>
                    <a:close/>
                    <a:moveTo>
                      <a:pt x="1698" y="0"/>
                    </a:moveTo>
                    <a:cubicBezTo>
                      <a:pt x="1479" y="0"/>
                      <a:pt x="1258" y="43"/>
                      <a:pt x="1048" y="130"/>
                    </a:cubicBezTo>
                    <a:cubicBezTo>
                      <a:pt x="414" y="392"/>
                      <a:pt x="1" y="1011"/>
                      <a:pt x="1" y="1700"/>
                    </a:cubicBezTo>
                    <a:cubicBezTo>
                      <a:pt x="1" y="2639"/>
                      <a:pt x="758" y="3397"/>
                      <a:pt x="1697" y="3400"/>
                    </a:cubicBezTo>
                    <a:cubicBezTo>
                      <a:pt x="2386" y="3400"/>
                      <a:pt x="3005" y="2983"/>
                      <a:pt x="3268" y="2349"/>
                    </a:cubicBezTo>
                    <a:cubicBezTo>
                      <a:pt x="3530" y="1715"/>
                      <a:pt x="3385" y="984"/>
                      <a:pt x="2899" y="498"/>
                    </a:cubicBezTo>
                    <a:cubicBezTo>
                      <a:pt x="2574" y="173"/>
                      <a:pt x="2139" y="0"/>
                      <a:pt x="1698" y="0"/>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81" name="Google Shape;81;p15"/>
              <p:cNvSpPr/>
              <p:nvPr/>
            </p:nvSpPr>
            <p:spPr>
              <a:xfrm>
                <a:off x="5932425" y="3947300"/>
                <a:ext cx="88250" cy="85000"/>
              </a:xfrm>
              <a:custGeom>
                <a:avLst/>
                <a:gdLst/>
                <a:ahLst/>
                <a:cxnLst/>
                <a:rect l="l" t="t" r="r" b="b"/>
                <a:pathLst>
                  <a:path w="3530" h="3400" extrusionOk="0">
                    <a:moveTo>
                      <a:pt x="1697" y="1135"/>
                    </a:moveTo>
                    <a:cubicBezTo>
                      <a:pt x="2201" y="1135"/>
                      <a:pt x="2455" y="1742"/>
                      <a:pt x="2099" y="2101"/>
                    </a:cubicBezTo>
                    <a:cubicBezTo>
                      <a:pt x="1983" y="2216"/>
                      <a:pt x="1841" y="2268"/>
                      <a:pt x="1702" y="2268"/>
                    </a:cubicBezTo>
                    <a:cubicBezTo>
                      <a:pt x="1411" y="2268"/>
                      <a:pt x="1133" y="2041"/>
                      <a:pt x="1133" y="1700"/>
                    </a:cubicBezTo>
                    <a:cubicBezTo>
                      <a:pt x="1133" y="1386"/>
                      <a:pt x="1383" y="1135"/>
                      <a:pt x="1697" y="1135"/>
                    </a:cubicBezTo>
                    <a:close/>
                    <a:moveTo>
                      <a:pt x="1697" y="0"/>
                    </a:moveTo>
                    <a:cubicBezTo>
                      <a:pt x="1479" y="0"/>
                      <a:pt x="1258" y="43"/>
                      <a:pt x="1048" y="130"/>
                    </a:cubicBezTo>
                    <a:cubicBezTo>
                      <a:pt x="414" y="392"/>
                      <a:pt x="0" y="1011"/>
                      <a:pt x="0" y="1700"/>
                    </a:cubicBezTo>
                    <a:cubicBezTo>
                      <a:pt x="0" y="2639"/>
                      <a:pt x="758" y="3397"/>
                      <a:pt x="1697" y="3400"/>
                    </a:cubicBezTo>
                    <a:cubicBezTo>
                      <a:pt x="2386" y="3400"/>
                      <a:pt x="3005" y="2983"/>
                      <a:pt x="3267" y="2349"/>
                    </a:cubicBezTo>
                    <a:cubicBezTo>
                      <a:pt x="3530" y="1715"/>
                      <a:pt x="3385" y="984"/>
                      <a:pt x="2899" y="498"/>
                    </a:cubicBezTo>
                    <a:cubicBezTo>
                      <a:pt x="2574" y="173"/>
                      <a:pt x="2139" y="0"/>
                      <a:pt x="1697" y="0"/>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82" name="Google Shape;82;p15"/>
              <p:cNvSpPr/>
              <p:nvPr/>
            </p:nvSpPr>
            <p:spPr>
              <a:xfrm>
                <a:off x="5762575" y="4060600"/>
                <a:ext cx="254800" cy="141550"/>
              </a:xfrm>
              <a:custGeom>
                <a:avLst/>
                <a:gdLst/>
                <a:ahLst/>
                <a:cxnLst/>
                <a:rect l="l" t="t" r="r" b="b"/>
                <a:pathLst>
                  <a:path w="10192" h="5662" extrusionOk="0">
                    <a:moveTo>
                      <a:pt x="9017" y="1132"/>
                    </a:moveTo>
                    <a:cubicBezTo>
                      <a:pt x="8736" y="3083"/>
                      <a:pt x="7066" y="4529"/>
                      <a:pt x="5094" y="4529"/>
                    </a:cubicBezTo>
                    <a:cubicBezTo>
                      <a:pt x="3123" y="4529"/>
                      <a:pt x="1453" y="3083"/>
                      <a:pt x="1172" y="1132"/>
                    </a:cubicBezTo>
                    <a:close/>
                    <a:moveTo>
                      <a:pt x="565" y="0"/>
                    </a:moveTo>
                    <a:cubicBezTo>
                      <a:pt x="251" y="0"/>
                      <a:pt x="1" y="251"/>
                      <a:pt x="1" y="565"/>
                    </a:cubicBezTo>
                    <a:cubicBezTo>
                      <a:pt x="1" y="3373"/>
                      <a:pt x="2286" y="5662"/>
                      <a:pt x="5094" y="5662"/>
                    </a:cubicBezTo>
                    <a:cubicBezTo>
                      <a:pt x="7905" y="5662"/>
                      <a:pt x="10191" y="3373"/>
                      <a:pt x="10191" y="565"/>
                    </a:cubicBezTo>
                    <a:cubicBezTo>
                      <a:pt x="10191" y="251"/>
                      <a:pt x="9938" y="0"/>
                      <a:pt x="9623" y="0"/>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83" name="Google Shape;83;p15"/>
            <p:cNvGrpSpPr/>
            <p:nvPr/>
          </p:nvGrpSpPr>
          <p:grpSpPr>
            <a:xfrm>
              <a:off x="6057410" y="2741283"/>
              <a:ext cx="780537" cy="780488"/>
              <a:chOff x="5648375" y="3804850"/>
              <a:chExt cx="483125" cy="483125"/>
            </a:xfrm>
          </p:grpSpPr>
          <p:sp>
            <p:nvSpPr>
              <p:cNvPr id="84" name="Google Shape;84;p15"/>
              <p:cNvSpPr/>
              <p:nvPr/>
            </p:nvSpPr>
            <p:spPr>
              <a:xfrm>
                <a:off x="5648375" y="3804850"/>
                <a:ext cx="483125" cy="483125"/>
              </a:xfrm>
              <a:custGeom>
                <a:avLst/>
                <a:gdLst/>
                <a:ahLst/>
                <a:cxnLst/>
                <a:rect l="l" t="t" r="r" b="b"/>
                <a:pathLst>
                  <a:path w="19325" h="19325" extrusionOk="0">
                    <a:moveTo>
                      <a:pt x="9662" y="1132"/>
                    </a:moveTo>
                    <a:cubicBezTo>
                      <a:pt x="14367" y="1132"/>
                      <a:pt x="18192" y="4958"/>
                      <a:pt x="18192" y="9662"/>
                    </a:cubicBezTo>
                    <a:cubicBezTo>
                      <a:pt x="18192" y="14367"/>
                      <a:pt x="14367" y="18192"/>
                      <a:pt x="9662" y="18192"/>
                    </a:cubicBezTo>
                    <a:cubicBezTo>
                      <a:pt x="4958" y="18192"/>
                      <a:pt x="1132" y="14367"/>
                      <a:pt x="1132" y="9662"/>
                    </a:cubicBezTo>
                    <a:cubicBezTo>
                      <a:pt x="1132" y="4958"/>
                      <a:pt x="4958" y="1132"/>
                      <a:pt x="9662" y="1132"/>
                    </a:cubicBezTo>
                    <a:close/>
                    <a:moveTo>
                      <a:pt x="9662" y="0"/>
                    </a:moveTo>
                    <a:cubicBezTo>
                      <a:pt x="7093" y="0"/>
                      <a:pt x="4668" y="1009"/>
                      <a:pt x="2838" y="2838"/>
                    </a:cubicBezTo>
                    <a:cubicBezTo>
                      <a:pt x="1009" y="4668"/>
                      <a:pt x="0" y="7093"/>
                      <a:pt x="0" y="9662"/>
                    </a:cubicBezTo>
                    <a:cubicBezTo>
                      <a:pt x="0" y="12232"/>
                      <a:pt x="1009" y="14657"/>
                      <a:pt x="2838" y="16486"/>
                    </a:cubicBezTo>
                    <a:cubicBezTo>
                      <a:pt x="4668" y="18316"/>
                      <a:pt x="7093" y="19325"/>
                      <a:pt x="9662" y="19325"/>
                    </a:cubicBezTo>
                    <a:cubicBezTo>
                      <a:pt x="12232" y="19325"/>
                      <a:pt x="14656" y="18316"/>
                      <a:pt x="16486" y="16486"/>
                    </a:cubicBezTo>
                    <a:cubicBezTo>
                      <a:pt x="18316" y="14657"/>
                      <a:pt x="19325" y="12232"/>
                      <a:pt x="19325" y="9662"/>
                    </a:cubicBezTo>
                    <a:cubicBezTo>
                      <a:pt x="19325" y="7093"/>
                      <a:pt x="18316" y="4668"/>
                      <a:pt x="16486" y="2838"/>
                    </a:cubicBezTo>
                    <a:cubicBezTo>
                      <a:pt x="14656" y="1009"/>
                      <a:pt x="12232" y="0"/>
                      <a:pt x="9662" y="0"/>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85" name="Google Shape;85;p15"/>
              <p:cNvSpPr/>
              <p:nvPr/>
            </p:nvSpPr>
            <p:spPr>
              <a:xfrm>
                <a:off x="5762575" y="3947300"/>
                <a:ext cx="88275" cy="85000"/>
              </a:xfrm>
              <a:custGeom>
                <a:avLst/>
                <a:gdLst/>
                <a:ahLst/>
                <a:cxnLst/>
                <a:rect l="l" t="t" r="r" b="b"/>
                <a:pathLst>
                  <a:path w="3531" h="3400" extrusionOk="0">
                    <a:moveTo>
                      <a:pt x="1697" y="1135"/>
                    </a:moveTo>
                    <a:cubicBezTo>
                      <a:pt x="2202" y="1135"/>
                      <a:pt x="2455" y="1742"/>
                      <a:pt x="2099" y="2101"/>
                    </a:cubicBezTo>
                    <a:cubicBezTo>
                      <a:pt x="1983" y="2216"/>
                      <a:pt x="1841" y="2268"/>
                      <a:pt x="1702" y="2268"/>
                    </a:cubicBezTo>
                    <a:cubicBezTo>
                      <a:pt x="1411" y="2268"/>
                      <a:pt x="1133" y="2041"/>
                      <a:pt x="1133" y="1700"/>
                    </a:cubicBezTo>
                    <a:cubicBezTo>
                      <a:pt x="1133" y="1386"/>
                      <a:pt x="1383" y="1135"/>
                      <a:pt x="1697" y="1135"/>
                    </a:cubicBezTo>
                    <a:close/>
                    <a:moveTo>
                      <a:pt x="1698" y="0"/>
                    </a:moveTo>
                    <a:cubicBezTo>
                      <a:pt x="1479" y="0"/>
                      <a:pt x="1258" y="43"/>
                      <a:pt x="1048" y="130"/>
                    </a:cubicBezTo>
                    <a:cubicBezTo>
                      <a:pt x="414" y="392"/>
                      <a:pt x="1" y="1011"/>
                      <a:pt x="1" y="1700"/>
                    </a:cubicBezTo>
                    <a:cubicBezTo>
                      <a:pt x="1" y="2639"/>
                      <a:pt x="758" y="3397"/>
                      <a:pt x="1697" y="3400"/>
                    </a:cubicBezTo>
                    <a:cubicBezTo>
                      <a:pt x="2386" y="3400"/>
                      <a:pt x="3005" y="2983"/>
                      <a:pt x="3268" y="2349"/>
                    </a:cubicBezTo>
                    <a:cubicBezTo>
                      <a:pt x="3530" y="1715"/>
                      <a:pt x="3385" y="984"/>
                      <a:pt x="2899" y="498"/>
                    </a:cubicBezTo>
                    <a:cubicBezTo>
                      <a:pt x="2574" y="173"/>
                      <a:pt x="2139" y="0"/>
                      <a:pt x="1698" y="0"/>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86" name="Google Shape;86;p15"/>
              <p:cNvSpPr/>
              <p:nvPr/>
            </p:nvSpPr>
            <p:spPr>
              <a:xfrm>
                <a:off x="5932425" y="3947300"/>
                <a:ext cx="88250" cy="85000"/>
              </a:xfrm>
              <a:custGeom>
                <a:avLst/>
                <a:gdLst/>
                <a:ahLst/>
                <a:cxnLst/>
                <a:rect l="l" t="t" r="r" b="b"/>
                <a:pathLst>
                  <a:path w="3530" h="3400" extrusionOk="0">
                    <a:moveTo>
                      <a:pt x="1697" y="1135"/>
                    </a:moveTo>
                    <a:cubicBezTo>
                      <a:pt x="2201" y="1135"/>
                      <a:pt x="2455" y="1742"/>
                      <a:pt x="2099" y="2101"/>
                    </a:cubicBezTo>
                    <a:cubicBezTo>
                      <a:pt x="1983" y="2216"/>
                      <a:pt x="1841" y="2268"/>
                      <a:pt x="1702" y="2268"/>
                    </a:cubicBezTo>
                    <a:cubicBezTo>
                      <a:pt x="1411" y="2268"/>
                      <a:pt x="1133" y="2041"/>
                      <a:pt x="1133" y="1700"/>
                    </a:cubicBezTo>
                    <a:cubicBezTo>
                      <a:pt x="1133" y="1386"/>
                      <a:pt x="1383" y="1135"/>
                      <a:pt x="1697" y="1135"/>
                    </a:cubicBezTo>
                    <a:close/>
                    <a:moveTo>
                      <a:pt x="1697" y="0"/>
                    </a:moveTo>
                    <a:cubicBezTo>
                      <a:pt x="1479" y="0"/>
                      <a:pt x="1258" y="43"/>
                      <a:pt x="1048" y="130"/>
                    </a:cubicBezTo>
                    <a:cubicBezTo>
                      <a:pt x="414" y="392"/>
                      <a:pt x="0" y="1011"/>
                      <a:pt x="0" y="1700"/>
                    </a:cubicBezTo>
                    <a:cubicBezTo>
                      <a:pt x="0" y="2639"/>
                      <a:pt x="758" y="3397"/>
                      <a:pt x="1697" y="3400"/>
                    </a:cubicBezTo>
                    <a:cubicBezTo>
                      <a:pt x="2386" y="3400"/>
                      <a:pt x="3005" y="2983"/>
                      <a:pt x="3267" y="2349"/>
                    </a:cubicBezTo>
                    <a:cubicBezTo>
                      <a:pt x="3530" y="1715"/>
                      <a:pt x="3385" y="984"/>
                      <a:pt x="2899" y="498"/>
                    </a:cubicBezTo>
                    <a:cubicBezTo>
                      <a:pt x="2574" y="173"/>
                      <a:pt x="2139" y="0"/>
                      <a:pt x="1697" y="0"/>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87" name="Google Shape;87;p15"/>
              <p:cNvSpPr/>
              <p:nvPr/>
            </p:nvSpPr>
            <p:spPr>
              <a:xfrm>
                <a:off x="5762575" y="4060600"/>
                <a:ext cx="254800" cy="141550"/>
              </a:xfrm>
              <a:custGeom>
                <a:avLst/>
                <a:gdLst/>
                <a:ahLst/>
                <a:cxnLst/>
                <a:rect l="l" t="t" r="r" b="b"/>
                <a:pathLst>
                  <a:path w="10192" h="5662" extrusionOk="0">
                    <a:moveTo>
                      <a:pt x="9017" y="1132"/>
                    </a:moveTo>
                    <a:cubicBezTo>
                      <a:pt x="8736" y="3083"/>
                      <a:pt x="7066" y="4529"/>
                      <a:pt x="5094" y="4529"/>
                    </a:cubicBezTo>
                    <a:cubicBezTo>
                      <a:pt x="3123" y="4529"/>
                      <a:pt x="1453" y="3083"/>
                      <a:pt x="1172" y="1132"/>
                    </a:cubicBezTo>
                    <a:close/>
                    <a:moveTo>
                      <a:pt x="565" y="0"/>
                    </a:moveTo>
                    <a:cubicBezTo>
                      <a:pt x="251" y="0"/>
                      <a:pt x="1" y="251"/>
                      <a:pt x="1" y="565"/>
                    </a:cubicBezTo>
                    <a:cubicBezTo>
                      <a:pt x="1" y="3373"/>
                      <a:pt x="2286" y="5662"/>
                      <a:pt x="5094" y="5662"/>
                    </a:cubicBezTo>
                    <a:cubicBezTo>
                      <a:pt x="7905" y="5662"/>
                      <a:pt x="10191" y="3373"/>
                      <a:pt x="10191" y="565"/>
                    </a:cubicBezTo>
                    <a:cubicBezTo>
                      <a:pt x="10191" y="251"/>
                      <a:pt x="9938" y="0"/>
                      <a:pt x="9623" y="0"/>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88" name="Google Shape;88;p15"/>
            <p:cNvGrpSpPr/>
            <p:nvPr/>
          </p:nvGrpSpPr>
          <p:grpSpPr>
            <a:xfrm>
              <a:off x="7427662" y="733166"/>
              <a:ext cx="937649" cy="937649"/>
              <a:chOff x="5648375" y="3804850"/>
              <a:chExt cx="483125" cy="483125"/>
            </a:xfrm>
          </p:grpSpPr>
          <p:sp>
            <p:nvSpPr>
              <p:cNvPr id="89" name="Google Shape;89;p15"/>
              <p:cNvSpPr/>
              <p:nvPr/>
            </p:nvSpPr>
            <p:spPr>
              <a:xfrm>
                <a:off x="5648375" y="3804850"/>
                <a:ext cx="483125" cy="483125"/>
              </a:xfrm>
              <a:custGeom>
                <a:avLst/>
                <a:gdLst/>
                <a:ahLst/>
                <a:cxnLst/>
                <a:rect l="l" t="t" r="r" b="b"/>
                <a:pathLst>
                  <a:path w="19325" h="19325" extrusionOk="0">
                    <a:moveTo>
                      <a:pt x="9662" y="1132"/>
                    </a:moveTo>
                    <a:cubicBezTo>
                      <a:pt x="14367" y="1132"/>
                      <a:pt x="18192" y="4958"/>
                      <a:pt x="18192" y="9662"/>
                    </a:cubicBezTo>
                    <a:cubicBezTo>
                      <a:pt x="18192" y="14367"/>
                      <a:pt x="14367" y="18192"/>
                      <a:pt x="9662" y="18192"/>
                    </a:cubicBezTo>
                    <a:cubicBezTo>
                      <a:pt x="4958" y="18192"/>
                      <a:pt x="1132" y="14367"/>
                      <a:pt x="1132" y="9662"/>
                    </a:cubicBezTo>
                    <a:cubicBezTo>
                      <a:pt x="1132" y="4958"/>
                      <a:pt x="4958" y="1132"/>
                      <a:pt x="9662" y="1132"/>
                    </a:cubicBezTo>
                    <a:close/>
                    <a:moveTo>
                      <a:pt x="9662" y="0"/>
                    </a:moveTo>
                    <a:cubicBezTo>
                      <a:pt x="7093" y="0"/>
                      <a:pt x="4668" y="1009"/>
                      <a:pt x="2838" y="2838"/>
                    </a:cubicBezTo>
                    <a:cubicBezTo>
                      <a:pt x="1009" y="4668"/>
                      <a:pt x="0" y="7093"/>
                      <a:pt x="0" y="9662"/>
                    </a:cubicBezTo>
                    <a:cubicBezTo>
                      <a:pt x="0" y="12232"/>
                      <a:pt x="1009" y="14657"/>
                      <a:pt x="2838" y="16486"/>
                    </a:cubicBezTo>
                    <a:cubicBezTo>
                      <a:pt x="4668" y="18316"/>
                      <a:pt x="7093" y="19325"/>
                      <a:pt x="9662" y="19325"/>
                    </a:cubicBezTo>
                    <a:cubicBezTo>
                      <a:pt x="12232" y="19325"/>
                      <a:pt x="14656" y="18316"/>
                      <a:pt x="16486" y="16486"/>
                    </a:cubicBezTo>
                    <a:cubicBezTo>
                      <a:pt x="18316" y="14657"/>
                      <a:pt x="19325" y="12232"/>
                      <a:pt x="19325" y="9662"/>
                    </a:cubicBezTo>
                    <a:cubicBezTo>
                      <a:pt x="19325" y="7093"/>
                      <a:pt x="18316" y="4668"/>
                      <a:pt x="16486" y="2838"/>
                    </a:cubicBezTo>
                    <a:cubicBezTo>
                      <a:pt x="14656" y="1009"/>
                      <a:pt x="12232" y="0"/>
                      <a:pt x="9662" y="0"/>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90" name="Google Shape;90;p15"/>
              <p:cNvSpPr/>
              <p:nvPr/>
            </p:nvSpPr>
            <p:spPr>
              <a:xfrm>
                <a:off x="5762575" y="3947300"/>
                <a:ext cx="88275" cy="85000"/>
              </a:xfrm>
              <a:custGeom>
                <a:avLst/>
                <a:gdLst/>
                <a:ahLst/>
                <a:cxnLst/>
                <a:rect l="l" t="t" r="r" b="b"/>
                <a:pathLst>
                  <a:path w="3531" h="3400" extrusionOk="0">
                    <a:moveTo>
                      <a:pt x="1697" y="1135"/>
                    </a:moveTo>
                    <a:cubicBezTo>
                      <a:pt x="2202" y="1135"/>
                      <a:pt x="2455" y="1742"/>
                      <a:pt x="2099" y="2101"/>
                    </a:cubicBezTo>
                    <a:cubicBezTo>
                      <a:pt x="1983" y="2216"/>
                      <a:pt x="1841" y="2268"/>
                      <a:pt x="1702" y="2268"/>
                    </a:cubicBezTo>
                    <a:cubicBezTo>
                      <a:pt x="1411" y="2268"/>
                      <a:pt x="1133" y="2041"/>
                      <a:pt x="1133" y="1700"/>
                    </a:cubicBezTo>
                    <a:cubicBezTo>
                      <a:pt x="1133" y="1386"/>
                      <a:pt x="1383" y="1135"/>
                      <a:pt x="1697" y="1135"/>
                    </a:cubicBezTo>
                    <a:close/>
                    <a:moveTo>
                      <a:pt x="1698" y="0"/>
                    </a:moveTo>
                    <a:cubicBezTo>
                      <a:pt x="1479" y="0"/>
                      <a:pt x="1258" y="43"/>
                      <a:pt x="1048" y="130"/>
                    </a:cubicBezTo>
                    <a:cubicBezTo>
                      <a:pt x="414" y="392"/>
                      <a:pt x="1" y="1011"/>
                      <a:pt x="1" y="1700"/>
                    </a:cubicBezTo>
                    <a:cubicBezTo>
                      <a:pt x="1" y="2639"/>
                      <a:pt x="758" y="3397"/>
                      <a:pt x="1697" y="3400"/>
                    </a:cubicBezTo>
                    <a:cubicBezTo>
                      <a:pt x="2386" y="3400"/>
                      <a:pt x="3005" y="2983"/>
                      <a:pt x="3268" y="2349"/>
                    </a:cubicBezTo>
                    <a:cubicBezTo>
                      <a:pt x="3530" y="1715"/>
                      <a:pt x="3385" y="984"/>
                      <a:pt x="2899" y="498"/>
                    </a:cubicBezTo>
                    <a:cubicBezTo>
                      <a:pt x="2574" y="173"/>
                      <a:pt x="2139" y="0"/>
                      <a:pt x="1698" y="0"/>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91" name="Google Shape;91;p15"/>
              <p:cNvSpPr/>
              <p:nvPr/>
            </p:nvSpPr>
            <p:spPr>
              <a:xfrm>
                <a:off x="5932425" y="3947300"/>
                <a:ext cx="88250" cy="85000"/>
              </a:xfrm>
              <a:custGeom>
                <a:avLst/>
                <a:gdLst/>
                <a:ahLst/>
                <a:cxnLst/>
                <a:rect l="l" t="t" r="r" b="b"/>
                <a:pathLst>
                  <a:path w="3530" h="3400" extrusionOk="0">
                    <a:moveTo>
                      <a:pt x="1697" y="1135"/>
                    </a:moveTo>
                    <a:cubicBezTo>
                      <a:pt x="2201" y="1135"/>
                      <a:pt x="2455" y="1742"/>
                      <a:pt x="2099" y="2101"/>
                    </a:cubicBezTo>
                    <a:cubicBezTo>
                      <a:pt x="1983" y="2216"/>
                      <a:pt x="1841" y="2268"/>
                      <a:pt x="1702" y="2268"/>
                    </a:cubicBezTo>
                    <a:cubicBezTo>
                      <a:pt x="1411" y="2268"/>
                      <a:pt x="1133" y="2041"/>
                      <a:pt x="1133" y="1700"/>
                    </a:cubicBezTo>
                    <a:cubicBezTo>
                      <a:pt x="1133" y="1386"/>
                      <a:pt x="1383" y="1135"/>
                      <a:pt x="1697" y="1135"/>
                    </a:cubicBezTo>
                    <a:close/>
                    <a:moveTo>
                      <a:pt x="1697" y="0"/>
                    </a:moveTo>
                    <a:cubicBezTo>
                      <a:pt x="1479" y="0"/>
                      <a:pt x="1258" y="43"/>
                      <a:pt x="1048" y="130"/>
                    </a:cubicBezTo>
                    <a:cubicBezTo>
                      <a:pt x="414" y="392"/>
                      <a:pt x="0" y="1011"/>
                      <a:pt x="0" y="1700"/>
                    </a:cubicBezTo>
                    <a:cubicBezTo>
                      <a:pt x="0" y="2639"/>
                      <a:pt x="758" y="3397"/>
                      <a:pt x="1697" y="3400"/>
                    </a:cubicBezTo>
                    <a:cubicBezTo>
                      <a:pt x="2386" y="3400"/>
                      <a:pt x="3005" y="2983"/>
                      <a:pt x="3267" y="2349"/>
                    </a:cubicBezTo>
                    <a:cubicBezTo>
                      <a:pt x="3530" y="1715"/>
                      <a:pt x="3385" y="984"/>
                      <a:pt x="2899" y="498"/>
                    </a:cubicBezTo>
                    <a:cubicBezTo>
                      <a:pt x="2574" y="173"/>
                      <a:pt x="2139" y="0"/>
                      <a:pt x="1697" y="0"/>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92" name="Google Shape;92;p15"/>
              <p:cNvSpPr/>
              <p:nvPr/>
            </p:nvSpPr>
            <p:spPr>
              <a:xfrm>
                <a:off x="5762575" y="4060600"/>
                <a:ext cx="254800" cy="141550"/>
              </a:xfrm>
              <a:custGeom>
                <a:avLst/>
                <a:gdLst/>
                <a:ahLst/>
                <a:cxnLst/>
                <a:rect l="l" t="t" r="r" b="b"/>
                <a:pathLst>
                  <a:path w="10192" h="5662" extrusionOk="0">
                    <a:moveTo>
                      <a:pt x="9017" y="1132"/>
                    </a:moveTo>
                    <a:cubicBezTo>
                      <a:pt x="8736" y="3083"/>
                      <a:pt x="7066" y="4529"/>
                      <a:pt x="5094" y="4529"/>
                    </a:cubicBezTo>
                    <a:cubicBezTo>
                      <a:pt x="3123" y="4529"/>
                      <a:pt x="1453" y="3083"/>
                      <a:pt x="1172" y="1132"/>
                    </a:cubicBezTo>
                    <a:close/>
                    <a:moveTo>
                      <a:pt x="565" y="0"/>
                    </a:moveTo>
                    <a:cubicBezTo>
                      <a:pt x="251" y="0"/>
                      <a:pt x="1" y="251"/>
                      <a:pt x="1" y="565"/>
                    </a:cubicBezTo>
                    <a:cubicBezTo>
                      <a:pt x="1" y="3373"/>
                      <a:pt x="2286" y="5662"/>
                      <a:pt x="5094" y="5662"/>
                    </a:cubicBezTo>
                    <a:cubicBezTo>
                      <a:pt x="7905" y="5662"/>
                      <a:pt x="10191" y="3373"/>
                      <a:pt x="10191" y="565"/>
                    </a:cubicBezTo>
                    <a:cubicBezTo>
                      <a:pt x="10191" y="251"/>
                      <a:pt x="9938" y="0"/>
                      <a:pt x="9623" y="0"/>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435D74"/>
                  </a:solidFill>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22">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24">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6" name="Rectangle 2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26">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Rectangle 28">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3970F61-D2D6-6647-1E3B-33748A8260AA}"/>
              </a:ext>
            </a:extLst>
          </p:cNvPr>
          <p:cNvSpPr txBox="1"/>
          <p:nvPr/>
        </p:nvSpPr>
        <p:spPr>
          <a:xfrm>
            <a:off x="590719" y="2330505"/>
            <a:ext cx="4559425" cy="3979585"/>
          </a:xfrm>
          <a:prstGeom prst="rect">
            <a:avLst/>
          </a:prstGeom>
        </p:spPr>
        <p:txBody>
          <a:bodyPr vert="horz" lIns="91440" tIns="45720" rIns="91440" bIns="45720" rtlCol="0" anchor="ctr">
            <a:normAutofit/>
          </a:bodyPr>
          <a:lstStyle/>
          <a:p>
            <a:pPr marL="0" marR="0" indent="-228600">
              <a:lnSpc>
                <a:spcPct val="90000"/>
              </a:lnSpc>
              <a:spcAft>
                <a:spcPts val="600"/>
              </a:spcAft>
              <a:buFont typeface="Arial" panose="020B0604020202020204" pitchFamily="34" charset="0"/>
              <a:buChar char="•"/>
            </a:pPr>
            <a:r>
              <a:rPr lang="ru-RU" sz="2000" dirty="0">
                <a:ln w="0"/>
                <a:effectLst>
                  <a:outerShdw blurRad="38100" dist="19050" dir="2700000" algn="tl" rotWithShape="0">
                    <a:schemeClr val="dk1">
                      <a:alpha val="40000"/>
                    </a:schemeClr>
                  </a:outerShdw>
                </a:effectLst>
              </a:rPr>
              <a:t>Компания </a:t>
            </a:r>
            <a:r>
              <a:rPr lang="ru-RU" sz="2000" dirty="0" err="1">
                <a:ln w="0"/>
                <a:effectLst>
                  <a:outerShdw blurRad="38100" dist="19050" dir="2700000" algn="tl" rotWithShape="0">
                    <a:schemeClr val="dk1">
                      <a:alpha val="40000"/>
                    </a:schemeClr>
                  </a:outerShdw>
                </a:effectLst>
              </a:rPr>
              <a:t>Vinamilk</a:t>
            </a:r>
            <a:r>
              <a:rPr lang="ru-RU" sz="2000" dirty="0">
                <a:ln w="0"/>
                <a:effectLst>
                  <a:outerShdw blurRad="38100" dist="19050" dir="2700000" algn="tl" rotWithShape="0">
                    <a:schemeClr val="dk1">
                      <a:alpha val="40000"/>
                    </a:schemeClr>
                  </a:outerShdw>
                </a:effectLst>
              </a:rPr>
              <a:t> — крупнейший производитель молочной продукции во Вьетнаме, владеющий сетью заводов, высокотехнологичных ферм и дистрибуционных центров. </a:t>
            </a:r>
          </a:p>
          <a:p>
            <a:pPr marL="0" marR="0" indent="-228600">
              <a:lnSpc>
                <a:spcPct val="90000"/>
              </a:lnSpc>
              <a:spcAft>
                <a:spcPts val="600"/>
              </a:spcAft>
              <a:buFont typeface="Arial" panose="020B0604020202020204" pitchFamily="34" charset="0"/>
              <a:buChar char="•"/>
            </a:pPr>
            <a:r>
              <a:rPr lang="ru-RU" sz="2000" dirty="0">
                <a:ln w="0"/>
                <a:effectLst>
                  <a:outerShdw blurRad="38100" dist="19050" dir="2700000" algn="tl" rotWithShape="0">
                    <a:schemeClr val="dk1">
                      <a:alpha val="40000"/>
                    </a:schemeClr>
                  </a:outerShdw>
                </a:effectLst>
              </a:rPr>
              <a:t>В настоящее время управление персоналом осуществляется вручную или с использованием отдельных, </a:t>
            </a:r>
            <a:r>
              <a:rPr lang="ru-RU" sz="2000" dirty="0" err="1">
                <a:ln w="0"/>
                <a:effectLst>
                  <a:outerShdw blurRad="38100" dist="19050" dir="2700000" algn="tl" rotWithShape="0">
                    <a:schemeClr val="dk1">
                      <a:alpha val="40000"/>
                    </a:schemeClr>
                  </a:outerShdw>
                </a:effectLst>
              </a:rPr>
              <a:t>неинтегрированных</a:t>
            </a:r>
            <a:r>
              <a:rPr lang="ru-RU" sz="2000" dirty="0">
                <a:ln w="0"/>
                <a:effectLst>
                  <a:outerShdw blurRad="38100" dist="19050" dir="2700000" algn="tl" rotWithShape="0">
                    <a:schemeClr val="dk1">
                      <a:alpha val="40000"/>
                    </a:schemeClr>
                  </a:outerShdw>
                </a:effectLst>
              </a:rPr>
              <a:t> систем, что приводит к дублированию данных, ошибкам и снижению эффективности.</a:t>
            </a:r>
            <a:endParaRPr lang="en-US" sz="2000" dirty="0">
              <a:ln w="0"/>
              <a:effectLst>
                <a:outerShdw blurRad="38100" dist="19050" dir="2700000" algn="tl" rotWithShape="0">
                  <a:schemeClr val="dk1">
                    <a:alpha val="40000"/>
                  </a:schemeClr>
                </a:outerShdw>
              </a:effectLst>
            </a:endParaRPr>
          </a:p>
        </p:txBody>
      </p:sp>
      <p:sp>
        <p:nvSpPr>
          <p:cNvPr id="38" name="Rectangle 30">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Рисунок 1">
            <a:extLst>
              <a:ext uri="{FF2B5EF4-FFF2-40B4-BE49-F238E27FC236}">
                <a16:creationId xmlns:a16="http://schemas.microsoft.com/office/drawing/2014/main" id="{2BCF88A8-A76B-144A-2C4D-DA5FE589566D}"/>
              </a:ext>
            </a:extLst>
          </p:cNvPr>
          <p:cNvPicPr>
            <a:picLocks noChangeAspect="1"/>
          </p:cNvPicPr>
          <p:nvPr/>
        </p:nvPicPr>
        <p:blipFill>
          <a:blip r:embed="rId2"/>
          <a:srcRect t="2921" b="141"/>
          <a:stretch/>
        </p:blipFill>
        <p:spPr>
          <a:xfrm>
            <a:off x="5977788" y="799352"/>
            <a:ext cx="5425410" cy="5259296"/>
          </a:xfrm>
          <a:prstGeom prst="rect">
            <a:avLst/>
          </a:prstGeom>
        </p:spPr>
      </p:pic>
    </p:spTree>
    <p:extLst>
      <p:ext uri="{BB962C8B-B14F-4D97-AF65-F5344CB8AC3E}">
        <p14:creationId xmlns:p14="http://schemas.microsoft.com/office/powerpoint/2010/main" val="919396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93" name="Rectangle 1092">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95" name="Arc 1094">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097" name="Freeform: Shape 1096">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 name="Рисунок 1">
            <a:extLst>
              <a:ext uri="{FF2B5EF4-FFF2-40B4-BE49-F238E27FC236}">
                <a16:creationId xmlns:a16="http://schemas.microsoft.com/office/drawing/2014/main" id="{16978583-6E1C-AEFF-B2F0-C6D0CF04FA29}"/>
              </a:ext>
            </a:extLst>
          </p:cNvPr>
          <p:cNvPicPr>
            <a:picLocks noChangeAspect="1"/>
          </p:cNvPicPr>
          <p:nvPr/>
        </p:nvPicPr>
        <p:blipFill>
          <a:blip r:embed="rId2"/>
          <a:stretch>
            <a:fillRect/>
          </a:stretch>
        </p:blipFill>
        <p:spPr>
          <a:xfrm>
            <a:off x="703182" y="955437"/>
            <a:ext cx="4777381" cy="477738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TextBox 2">
            <a:extLst>
              <a:ext uri="{FF2B5EF4-FFF2-40B4-BE49-F238E27FC236}">
                <a16:creationId xmlns:a16="http://schemas.microsoft.com/office/drawing/2014/main" id="{AB73818A-1145-071D-6589-4CF91DAB8181}"/>
              </a:ext>
            </a:extLst>
          </p:cNvPr>
          <p:cNvSpPr txBox="1"/>
          <p:nvPr/>
        </p:nvSpPr>
        <p:spPr>
          <a:xfrm>
            <a:off x="5894962" y="1984443"/>
            <a:ext cx="5458838" cy="4192520"/>
          </a:xfrm>
          <a:prstGeom prst="rect">
            <a:avLst/>
          </a:prstGeom>
        </p:spPr>
        <p:txBody>
          <a:bodyPr vert="horz" lIns="91440" tIns="45720" rIns="91440" bIns="45720" rtlCol="0">
            <a:normAutofit/>
          </a:bodyPr>
          <a:lstStyle/>
          <a:p>
            <a:pPr marL="400050" marR="0" lvl="0" indent="-228600">
              <a:lnSpc>
                <a:spcPct val="90000"/>
              </a:lnSpc>
              <a:spcAft>
                <a:spcPts val="600"/>
              </a:spcAft>
              <a:buFont typeface="Arial" panose="020B0604020202020204" pitchFamily="34" charset="0"/>
              <a:buChar char="•"/>
              <a:tabLst>
                <a:tab pos="457200" algn="l"/>
              </a:tabLst>
            </a:pPr>
            <a:r>
              <a:rPr lang="en-US" dirty="0" err="1">
                <a:ln w="0"/>
                <a:effectLst>
                  <a:outerShdw blurRad="38100" dist="19050" dir="2700000" algn="tl" rotWithShape="0">
                    <a:schemeClr val="dk1">
                      <a:alpha val="40000"/>
                    </a:schemeClr>
                  </a:outerShdw>
                </a:effectLst>
              </a:rPr>
              <a:t>Цель</a:t>
            </a:r>
            <a:r>
              <a:rPr lang="en-US" dirty="0">
                <a:ln w="0"/>
                <a:effectLst>
                  <a:outerShdw blurRad="38100" dist="19050" dir="2700000" algn="tl" rotWithShape="0">
                    <a:schemeClr val="dk1">
                      <a:alpha val="40000"/>
                    </a:schemeClr>
                  </a:outerShdw>
                </a:effectLst>
              </a:rPr>
              <a:t> </a:t>
            </a:r>
            <a:r>
              <a:rPr lang="en-US" dirty="0" err="1">
                <a:ln w="0"/>
                <a:effectLst>
                  <a:outerShdw blurRad="38100" dist="19050" dir="2700000" algn="tl" rotWithShape="0">
                    <a:schemeClr val="dk1">
                      <a:alpha val="40000"/>
                    </a:schemeClr>
                  </a:outerShdw>
                </a:effectLst>
              </a:rPr>
              <a:t>проекта</a:t>
            </a:r>
            <a:r>
              <a:rPr lang="en-US" dirty="0">
                <a:ln w="0"/>
                <a:effectLst>
                  <a:outerShdw blurRad="38100" dist="19050" dir="2700000" algn="tl" rotWithShape="0">
                    <a:schemeClr val="dk1">
                      <a:alpha val="40000"/>
                    </a:schemeClr>
                  </a:outerShdw>
                </a:effectLst>
              </a:rPr>
              <a:t> — </a:t>
            </a:r>
            <a:r>
              <a:rPr lang="en-US" dirty="0" err="1">
                <a:ln w="0"/>
                <a:effectLst>
                  <a:outerShdw blurRad="38100" dist="19050" dir="2700000" algn="tl" rotWithShape="0">
                    <a:schemeClr val="dk1">
                      <a:alpha val="40000"/>
                    </a:schemeClr>
                  </a:outerShdw>
                </a:effectLst>
              </a:rPr>
              <a:t>внедрение</a:t>
            </a:r>
            <a:r>
              <a:rPr lang="en-US" dirty="0">
                <a:ln w="0"/>
                <a:effectLst>
                  <a:outerShdw blurRad="38100" dist="19050" dir="2700000" algn="tl" rotWithShape="0">
                    <a:schemeClr val="dk1">
                      <a:alpha val="40000"/>
                    </a:schemeClr>
                  </a:outerShdw>
                </a:effectLst>
              </a:rPr>
              <a:t> </a:t>
            </a:r>
            <a:r>
              <a:rPr lang="en-US" dirty="0" err="1">
                <a:ln w="0"/>
                <a:effectLst>
                  <a:outerShdw blurRad="38100" dist="19050" dir="2700000" algn="tl" rotWithShape="0">
                    <a:schemeClr val="dk1">
                      <a:alpha val="40000"/>
                    </a:schemeClr>
                  </a:outerShdw>
                </a:effectLst>
              </a:rPr>
              <a:t>автоматизированной</a:t>
            </a:r>
            <a:r>
              <a:rPr lang="en-US" dirty="0">
                <a:ln w="0"/>
                <a:effectLst>
                  <a:outerShdw blurRad="38100" dist="19050" dir="2700000" algn="tl" rotWithShape="0">
                    <a:schemeClr val="dk1">
                      <a:alpha val="40000"/>
                    </a:schemeClr>
                  </a:outerShdw>
                </a:effectLst>
              </a:rPr>
              <a:t> </a:t>
            </a:r>
            <a:r>
              <a:rPr lang="en-US" dirty="0" err="1">
                <a:ln w="0"/>
                <a:effectLst>
                  <a:outerShdw blurRad="38100" dist="19050" dir="2700000" algn="tl" rotWithShape="0">
                    <a:schemeClr val="dk1">
                      <a:alpha val="40000"/>
                    </a:schemeClr>
                  </a:outerShdw>
                </a:effectLst>
              </a:rPr>
              <a:t>системы</a:t>
            </a:r>
            <a:r>
              <a:rPr lang="en-US" dirty="0">
                <a:ln w="0"/>
                <a:effectLst>
                  <a:outerShdw blurRad="38100" dist="19050" dir="2700000" algn="tl" rotWithShape="0">
                    <a:schemeClr val="dk1">
                      <a:alpha val="40000"/>
                    </a:schemeClr>
                  </a:outerShdw>
                </a:effectLst>
              </a:rPr>
              <a:t> </a:t>
            </a:r>
            <a:r>
              <a:rPr lang="en-US" dirty="0" err="1">
                <a:ln w="0"/>
                <a:effectLst>
                  <a:outerShdw blurRad="38100" dist="19050" dir="2700000" algn="tl" rotWithShape="0">
                    <a:schemeClr val="dk1">
                      <a:alpha val="40000"/>
                    </a:schemeClr>
                  </a:outerShdw>
                </a:effectLst>
              </a:rPr>
              <a:t>по</a:t>
            </a:r>
            <a:r>
              <a:rPr lang="en-US" dirty="0">
                <a:ln w="0"/>
                <a:effectLst>
                  <a:outerShdw blurRad="38100" dist="19050" dir="2700000" algn="tl" rotWithShape="0">
                    <a:schemeClr val="dk1">
                      <a:alpha val="40000"/>
                    </a:schemeClr>
                  </a:outerShdw>
                </a:effectLst>
              </a:rPr>
              <a:t> </a:t>
            </a:r>
            <a:r>
              <a:rPr lang="en-US" dirty="0" err="1">
                <a:ln w="0"/>
                <a:effectLst>
                  <a:outerShdw blurRad="38100" dist="19050" dir="2700000" algn="tl" rotWithShape="0">
                    <a:schemeClr val="dk1">
                      <a:alpha val="40000"/>
                    </a:schemeClr>
                  </a:outerShdw>
                </a:effectLst>
              </a:rPr>
              <a:t>работе</a:t>
            </a:r>
            <a:r>
              <a:rPr lang="en-US" dirty="0">
                <a:ln w="0"/>
                <a:effectLst>
                  <a:outerShdw blurRad="38100" dist="19050" dir="2700000" algn="tl" rotWithShape="0">
                    <a:schemeClr val="dk1">
                      <a:alpha val="40000"/>
                    </a:schemeClr>
                  </a:outerShdw>
                </a:effectLst>
              </a:rPr>
              <a:t> с </a:t>
            </a:r>
            <a:r>
              <a:rPr lang="en-US" dirty="0" err="1">
                <a:ln w="0"/>
                <a:effectLst>
                  <a:outerShdw blurRad="38100" dist="19050" dir="2700000" algn="tl" rotWithShape="0">
                    <a:schemeClr val="dk1">
                      <a:alpha val="40000"/>
                    </a:schemeClr>
                  </a:outerShdw>
                </a:effectLst>
              </a:rPr>
              <a:t>сотрудниками</a:t>
            </a:r>
            <a:r>
              <a:rPr lang="en-US" dirty="0">
                <a:ln w="0"/>
                <a:effectLst>
                  <a:outerShdw blurRad="38100" dist="19050" dir="2700000" algn="tl" rotWithShape="0">
                    <a:schemeClr val="dk1">
                      <a:alpha val="40000"/>
                    </a:schemeClr>
                  </a:outerShdw>
                </a:effectLst>
              </a:rPr>
              <a:t> для компании </a:t>
            </a:r>
            <a:r>
              <a:rPr lang="en-US" dirty="0" err="1">
                <a:ln w="0"/>
                <a:effectLst>
                  <a:outerShdw blurRad="38100" dist="19050" dir="2700000" algn="tl" rotWithShape="0">
                    <a:schemeClr val="dk1">
                      <a:alpha val="40000"/>
                    </a:schemeClr>
                  </a:outerShdw>
                </a:effectLst>
              </a:rPr>
              <a:t>Vinamilk</a:t>
            </a:r>
            <a:r>
              <a:rPr lang="en-US" dirty="0">
                <a:ln w="0"/>
                <a:effectLst>
                  <a:outerShdw blurRad="38100" dist="19050" dir="2700000" algn="tl" rotWithShape="0">
                    <a:schemeClr val="dk1">
                      <a:alpha val="40000"/>
                    </a:schemeClr>
                  </a:outerShdw>
                </a:effectLst>
              </a:rPr>
              <a:t>, с </a:t>
            </a:r>
            <a:r>
              <a:rPr lang="en-US" dirty="0" err="1">
                <a:ln w="0"/>
                <a:effectLst>
                  <a:outerShdw blurRad="38100" dist="19050" dir="2700000" algn="tl" rotWithShape="0">
                    <a:schemeClr val="dk1">
                      <a:alpha val="40000"/>
                    </a:schemeClr>
                  </a:outerShdw>
                </a:effectLst>
              </a:rPr>
              <a:t>акцентом</a:t>
            </a:r>
            <a:r>
              <a:rPr lang="en-US" dirty="0">
                <a:ln w="0"/>
                <a:effectLst>
                  <a:outerShdw blurRad="38100" dist="19050" dir="2700000" algn="tl" rotWithShape="0">
                    <a:schemeClr val="dk1">
                      <a:alpha val="40000"/>
                    </a:schemeClr>
                  </a:outerShdw>
                </a:effectLst>
              </a:rPr>
              <a:t> </a:t>
            </a:r>
            <a:r>
              <a:rPr lang="en-US" dirty="0" err="1">
                <a:ln w="0"/>
                <a:effectLst>
                  <a:outerShdw blurRad="38100" dist="19050" dir="2700000" algn="tl" rotWithShape="0">
                    <a:schemeClr val="dk1">
                      <a:alpha val="40000"/>
                    </a:schemeClr>
                  </a:outerShdw>
                </a:effectLst>
              </a:rPr>
              <a:t>на</a:t>
            </a:r>
            <a:r>
              <a:rPr lang="en-US" dirty="0">
                <a:ln w="0"/>
                <a:effectLst>
                  <a:outerShdw blurRad="38100" dist="19050" dir="2700000" algn="tl" rotWithShape="0">
                    <a:schemeClr val="dk1">
                      <a:alpha val="40000"/>
                    </a:schemeClr>
                  </a:outerShdw>
                </a:effectLst>
              </a:rPr>
              <a:t> </a:t>
            </a:r>
            <a:r>
              <a:rPr lang="en-US" dirty="0" err="1">
                <a:ln w="0"/>
                <a:effectLst>
                  <a:outerShdw blurRad="38100" dist="19050" dir="2700000" algn="tl" rotWithShape="0">
                    <a:schemeClr val="dk1">
                      <a:alpha val="40000"/>
                    </a:schemeClr>
                  </a:outerShdw>
                </a:effectLst>
              </a:rPr>
              <a:t>автоматизацию</a:t>
            </a:r>
            <a:r>
              <a:rPr lang="en-US" dirty="0">
                <a:ln w="0"/>
                <a:effectLst>
                  <a:outerShdw blurRad="38100" dist="19050" dir="2700000" algn="tl" rotWithShape="0">
                    <a:schemeClr val="dk1">
                      <a:alpha val="40000"/>
                    </a:schemeClr>
                  </a:outerShdw>
                </a:effectLst>
              </a:rPr>
              <a:t> </a:t>
            </a:r>
            <a:r>
              <a:rPr lang="en-US" dirty="0" err="1">
                <a:ln w="0"/>
                <a:effectLst>
                  <a:outerShdw blurRad="38100" dist="19050" dir="2700000" algn="tl" rotWithShape="0">
                    <a:schemeClr val="dk1">
                      <a:alpha val="40000"/>
                    </a:schemeClr>
                  </a:outerShdw>
                </a:effectLst>
              </a:rPr>
              <a:t>расчёта</a:t>
            </a:r>
            <a:r>
              <a:rPr lang="en-US" dirty="0">
                <a:ln w="0"/>
                <a:effectLst>
                  <a:outerShdw blurRad="38100" dist="19050" dir="2700000" algn="tl" rotWithShape="0">
                    <a:schemeClr val="dk1">
                      <a:alpha val="40000"/>
                    </a:schemeClr>
                  </a:outerShdw>
                </a:effectLst>
              </a:rPr>
              <a:t> </a:t>
            </a:r>
            <a:r>
              <a:rPr lang="en-US" dirty="0" err="1">
                <a:ln w="0"/>
                <a:effectLst>
                  <a:outerShdw blurRad="38100" dist="19050" dir="2700000" algn="tl" rotWithShape="0">
                    <a:schemeClr val="dk1">
                      <a:alpha val="40000"/>
                    </a:schemeClr>
                  </a:outerShdw>
                </a:effectLst>
              </a:rPr>
              <a:t>заработной</a:t>
            </a:r>
            <a:r>
              <a:rPr lang="en-US" dirty="0">
                <a:ln w="0"/>
                <a:effectLst>
                  <a:outerShdw blurRad="38100" dist="19050" dir="2700000" algn="tl" rotWithShape="0">
                    <a:schemeClr val="dk1">
                      <a:alpha val="40000"/>
                    </a:schemeClr>
                  </a:outerShdw>
                </a:effectLst>
              </a:rPr>
              <a:t> </a:t>
            </a:r>
            <a:r>
              <a:rPr lang="en-US" dirty="0" err="1">
                <a:ln w="0"/>
                <a:effectLst>
                  <a:outerShdw blurRad="38100" dist="19050" dir="2700000" algn="tl" rotWithShape="0">
                    <a:schemeClr val="dk1">
                      <a:alpha val="40000"/>
                    </a:schemeClr>
                  </a:outerShdw>
                </a:effectLst>
              </a:rPr>
              <a:t>платы</a:t>
            </a:r>
            <a:r>
              <a:rPr lang="en-US" dirty="0">
                <a:ln w="0"/>
                <a:effectLst>
                  <a:outerShdw blurRad="38100" dist="19050" dir="2700000" algn="tl" rotWithShape="0">
                    <a:schemeClr val="dk1">
                      <a:alpha val="40000"/>
                    </a:schemeClr>
                  </a:outerShdw>
                </a:effectLst>
              </a:rPr>
              <a:t>, </a:t>
            </a:r>
            <a:r>
              <a:rPr lang="en-US" dirty="0" err="1">
                <a:ln w="0"/>
                <a:effectLst>
                  <a:outerShdw blurRad="38100" dist="19050" dir="2700000" algn="tl" rotWithShape="0">
                    <a:schemeClr val="dk1">
                      <a:alpha val="40000"/>
                    </a:schemeClr>
                  </a:outerShdw>
                </a:effectLst>
              </a:rPr>
              <a:t>планирования</a:t>
            </a:r>
            <a:r>
              <a:rPr lang="en-US" dirty="0">
                <a:ln w="0"/>
                <a:effectLst>
                  <a:outerShdw blurRad="38100" dist="19050" dir="2700000" algn="tl" rotWithShape="0">
                    <a:schemeClr val="dk1">
                      <a:alpha val="40000"/>
                    </a:schemeClr>
                  </a:outerShdw>
                </a:effectLst>
              </a:rPr>
              <a:t> </a:t>
            </a:r>
            <a:r>
              <a:rPr lang="en-US" dirty="0" err="1">
                <a:ln w="0"/>
                <a:effectLst>
                  <a:outerShdw blurRad="38100" dist="19050" dir="2700000" algn="tl" rotWithShape="0">
                    <a:schemeClr val="dk1">
                      <a:alpha val="40000"/>
                    </a:schemeClr>
                  </a:outerShdw>
                </a:effectLst>
              </a:rPr>
              <a:t>смен</a:t>
            </a:r>
            <a:r>
              <a:rPr lang="en-US" dirty="0">
                <a:ln w="0"/>
                <a:effectLst>
                  <a:outerShdw blurRad="38100" dist="19050" dir="2700000" algn="tl" rotWithShape="0">
                    <a:schemeClr val="dk1">
                      <a:alpha val="40000"/>
                    </a:schemeClr>
                  </a:outerShdw>
                </a:effectLst>
              </a:rPr>
              <a:t>, </a:t>
            </a:r>
            <a:r>
              <a:rPr lang="en-US" dirty="0" err="1">
                <a:ln w="0"/>
                <a:effectLst>
                  <a:outerShdw blurRad="38100" dist="19050" dir="2700000" algn="tl" rotWithShape="0">
                    <a:schemeClr val="dk1">
                      <a:alpha val="40000"/>
                    </a:schemeClr>
                  </a:outerShdw>
                </a:effectLst>
              </a:rPr>
              <a:t>отпусков</a:t>
            </a:r>
            <a:r>
              <a:rPr lang="en-US" dirty="0">
                <a:ln w="0"/>
                <a:effectLst>
                  <a:outerShdw blurRad="38100" dist="19050" dir="2700000" algn="tl" rotWithShape="0">
                    <a:schemeClr val="dk1">
                      <a:alpha val="40000"/>
                    </a:schemeClr>
                  </a:outerShdw>
                </a:effectLst>
              </a:rPr>
              <a:t> и </a:t>
            </a:r>
            <a:r>
              <a:rPr lang="en-US" dirty="0" err="1">
                <a:ln w="0"/>
                <a:effectLst>
                  <a:outerShdw blurRad="38100" dist="19050" dir="2700000" algn="tl" rotWithShape="0">
                    <a:schemeClr val="dk1">
                      <a:alpha val="40000"/>
                    </a:schemeClr>
                  </a:outerShdw>
                </a:effectLst>
              </a:rPr>
              <a:t>оценки</a:t>
            </a:r>
            <a:r>
              <a:rPr lang="en-US" dirty="0">
                <a:ln w="0"/>
                <a:effectLst>
                  <a:outerShdw blurRad="38100" dist="19050" dir="2700000" algn="tl" rotWithShape="0">
                    <a:schemeClr val="dk1">
                      <a:alpha val="40000"/>
                    </a:schemeClr>
                  </a:outerShdw>
                </a:effectLst>
              </a:rPr>
              <a:t> </a:t>
            </a:r>
            <a:r>
              <a:rPr lang="en-US" dirty="0" err="1">
                <a:ln w="0"/>
                <a:effectLst>
                  <a:outerShdw blurRad="38100" dist="19050" dir="2700000" algn="tl" rotWithShape="0">
                    <a:schemeClr val="dk1">
                      <a:alpha val="40000"/>
                    </a:schemeClr>
                  </a:outerShdw>
                </a:effectLst>
              </a:rPr>
              <a:t>эффективности</a:t>
            </a:r>
            <a:r>
              <a:rPr lang="en-US" dirty="0">
                <a:ln w="0"/>
                <a:effectLst>
                  <a:outerShdw blurRad="38100" dist="19050" dir="2700000" algn="tl" rotWithShape="0">
                    <a:schemeClr val="dk1">
                      <a:alpha val="40000"/>
                    </a:schemeClr>
                  </a:outerShdw>
                </a:effectLst>
              </a:rPr>
              <a:t> </a:t>
            </a:r>
            <a:r>
              <a:rPr lang="en-US" dirty="0" err="1">
                <a:ln w="0"/>
                <a:effectLst>
                  <a:outerShdw blurRad="38100" dist="19050" dir="2700000" algn="tl" rotWithShape="0">
                    <a:schemeClr val="dk1">
                      <a:alpha val="40000"/>
                    </a:schemeClr>
                  </a:outerShdw>
                </a:effectLst>
              </a:rPr>
              <a:t>сотрудников</a:t>
            </a:r>
            <a:r>
              <a:rPr lang="en-US" dirty="0">
                <a:ln w="0"/>
                <a:effectLst>
                  <a:outerShdw blurRad="38100" dist="19050" dir="2700000" algn="tl" rotWithShape="0">
                    <a:schemeClr val="dk1">
                      <a:alpha val="40000"/>
                    </a:schemeClr>
                  </a:outerShdw>
                </a:effectLst>
              </a:rPr>
              <a:t> </a:t>
            </a:r>
            <a:r>
              <a:rPr lang="en-US" dirty="0" err="1">
                <a:ln w="0"/>
                <a:effectLst>
                  <a:outerShdw blurRad="38100" dist="19050" dir="2700000" algn="tl" rotWithShape="0">
                    <a:schemeClr val="dk1">
                      <a:alpha val="40000"/>
                    </a:schemeClr>
                  </a:outerShdw>
                </a:effectLst>
              </a:rPr>
              <a:t>на</a:t>
            </a:r>
            <a:r>
              <a:rPr lang="en-US" dirty="0">
                <a:ln w="0"/>
                <a:effectLst>
                  <a:outerShdw blurRad="38100" dist="19050" dir="2700000" algn="tl" rotWithShape="0">
                    <a:schemeClr val="dk1">
                      <a:alpha val="40000"/>
                    </a:schemeClr>
                  </a:outerShdw>
                </a:effectLst>
              </a:rPr>
              <a:t> </a:t>
            </a:r>
            <a:r>
              <a:rPr lang="en-US" dirty="0" err="1">
                <a:ln w="0"/>
                <a:effectLst>
                  <a:outerShdw blurRad="38100" dist="19050" dir="2700000" algn="tl" rotWithShape="0">
                    <a:schemeClr val="dk1">
                      <a:alpha val="40000"/>
                    </a:schemeClr>
                  </a:outerShdw>
                </a:effectLst>
              </a:rPr>
              <a:t>фермах</a:t>
            </a:r>
            <a:r>
              <a:rPr lang="en-US" dirty="0">
                <a:ln w="0"/>
                <a:effectLst>
                  <a:outerShdw blurRad="38100" dist="19050" dir="2700000" algn="tl" rotWithShape="0">
                    <a:schemeClr val="dk1">
                      <a:alpha val="40000"/>
                    </a:schemeClr>
                  </a:outerShdw>
                </a:effectLst>
              </a:rPr>
              <a:t> и </a:t>
            </a:r>
            <a:r>
              <a:rPr lang="en-US" dirty="0" err="1">
                <a:ln w="0"/>
                <a:effectLst>
                  <a:outerShdw blurRad="38100" dist="19050" dir="2700000" algn="tl" rotWithShape="0">
                    <a:schemeClr val="dk1">
                      <a:alpha val="40000"/>
                    </a:schemeClr>
                  </a:outerShdw>
                </a:effectLst>
              </a:rPr>
              <a:t>заводах</a:t>
            </a:r>
            <a:r>
              <a:rPr lang="en-US" dirty="0">
                <a:ln w="0"/>
                <a:effectLst>
                  <a:outerShdw blurRad="38100" dist="19050" dir="2700000" algn="tl" rotWithShape="0">
                    <a:schemeClr val="dk1">
                      <a:alpha val="40000"/>
                    </a:schemeClr>
                  </a:outerShdw>
                </a:effectLst>
              </a:rPr>
              <a:t>.</a:t>
            </a:r>
          </a:p>
        </p:txBody>
      </p:sp>
    </p:spTree>
    <p:extLst>
      <p:ext uri="{BB962C8B-B14F-4D97-AF65-F5344CB8AC3E}">
        <p14:creationId xmlns:p14="http://schemas.microsoft.com/office/powerpoint/2010/main" val="3620428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8" name="Google Shape;488;p22"/>
          <p:cNvSpPr txBox="1">
            <a:spLocks noGrp="1"/>
          </p:cNvSpPr>
          <p:nvPr>
            <p:ph type="title"/>
          </p:nvPr>
        </p:nvSpPr>
        <p:spPr>
          <a:xfrm>
            <a:off x="571259" y="191327"/>
            <a:ext cx="10972800" cy="495200"/>
          </a:xfrm>
          <a:prstGeom prst="rect">
            <a:avLst/>
          </a:prstGeom>
        </p:spPr>
        <p:txBody>
          <a:bodyPr spcFirstLastPara="1" vert="horz" wrap="square" lIns="121900" tIns="121900" rIns="121900" bIns="121900" rtlCol="0" anchor="ctr" anchorCtr="0">
            <a:noAutofit/>
          </a:bodyPr>
          <a:lstStyle/>
          <a:p>
            <a:pPr algn="ctr">
              <a:spcBef>
                <a:spcPts val="0"/>
              </a:spcBef>
            </a:pPr>
            <a:r>
              <a:rPr lang="vi-VN" dirty="0"/>
              <a:t>ROADMAP</a:t>
            </a:r>
            <a:endParaRPr dirty="0"/>
          </a:p>
        </p:txBody>
      </p:sp>
      <p:sp>
        <p:nvSpPr>
          <p:cNvPr id="504" name="Google Shape;504;p22"/>
          <p:cNvSpPr txBox="1"/>
          <p:nvPr/>
        </p:nvSpPr>
        <p:spPr>
          <a:xfrm>
            <a:off x="908602" y="646951"/>
            <a:ext cx="10221113" cy="442400"/>
          </a:xfrm>
          <a:prstGeom prst="rect">
            <a:avLst/>
          </a:prstGeom>
          <a:noFill/>
          <a:ln>
            <a:noFill/>
          </a:ln>
        </p:spPr>
        <p:txBody>
          <a:bodyPr spcFirstLastPara="1" wrap="square" lIns="121900" tIns="121900" rIns="121900" bIns="121900" anchor="ctr" anchorCtr="0">
            <a:noAutofit/>
          </a:bodyPr>
          <a:lstStyle/>
          <a:p>
            <a:pPr algn="ctr"/>
            <a:r>
              <a:rPr lang="ru-RU" sz="1600" b="1" dirty="0">
                <a:latin typeface="Times New Roman" panose="02020603050405020304" pitchFamily="18" charset="0"/>
                <a:ea typeface="Calibri" panose="020F0502020204030204" pitchFamily="34" charset="0"/>
              </a:rPr>
              <a:t>Цифровая трансформация и оптимизация архитектуры предприятия для </a:t>
            </a:r>
            <a:r>
              <a:rPr lang="vi-VN" sz="1600" b="1">
                <a:latin typeface="Times New Roman" panose="02020603050405020304" pitchFamily="18" charset="0"/>
                <a:ea typeface="Calibri" panose="020F0502020204030204" pitchFamily="34" charset="0"/>
              </a:rPr>
              <a:t>AIA Insurance</a:t>
            </a:r>
            <a:endParaRPr sz="1400" dirty="0">
              <a:solidFill>
                <a:schemeClr val="dk1"/>
              </a:solidFill>
              <a:latin typeface="Roboto"/>
              <a:ea typeface="Roboto"/>
              <a:cs typeface="Roboto"/>
              <a:sym typeface="Roboto"/>
            </a:endParaRPr>
          </a:p>
        </p:txBody>
      </p:sp>
      <p:grpSp>
        <p:nvGrpSpPr>
          <p:cNvPr id="19" name="Группа 18">
            <a:extLst>
              <a:ext uri="{FF2B5EF4-FFF2-40B4-BE49-F238E27FC236}">
                <a16:creationId xmlns:a16="http://schemas.microsoft.com/office/drawing/2014/main" id="{F5CEB103-C201-F120-4ABA-67F3E5212701}"/>
              </a:ext>
            </a:extLst>
          </p:cNvPr>
          <p:cNvGrpSpPr/>
          <p:nvPr/>
        </p:nvGrpSpPr>
        <p:grpSpPr>
          <a:xfrm>
            <a:off x="336487" y="743525"/>
            <a:ext cx="11361632" cy="3954337"/>
            <a:chOff x="289130" y="673314"/>
            <a:chExt cx="8521224" cy="2965753"/>
          </a:xfrm>
        </p:grpSpPr>
        <p:grpSp>
          <p:nvGrpSpPr>
            <p:cNvPr id="14" name="Группа 13">
              <a:extLst>
                <a:ext uri="{FF2B5EF4-FFF2-40B4-BE49-F238E27FC236}">
                  <a16:creationId xmlns:a16="http://schemas.microsoft.com/office/drawing/2014/main" id="{DC453ECC-1345-71D1-471B-1892F5EEFAEB}"/>
                </a:ext>
              </a:extLst>
            </p:cNvPr>
            <p:cNvGrpSpPr/>
            <p:nvPr/>
          </p:nvGrpSpPr>
          <p:grpSpPr>
            <a:xfrm>
              <a:off x="1718096" y="895106"/>
              <a:ext cx="2125532" cy="2074429"/>
              <a:chOff x="1730541" y="1169092"/>
              <a:chExt cx="2125532" cy="2074429"/>
            </a:xfrm>
          </p:grpSpPr>
          <p:sp>
            <p:nvSpPr>
              <p:cNvPr id="489" name="Google Shape;489;p22"/>
              <p:cNvSpPr/>
              <p:nvPr/>
            </p:nvSpPr>
            <p:spPr>
              <a:xfrm>
                <a:off x="2077800" y="1553513"/>
                <a:ext cx="1642800" cy="1138200"/>
              </a:xfrm>
              <a:prstGeom prst="chevron">
                <a:avLst>
                  <a:gd name="adj" fmla="val 16027"/>
                </a:avLst>
              </a:prstGeom>
              <a:solidFill>
                <a:schemeClr val="accent2"/>
              </a:solidFill>
              <a:ln>
                <a:noFill/>
              </a:ln>
            </p:spPr>
            <p:txBody>
              <a:bodyPr spcFirstLastPara="1" wrap="square" lIns="121900" tIns="121900" rIns="121900" bIns="121900" anchor="ctr" anchorCtr="0">
                <a:noAutofit/>
              </a:bodyPr>
              <a:lstStyle/>
              <a:p>
                <a:endParaRPr sz="2400"/>
              </a:p>
            </p:txBody>
          </p:sp>
          <p:grpSp>
            <p:nvGrpSpPr>
              <p:cNvPr id="492" name="Google Shape;492;p22"/>
              <p:cNvGrpSpPr/>
              <p:nvPr/>
            </p:nvGrpSpPr>
            <p:grpSpPr>
              <a:xfrm>
                <a:off x="1730541" y="1169092"/>
                <a:ext cx="2125532" cy="2074429"/>
                <a:chOff x="1751438" y="1371713"/>
                <a:chExt cx="2125532" cy="2074429"/>
              </a:xfrm>
            </p:grpSpPr>
            <p:sp>
              <p:nvSpPr>
                <p:cNvPr id="493" name="Google Shape;493;p22"/>
                <p:cNvSpPr txBox="1"/>
                <p:nvPr/>
              </p:nvSpPr>
              <p:spPr>
                <a:xfrm>
                  <a:off x="2263900" y="2169290"/>
                  <a:ext cx="1418400" cy="331800"/>
                </a:xfrm>
                <a:prstGeom prst="rect">
                  <a:avLst/>
                </a:prstGeom>
                <a:noFill/>
                <a:ln>
                  <a:noFill/>
                </a:ln>
              </p:spPr>
              <p:txBody>
                <a:bodyPr spcFirstLastPara="1" wrap="square" lIns="121900" tIns="121900" rIns="121900" bIns="121900" anchor="ctr" anchorCtr="0">
                  <a:noAutofit/>
                </a:bodyPr>
                <a:lstStyle/>
                <a:p>
                  <a:pPr algn="ctr"/>
                  <a:r>
                    <a:rPr lang="en" sz="2400" b="1" dirty="0">
                      <a:solidFill>
                        <a:schemeClr val="lt1"/>
                      </a:solidFill>
                      <a:latin typeface="Fira Sans Extra Condensed"/>
                      <a:ea typeface="Fira Sans Extra Condensed"/>
                      <a:cs typeface="Fira Sans Extra Condensed"/>
                      <a:sym typeface="Fira Sans Extra Condensed"/>
                    </a:rPr>
                    <a:t>25/03</a:t>
                  </a:r>
                  <a:endParaRPr sz="2400" b="1" dirty="0">
                    <a:solidFill>
                      <a:schemeClr val="lt1"/>
                    </a:solidFill>
                    <a:latin typeface="Fira Sans Extra Condensed"/>
                    <a:ea typeface="Fira Sans Extra Condensed"/>
                    <a:cs typeface="Fira Sans Extra Condensed"/>
                    <a:sym typeface="Fira Sans Extra Condensed"/>
                  </a:endParaRPr>
                </a:p>
              </p:txBody>
            </p:sp>
            <p:sp>
              <p:nvSpPr>
                <p:cNvPr id="494" name="Google Shape;494;p22"/>
                <p:cNvSpPr txBox="1"/>
                <p:nvPr/>
              </p:nvSpPr>
              <p:spPr>
                <a:xfrm>
                  <a:off x="1751438" y="2726142"/>
                  <a:ext cx="2125532" cy="720000"/>
                </a:xfrm>
                <a:prstGeom prst="rect">
                  <a:avLst/>
                </a:prstGeom>
                <a:noFill/>
                <a:ln>
                  <a:noFill/>
                </a:ln>
              </p:spPr>
              <p:txBody>
                <a:bodyPr spcFirstLastPara="1" wrap="square" lIns="121900" tIns="121900" rIns="121900" bIns="121900" anchor="ctr" anchorCtr="0">
                  <a:noAutofit/>
                </a:bodyPr>
                <a:lstStyle/>
                <a:p>
                  <a:pPr marL="3387" algn="ctr">
                    <a:buSzPts val="1400"/>
                  </a:pPr>
                  <a:r>
                    <a:rPr lang="ru-RU" sz="1200" b="1" dirty="0">
                      <a:latin typeface="Times New Roman" panose="02020603050405020304" pitchFamily="18" charset="0"/>
                      <a:ea typeface="Calibri" panose="020F0502020204030204" pitchFamily="34" charset="0"/>
                    </a:rPr>
                    <a:t>Анализ рынка и отраслевого контекста</a:t>
                  </a:r>
                  <a:endParaRPr lang="ru-RU" sz="700" dirty="0">
                    <a:latin typeface="Roboto"/>
                    <a:ea typeface="Roboto"/>
                    <a:cs typeface="Roboto"/>
                    <a:sym typeface="Roboto"/>
                  </a:endParaRPr>
                </a:p>
              </p:txBody>
            </p:sp>
            <p:sp>
              <p:nvSpPr>
                <p:cNvPr id="495" name="Google Shape;495;p22"/>
                <p:cNvSpPr/>
                <p:nvPr/>
              </p:nvSpPr>
              <p:spPr>
                <a:xfrm>
                  <a:off x="2602350" y="1371713"/>
                  <a:ext cx="645900" cy="645900"/>
                </a:xfrm>
                <a:prstGeom prst="ellipse">
                  <a:avLst/>
                </a:prstGeom>
                <a:solidFill>
                  <a:schemeClr val="accent2"/>
                </a:solidFill>
                <a:ln w="19050"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b="1">
                      <a:solidFill>
                        <a:srgbClr val="FFFFFF"/>
                      </a:solidFill>
                      <a:latin typeface="Fira Sans Extra Condensed"/>
                      <a:ea typeface="Fira Sans Extra Condensed"/>
                      <a:cs typeface="Fira Sans Extra Condensed"/>
                      <a:sym typeface="Fira Sans Extra Condensed"/>
                    </a:rPr>
                    <a:t>02</a:t>
                  </a:r>
                  <a:endParaRPr sz="2400" b="1">
                    <a:solidFill>
                      <a:srgbClr val="FFFFFF"/>
                    </a:solidFill>
                    <a:latin typeface="Fira Sans Extra Condensed"/>
                    <a:ea typeface="Fira Sans Extra Condensed"/>
                    <a:cs typeface="Fira Sans Extra Condensed"/>
                    <a:sym typeface="Fira Sans Extra Condensed"/>
                  </a:endParaRPr>
                </a:p>
              </p:txBody>
            </p:sp>
          </p:grpSp>
        </p:grpSp>
        <p:grpSp>
          <p:nvGrpSpPr>
            <p:cNvPr id="17" name="Группа 16">
              <a:extLst>
                <a:ext uri="{FF2B5EF4-FFF2-40B4-BE49-F238E27FC236}">
                  <a16:creationId xmlns:a16="http://schemas.microsoft.com/office/drawing/2014/main" id="{1B282A7D-431B-CAE7-7C49-2A6199847501}"/>
                </a:ext>
              </a:extLst>
            </p:cNvPr>
            <p:cNvGrpSpPr/>
            <p:nvPr/>
          </p:nvGrpSpPr>
          <p:grpSpPr>
            <a:xfrm>
              <a:off x="5193713" y="868180"/>
              <a:ext cx="1912526" cy="2100232"/>
              <a:chOff x="5194875" y="1177931"/>
              <a:chExt cx="1912526" cy="2100232"/>
            </a:xfrm>
          </p:grpSpPr>
          <p:sp>
            <p:nvSpPr>
              <p:cNvPr id="491" name="Google Shape;491;p22"/>
              <p:cNvSpPr/>
              <p:nvPr/>
            </p:nvSpPr>
            <p:spPr>
              <a:xfrm>
                <a:off x="5354752" y="1553513"/>
                <a:ext cx="1642800" cy="1138200"/>
              </a:xfrm>
              <a:prstGeom prst="chevron">
                <a:avLst>
                  <a:gd name="adj" fmla="val 16027"/>
                </a:avLst>
              </a:prstGeom>
              <a:solidFill>
                <a:schemeClr val="accent4"/>
              </a:solidFill>
              <a:ln>
                <a:noFill/>
              </a:ln>
            </p:spPr>
            <p:txBody>
              <a:bodyPr spcFirstLastPara="1" wrap="square" lIns="121900" tIns="121900" rIns="121900" bIns="121900" anchor="ctr" anchorCtr="0">
                <a:noAutofit/>
              </a:bodyPr>
              <a:lstStyle/>
              <a:p>
                <a:endParaRPr sz="2400"/>
              </a:p>
            </p:txBody>
          </p:sp>
          <p:grpSp>
            <p:nvGrpSpPr>
              <p:cNvPr id="496" name="Google Shape;496;p22"/>
              <p:cNvGrpSpPr/>
              <p:nvPr/>
            </p:nvGrpSpPr>
            <p:grpSpPr>
              <a:xfrm>
                <a:off x="5194875" y="1177931"/>
                <a:ext cx="1912526" cy="2100232"/>
                <a:chOff x="5249323" y="1371713"/>
                <a:chExt cx="1912526" cy="2100232"/>
              </a:xfrm>
            </p:grpSpPr>
            <p:sp>
              <p:nvSpPr>
                <p:cNvPr id="497" name="Google Shape;497;p22"/>
                <p:cNvSpPr txBox="1"/>
                <p:nvPr/>
              </p:nvSpPr>
              <p:spPr>
                <a:xfrm>
                  <a:off x="5500670" y="2186869"/>
                  <a:ext cx="1418400" cy="331800"/>
                </a:xfrm>
                <a:prstGeom prst="rect">
                  <a:avLst/>
                </a:prstGeom>
                <a:noFill/>
                <a:ln>
                  <a:noFill/>
                </a:ln>
              </p:spPr>
              <p:txBody>
                <a:bodyPr spcFirstLastPara="1" wrap="square" lIns="121900" tIns="121900" rIns="121900" bIns="121900" anchor="ctr" anchorCtr="0">
                  <a:noAutofit/>
                </a:bodyPr>
                <a:lstStyle/>
                <a:p>
                  <a:pPr algn="ctr"/>
                  <a:r>
                    <a:rPr lang="en-US" sz="2400" b="1" dirty="0">
                      <a:solidFill>
                        <a:schemeClr val="lt1"/>
                      </a:solidFill>
                      <a:latin typeface="Fira Sans Extra Condensed"/>
                      <a:ea typeface="Fira Sans Extra Condensed"/>
                      <a:cs typeface="Fira Sans Extra Condensed"/>
                      <a:sym typeface="Fira Sans Extra Condensed"/>
                    </a:rPr>
                    <a:t>08/04</a:t>
                  </a:r>
                </a:p>
              </p:txBody>
            </p:sp>
            <p:sp>
              <p:nvSpPr>
                <p:cNvPr id="498" name="Google Shape;498;p22"/>
                <p:cNvSpPr txBox="1"/>
                <p:nvPr/>
              </p:nvSpPr>
              <p:spPr>
                <a:xfrm>
                  <a:off x="5249323" y="2751945"/>
                  <a:ext cx="1912526" cy="720000"/>
                </a:xfrm>
                <a:prstGeom prst="rect">
                  <a:avLst/>
                </a:prstGeom>
                <a:noFill/>
                <a:ln>
                  <a:noFill/>
                </a:ln>
              </p:spPr>
              <p:txBody>
                <a:bodyPr spcFirstLastPara="1" wrap="square" lIns="121900" tIns="121900" rIns="121900" bIns="121900" anchor="ctr" anchorCtr="0">
                  <a:noAutofit/>
                </a:bodyPr>
                <a:lstStyle/>
                <a:p>
                  <a:pPr marL="3387" algn="ctr">
                    <a:buSzPts val="1400"/>
                  </a:pPr>
                  <a:r>
                    <a:rPr lang="ru-RU" sz="1200" b="1" dirty="0">
                      <a:latin typeface="Times New Roman" panose="02020603050405020304" pitchFamily="18" charset="0"/>
                      <a:ea typeface="Calibri" panose="020F0502020204030204" pitchFamily="34" charset="0"/>
                    </a:rPr>
                    <a:t>Анализ структуры и текущей системы (AS-IS)</a:t>
                  </a:r>
                  <a:endParaRPr lang="ru-RU" sz="1050" dirty="0">
                    <a:latin typeface="Roboto"/>
                    <a:ea typeface="Roboto"/>
                    <a:cs typeface="Roboto"/>
                    <a:sym typeface="Roboto"/>
                  </a:endParaRPr>
                </a:p>
              </p:txBody>
            </p:sp>
            <p:sp>
              <p:nvSpPr>
                <p:cNvPr id="499" name="Google Shape;499;p22"/>
                <p:cNvSpPr/>
                <p:nvPr/>
              </p:nvSpPr>
              <p:spPr>
                <a:xfrm>
                  <a:off x="5895750" y="1371713"/>
                  <a:ext cx="645900" cy="645900"/>
                </a:xfrm>
                <a:prstGeom prst="ellipse">
                  <a:avLst/>
                </a:prstGeom>
                <a:solidFill>
                  <a:schemeClr val="accent4"/>
                </a:solidFill>
                <a:ln w="19050"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b="1">
                      <a:solidFill>
                        <a:srgbClr val="FFFFFF"/>
                      </a:solidFill>
                      <a:latin typeface="Fira Sans Extra Condensed"/>
                      <a:ea typeface="Fira Sans Extra Condensed"/>
                      <a:cs typeface="Fira Sans Extra Condensed"/>
                      <a:sym typeface="Fira Sans Extra Condensed"/>
                    </a:rPr>
                    <a:t>04</a:t>
                  </a:r>
                  <a:endParaRPr sz="2400" b="1">
                    <a:solidFill>
                      <a:srgbClr val="FFFFFF"/>
                    </a:solidFill>
                    <a:latin typeface="Fira Sans Extra Condensed"/>
                    <a:ea typeface="Fira Sans Extra Condensed"/>
                    <a:cs typeface="Fira Sans Extra Condensed"/>
                    <a:sym typeface="Fira Sans Extra Condensed"/>
                  </a:endParaRPr>
                </a:p>
              </p:txBody>
            </p:sp>
          </p:grpSp>
        </p:grpSp>
        <p:grpSp>
          <p:nvGrpSpPr>
            <p:cNvPr id="18" name="Группа 17">
              <a:extLst>
                <a:ext uri="{FF2B5EF4-FFF2-40B4-BE49-F238E27FC236}">
                  <a16:creationId xmlns:a16="http://schemas.microsoft.com/office/drawing/2014/main" id="{F307C704-D3D7-8E9E-9FF6-FDF1237C669E}"/>
                </a:ext>
              </a:extLst>
            </p:cNvPr>
            <p:cNvGrpSpPr/>
            <p:nvPr/>
          </p:nvGrpSpPr>
          <p:grpSpPr>
            <a:xfrm>
              <a:off x="6897827" y="673314"/>
              <a:ext cx="1912527" cy="2287412"/>
              <a:chOff x="6892540" y="967106"/>
              <a:chExt cx="1912527" cy="2287412"/>
            </a:xfrm>
          </p:grpSpPr>
          <p:grpSp>
            <p:nvGrpSpPr>
              <p:cNvPr id="485" name="Google Shape;485;p22"/>
              <p:cNvGrpSpPr/>
              <p:nvPr/>
            </p:nvGrpSpPr>
            <p:grpSpPr>
              <a:xfrm>
                <a:off x="7030107" y="967106"/>
                <a:ext cx="1695300" cy="1713450"/>
                <a:chOff x="7044000" y="1253125"/>
                <a:chExt cx="1695300" cy="1713450"/>
              </a:xfrm>
            </p:grpSpPr>
            <p:sp>
              <p:nvSpPr>
                <p:cNvPr id="486" name="Google Shape;486;p22"/>
                <p:cNvSpPr/>
                <p:nvPr/>
              </p:nvSpPr>
              <p:spPr>
                <a:xfrm>
                  <a:off x="7044000" y="1828375"/>
                  <a:ext cx="1642800" cy="1138200"/>
                </a:xfrm>
                <a:prstGeom prst="chevron">
                  <a:avLst>
                    <a:gd name="adj" fmla="val 16027"/>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487" name="Google Shape;487;p22"/>
                <p:cNvSpPr/>
                <p:nvPr/>
              </p:nvSpPr>
              <p:spPr>
                <a:xfrm>
                  <a:off x="8634300" y="1253125"/>
                  <a:ext cx="105000" cy="105000"/>
                </a:xfrm>
                <a:prstGeom prst="ellipse">
                  <a:avLst/>
                </a:prstGeom>
                <a:noFill/>
                <a:ln>
                  <a:noFill/>
                </a:ln>
              </p:spPr>
              <p:txBody>
                <a:bodyPr spcFirstLastPara="1" wrap="square" lIns="121900" tIns="121900" rIns="121900" bIns="121900" anchor="ctr" anchorCtr="0">
                  <a:noAutofit/>
                </a:bodyPr>
                <a:lstStyle/>
                <a:p>
                  <a:endParaRPr sz="2400"/>
                </a:p>
              </p:txBody>
            </p:sp>
          </p:grpSp>
          <p:grpSp>
            <p:nvGrpSpPr>
              <p:cNvPr id="500" name="Google Shape;500;p22"/>
              <p:cNvGrpSpPr/>
              <p:nvPr/>
            </p:nvGrpSpPr>
            <p:grpSpPr>
              <a:xfrm>
                <a:off x="6892540" y="1182208"/>
                <a:ext cx="1912527" cy="2072310"/>
                <a:chOff x="6909137" y="1371713"/>
                <a:chExt cx="1912527" cy="2072310"/>
              </a:xfrm>
            </p:grpSpPr>
            <p:sp>
              <p:nvSpPr>
                <p:cNvPr id="501" name="Google Shape;501;p22"/>
                <p:cNvSpPr txBox="1"/>
                <p:nvPr/>
              </p:nvSpPr>
              <p:spPr>
                <a:xfrm>
                  <a:off x="7156200" y="2231575"/>
                  <a:ext cx="1418400" cy="331800"/>
                </a:xfrm>
                <a:prstGeom prst="rect">
                  <a:avLst/>
                </a:prstGeom>
                <a:noFill/>
                <a:ln>
                  <a:noFill/>
                </a:ln>
              </p:spPr>
              <p:txBody>
                <a:bodyPr spcFirstLastPara="1" wrap="square" lIns="121900" tIns="121900" rIns="121900" bIns="121900" anchor="ctr" anchorCtr="0">
                  <a:noAutofit/>
                </a:bodyPr>
                <a:lstStyle/>
                <a:p>
                  <a:pPr algn="ctr"/>
                  <a:r>
                    <a:rPr lang="en-US" sz="2400" b="1" dirty="0">
                      <a:solidFill>
                        <a:schemeClr val="lt1"/>
                      </a:solidFill>
                      <a:latin typeface="Fira Sans Extra Condensed"/>
                      <a:ea typeface="Fira Sans Extra Condensed"/>
                      <a:cs typeface="Fira Sans Extra Condensed"/>
                      <a:sym typeface="Fira Sans Extra Condensed"/>
                    </a:rPr>
                    <a:t>15/04</a:t>
                  </a:r>
                </a:p>
              </p:txBody>
            </p:sp>
            <p:sp>
              <p:nvSpPr>
                <p:cNvPr id="502" name="Google Shape;502;p22"/>
                <p:cNvSpPr txBox="1"/>
                <p:nvPr/>
              </p:nvSpPr>
              <p:spPr>
                <a:xfrm>
                  <a:off x="6909137" y="2724023"/>
                  <a:ext cx="1912527" cy="720000"/>
                </a:xfrm>
                <a:prstGeom prst="rect">
                  <a:avLst/>
                </a:prstGeom>
                <a:noFill/>
                <a:ln>
                  <a:noFill/>
                </a:ln>
              </p:spPr>
              <p:txBody>
                <a:bodyPr spcFirstLastPara="1" wrap="square" lIns="121900" tIns="121900" rIns="121900" bIns="121900" anchor="ctr" anchorCtr="0">
                  <a:noAutofit/>
                </a:bodyPr>
                <a:lstStyle/>
                <a:p>
                  <a:pPr marL="3387" algn="ctr">
                    <a:buSzPts val="1400"/>
                  </a:pPr>
                  <a:r>
                    <a:rPr lang="ru-RU" sz="1400" b="1" dirty="0">
                      <a:latin typeface="Times New Roman" panose="02020603050405020304" pitchFamily="18" charset="0"/>
                      <a:ea typeface="Calibri" panose="020F0502020204030204" pitchFamily="34" charset="0"/>
                    </a:rPr>
                    <a:t>Проектирование архитектуры </a:t>
                  </a:r>
                  <a:r>
                    <a:rPr lang="en-US" sz="1400" b="1" dirty="0">
                      <a:latin typeface="Times New Roman" panose="02020603050405020304" pitchFamily="18" charset="0"/>
                      <a:ea typeface="Calibri" panose="020F0502020204030204" pitchFamily="34" charset="0"/>
                    </a:rPr>
                    <a:t>HRM</a:t>
                  </a:r>
                  <a:endParaRPr lang="ru-RU" sz="1067" dirty="0">
                    <a:latin typeface="Roboto"/>
                    <a:ea typeface="Roboto"/>
                    <a:cs typeface="Roboto"/>
                    <a:sym typeface="Roboto"/>
                  </a:endParaRPr>
                </a:p>
              </p:txBody>
            </p:sp>
            <p:sp>
              <p:nvSpPr>
                <p:cNvPr id="503" name="Google Shape;503;p22"/>
                <p:cNvSpPr/>
                <p:nvPr/>
              </p:nvSpPr>
              <p:spPr>
                <a:xfrm>
                  <a:off x="7542450" y="1371713"/>
                  <a:ext cx="645900" cy="645900"/>
                </a:xfrm>
                <a:prstGeom prst="ellipse">
                  <a:avLst/>
                </a:prstGeom>
                <a:solidFill>
                  <a:schemeClr val="accent6"/>
                </a:solidFill>
                <a:ln w="19050"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b="1">
                      <a:solidFill>
                        <a:srgbClr val="FFFFFF"/>
                      </a:solidFill>
                      <a:latin typeface="Fira Sans Extra Condensed"/>
                      <a:ea typeface="Fira Sans Extra Condensed"/>
                      <a:cs typeface="Fira Sans Extra Condensed"/>
                      <a:sym typeface="Fira Sans Extra Condensed"/>
                    </a:rPr>
                    <a:t>05</a:t>
                  </a:r>
                  <a:endParaRPr sz="2400" b="1">
                    <a:solidFill>
                      <a:srgbClr val="FFFFFF"/>
                    </a:solidFill>
                    <a:latin typeface="Fira Sans Extra Condensed"/>
                    <a:ea typeface="Fira Sans Extra Condensed"/>
                    <a:cs typeface="Fira Sans Extra Condensed"/>
                    <a:sym typeface="Fira Sans Extra Condensed"/>
                  </a:endParaRPr>
                </a:p>
              </p:txBody>
            </p:sp>
          </p:grpSp>
        </p:grpSp>
        <p:grpSp>
          <p:nvGrpSpPr>
            <p:cNvPr id="12" name="Группа 11">
              <a:extLst>
                <a:ext uri="{FF2B5EF4-FFF2-40B4-BE49-F238E27FC236}">
                  <a16:creationId xmlns:a16="http://schemas.microsoft.com/office/drawing/2014/main" id="{54DB9EF8-616D-00DA-C0A5-9534F3FDC43F}"/>
                </a:ext>
              </a:extLst>
            </p:cNvPr>
            <p:cNvGrpSpPr/>
            <p:nvPr/>
          </p:nvGrpSpPr>
          <p:grpSpPr>
            <a:xfrm>
              <a:off x="289130" y="689409"/>
              <a:ext cx="1788420" cy="2939156"/>
              <a:chOff x="330630" y="1013197"/>
              <a:chExt cx="1788420" cy="2939156"/>
            </a:xfrm>
          </p:grpSpPr>
          <p:grpSp>
            <p:nvGrpSpPr>
              <p:cNvPr id="482" name="Google Shape;482;p22"/>
              <p:cNvGrpSpPr/>
              <p:nvPr/>
            </p:nvGrpSpPr>
            <p:grpSpPr>
              <a:xfrm>
                <a:off x="413074" y="1013197"/>
                <a:ext cx="1695300" cy="1713450"/>
                <a:chOff x="404700" y="1253125"/>
                <a:chExt cx="1695300" cy="1713450"/>
              </a:xfrm>
            </p:grpSpPr>
            <p:sp>
              <p:nvSpPr>
                <p:cNvPr id="483" name="Google Shape;483;p22"/>
                <p:cNvSpPr/>
                <p:nvPr/>
              </p:nvSpPr>
              <p:spPr>
                <a:xfrm>
                  <a:off x="457200" y="1828375"/>
                  <a:ext cx="1642800" cy="1138200"/>
                </a:xfrm>
                <a:prstGeom prst="chevron">
                  <a:avLst>
                    <a:gd name="adj" fmla="val 16027"/>
                  </a:avLst>
                </a:prstGeom>
                <a:solidFill>
                  <a:schemeClr val="accent1"/>
                </a:solidFill>
                <a:ln>
                  <a:solidFill>
                    <a:schemeClr val="tx2">
                      <a:lumMod val="10000"/>
                      <a:lumOff val="90000"/>
                    </a:schemeClr>
                  </a:solidFill>
                </a:ln>
              </p:spPr>
              <p:txBody>
                <a:bodyPr spcFirstLastPara="1" wrap="square" lIns="121900" tIns="121900" rIns="121900" bIns="121900" anchor="ctr" anchorCtr="0">
                  <a:noAutofit/>
                </a:bodyPr>
                <a:lstStyle/>
                <a:p>
                  <a:endParaRPr sz="2400"/>
                </a:p>
              </p:txBody>
            </p:sp>
            <p:sp>
              <p:nvSpPr>
                <p:cNvPr id="484" name="Google Shape;484;p22"/>
                <p:cNvSpPr/>
                <p:nvPr/>
              </p:nvSpPr>
              <p:spPr>
                <a:xfrm>
                  <a:off x="404700" y="1253125"/>
                  <a:ext cx="105000" cy="105000"/>
                </a:xfrm>
                <a:prstGeom prst="ellipse">
                  <a:avLst/>
                </a:prstGeom>
                <a:noFill/>
                <a:ln>
                  <a:noFill/>
                </a:ln>
              </p:spPr>
              <p:txBody>
                <a:bodyPr spcFirstLastPara="1" wrap="square" lIns="121900" tIns="121900" rIns="121900" bIns="121900" anchor="ctr" anchorCtr="0">
                  <a:noAutofit/>
                </a:bodyPr>
                <a:lstStyle/>
                <a:p>
                  <a:endParaRPr sz="2400"/>
                </a:p>
              </p:txBody>
            </p:sp>
          </p:grpSp>
          <p:grpSp>
            <p:nvGrpSpPr>
              <p:cNvPr id="506" name="Google Shape;506;p22"/>
              <p:cNvGrpSpPr/>
              <p:nvPr/>
            </p:nvGrpSpPr>
            <p:grpSpPr>
              <a:xfrm>
                <a:off x="330630" y="1181466"/>
                <a:ext cx="1788420" cy="2770887"/>
                <a:chOff x="362756" y="1371713"/>
                <a:chExt cx="1788420" cy="2770887"/>
              </a:xfrm>
            </p:grpSpPr>
            <p:sp>
              <p:nvSpPr>
                <p:cNvPr id="507" name="Google Shape;507;p22"/>
                <p:cNvSpPr txBox="1"/>
                <p:nvPr/>
              </p:nvSpPr>
              <p:spPr>
                <a:xfrm>
                  <a:off x="569400" y="2231575"/>
                  <a:ext cx="1418400" cy="331800"/>
                </a:xfrm>
                <a:prstGeom prst="rect">
                  <a:avLst/>
                </a:prstGeom>
                <a:noFill/>
                <a:ln>
                  <a:noFill/>
                </a:ln>
              </p:spPr>
              <p:txBody>
                <a:bodyPr spcFirstLastPara="1" wrap="square" lIns="121900" tIns="121900" rIns="121900" bIns="121900" anchor="ctr" anchorCtr="0">
                  <a:noAutofit/>
                </a:bodyPr>
                <a:lstStyle/>
                <a:p>
                  <a:pPr algn="ctr"/>
                  <a:r>
                    <a:rPr lang="en" sz="2400" b="1" dirty="0">
                      <a:solidFill>
                        <a:schemeClr val="lt1"/>
                      </a:solidFill>
                      <a:latin typeface="Fira Sans Extra Condensed"/>
                      <a:ea typeface="Fira Sans Extra Condensed"/>
                      <a:cs typeface="Fira Sans Extra Condensed"/>
                      <a:sym typeface="Fira Sans Extra Condensed"/>
                    </a:rPr>
                    <a:t>18/03</a:t>
                  </a:r>
                  <a:endParaRPr sz="2400" b="1" dirty="0">
                    <a:solidFill>
                      <a:schemeClr val="lt1"/>
                    </a:solidFill>
                    <a:latin typeface="Fira Sans Extra Condensed"/>
                    <a:ea typeface="Fira Sans Extra Condensed"/>
                    <a:cs typeface="Fira Sans Extra Condensed"/>
                    <a:sym typeface="Fira Sans Extra Condensed"/>
                  </a:endParaRPr>
                </a:p>
              </p:txBody>
            </p:sp>
            <p:sp>
              <p:nvSpPr>
                <p:cNvPr id="508" name="Google Shape;508;p22"/>
                <p:cNvSpPr/>
                <p:nvPr/>
              </p:nvSpPr>
              <p:spPr>
                <a:xfrm>
                  <a:off x="955650" y="1371713"/>
                  <a:ext cx="645900" cy="645900"/>
                </a:xfrm>
                <a:prstGeom prst="ellipse">
                  <a:avLst/>
                </a:prstGeom>
                <a:solidFill>
                  <a:schemeClr val="accent1"/>
                </a:solidFill>
                <a:ln w="19050" cap="flat" cmpd="sng">
                  <a:solidFill>
                    <a:schemeClr val="tx2">
                      <a:lumMod val="10000"/>
                      <a:lumOff val="90000"/>
                    </a:schemeClr>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b="1">
                      <a:solidFill>
                        <a:srgbClr val="FFFFFF"/>
                      </a:solidFill>
                      <a:latin typeface="Fira Sans Extra Condensed"/>
                      <a:ea typeface="Fira Sans Extra Condensed"/>
                      <a:cs typeface="Fira Sans Extra Condensed"/>
                      <a:sym typeface="Fira Sans Extra Condensed"/>
                    </a:rPr>
                    <a:t>01</a:t>
                  </a:r>
                  <a:endParaRPr sz="2400" b="1">
                    <a:solidFill>
                      <a:srgbClr val="FFFFFF"/>
                    </a:solidFill>
                    <a:latin typeface="Fira Sans Extra Condensed"/>
                    <a:ea typeface="Fira Sans Extra Condensed"/>
                    <a:cs typeface="Fira Sans Extra Condensed"/>
                    <a:sym typeface="Fira Sans Extra Condensed"/>
                  </a:endParaRPr>
                </a:p>
              </p:txBody>
            </p:sp>
            <p:grpSp>
              <p:nvGrpSpPr>
                <p:cNvPr id="509" name="Google Shape;509;p22"/>
                <p:cNvGrpSpPr/>
                <p:nvPr/>
              </p:nvGrpSpPr>
              <p:grpSpPr>
                <a:xfrm>
                  <a:off x="362756" y="2767659"/>
                  <a:ext cx="1788420" cy="1374941"/>
                  <a:chOff x="362756" y="2767659"/>
                  <a:chExt cx="1788420" cy="1374941"/>
                </a:xfrm>
              </p:grpSpPr>
              <p:sp>
                <p:nvSpPr>
                  <p:cNvPr id="510" name="Google Shape;510;p22"/>
                  <p:cNvSpPr txBox="1"/>
                  <p:nvPr/>
                </p:nvSpPr>
                <p:spPr>
                  <a:xfrm>
                    <a:off x="362756" y="2767659"/>
                    <a:ext cx="1788420" cy="809400"/>
                  </a:xfrm>
                  <a:prstGeom prst="rect">
                    <a:avLst/>
                  </a:prstGeom>
                  <a:noFill/>
                  <a:ln>
                    <a:noFill/>
                  </a:ln>
                </p:spPr>
                <p:txBody>
                  <a:bodyPr spcFirstLastPara="1" wrap="square" lIns="121900" tIns="121900" rIns="121900" bIns="121900" anchor="ctr" anchorCtr="0">
                    <a:noAutofit/>
                  </a:bodyPr>
                  <a:lstStyle/>
                  <a:p>
                    <a:pPr marL="3387" algn="ctr">
                      <a:buSzPts val="1400"/>
                    </a:pPr>
                    <a:r>
                      <a:rPr lang="en-US" sz="1400" b="1" dirty="0" err="1">
                        <a:latin typeface="Times New Roman" panose="02020603050405020304" pitchFamily="18" charset="0"/>
                        <a:ea typeface="Calibri" panose="020F0502020204030204" pitchFamily="34" charset="0"/>
                      </a:rPr>
                      <a:t>Создание</a:t>
                    </a:r>
                    <a:r>
                      <a:rPr lang="en-US" sz="1400" b="1" dirty="0">
                        <a:latin typeface="Times New Roman" panose="02020603050405020304" pitchFamily="18" charset="0"/>
                        <a:ea typeface="Calibri" panose="020F0502020204030204" pitchFamily="34" charset="0"/>
                      </a:rPr>
                      <a:t> road map </a:t>
                    </a:r>
                    <a:r>
                      <a:rPr lang="en-US" sz="1400" b="1" dirty="0" err="1">
                        <a:latin typeface="Times New Roman" panose="02020603050405020304" pitchFamily="18" charset="0"/>
                        <a:ea typeface="Calibri" panose="020F0502020204030204" pitchFamily="34" charset="0"/>
                      </a:rPr>
                      <a:t>проекта</a:t>
                    </a:r>
                    <a:br>
                      <a:rPr lang="en-US" sz="1600" dirty="0">
                        <a:latin typeface="Times New Roman" panose="02020603050405020304" pitchFamily="18" charset="0"/>
                        <a:ea typeface="Calibri" panose="020F0502020204030204" pitchFamily="34" charset="0"/>
                      </a:rPr>
                    </a:br>
                    <a:endParaRPr sz="1400" dirty="0">
                      <a:latin typeface="Roboto"/>
                      <a:ea typeface="Roboto"/>
                      <a:cs typeface="Roboto"/>
                      <a:sym typeface="Roboto"/>
                    </a:endParaRPr>
                  </a:p>
                </p:txBody>
              </p:sp>
              <p:sp>
                <p:nvSpPr>
                  <p:cNvPr id="511" name="Google Shape;511;p22"/>
                  <p:cNvSpPr/>
                  <p:nvPr/>
                </p:nvSpPr>
                <p:spPr>
                  <a:xfrm>
                    <a:off x="404700" y="4037600"/>
                    <a:ext cx="105000" cy="105000"/>
                  </a:xfrm>
                  <a:prstGeom prst="ellipse">
                    <a:avLst/>
                  </a:prstGeom>
                  <a:noFill/>
                  <a:ln>
                    <a:noFill/>
                  </a:ln>
                </p:spPr>
                <p:txBody>
                  <a:bodyPr spcFirstLastPara="1" wrap="square" lIns="121900" tIns="121900" rIns="121900" bIns="121900" anchor="ctr" anchorCtr="0">
                    <a:noAutofit/>
                  </a:bodyPr>
                  <a:lstStyle/>
                  <a:p>
                    <a:endParaRPr sz="2400"/>
                  </a:p>
                </p:txBody>
              </p:sp>
            </p:grpSp>
          </p:grpSp>
        </p:grpSp>
        <p:grpSp>
          <p:nvGrpSpPr>
            <p:cNvPr id="16" name="Группа 15">
              <a:extLst>
                <a:ext uri="{FF2B5EF4-FFF2-40B4-BE49-F238E27FC236}">
                  <a16:creationId xmlns:a16="http://schemas.microsoft.com/office/drawing/2014/main" id="{12A2DB73-D24D-4217-2137-6AE41BAEC69F}"/>
                </a:ext>
              </a:extLst>
            </p:cNvPr>
            <p:cNvGrpSpPr/>
            <p:nvPr/>
          </p:nvGrpSpPr>
          <p:grpSpPr>
            <a:xfrm>
              <a:off x="3589907" y="868180"/>
              <a:ext cx="1799861" cy="2770887"/>
              <a:chOff x="3592230" y="1177931"/>
              <a:chExt cx="1799861" cy="2770887"/>
            </a:xfrm>
          </p:grpSpPr>
          <p:sp>
            <p:nvSpPr>
              <p:cNvPr id="490" name="Google Shape;490;p22"/>
              <p:cNvSpPr/>
              <p:nvPr/>
            </p:nvSpPr>
            <p:spPr>
              <a:xfrm>
                <a:off x="3716151" y="1568504"/>
                <a:ext cx="1642800" cy="1138200"/>
              </a:xfrm>
              <a:prstGeom prst="chevron">
                <a:avLst>
                  <a:gd name="adj" fmla="val 16027"/>
                </a:avLst>
              </a:prstGeom>
              <a:solidFill>
                <a:schemeClr val="accent3"/>
              </a:solidFill>
              <a:ln>
                <a:noFill/>
              </a:ln>
            </p:spPr>
            <p:txBody>
              <a:bodyPr spcFirstLastPara="1" wrap="square" lIns="121900" tIns="121900" rIns="121900" bIns="121900" anchor="ctr" anchorCtr="0">
                <a:noAutofit/>
              </a:bodyPr>
              <a:lstStyle/>
              <a:p>
                <a:endParaRPr sz="2400"/>
              </a:p>
            </p:txBody>
          </p:sp>
          <p:grpSp>
            <p:nvGrpSpPr>
              <p:cNvPr id="512" name="Google Shape;512;p22"/>
              <p:cNvGrpSpPr/>
              <p:nvPr/>
            </p:nvGrpSpPr>
            <p:grpSpPr>
              <a:xfrm>
                <a:off x="3592230" y="1177931"/>
                <a:ext cx="1799861" cy="2770887"/>
                <a:chOff x="3660729" y="1371713"/>
                <a:chExt cx="1799861" cy="2770887"/>
              </a:xfrm>
            </p:grpSpPr>
            <p:sp>
              <p:nvSpPr>
                <p:cNvPr id="513" name="Google Shape;513;p22"/>
                <p:cNvSpPr txBox="1"/>
                <p:nvPr/>
              </p:nvSpPr>
              <p:spPr>
                <a:xfrm>
                  <a:off x="3889947" y="2150495"/>
                  <a:ext cx="1418400" cy="331800"/>
                </a:xfrm>
                <a:prstGeom prst="rect">
                  <a:avLst/>
                </a:prstGeom>
                <a:noFill/>
                <a:ln>
                  <a:noFill/>
                </a:ln>
              </p:spPr>
              <p:txBody>
                <a:bodyPr spcFirstLastPara="1" wrap="square" lIns="121900" tIns="121900" rIns="121900" bIns="121900" anchor="ctr" anchorCtr="0">
                  <a:noAutofit/>
                </a:bodyPr>
                <a:lstStyle/>
                <a:p>
                  <a:pPr algn="ctr"/>
                  <a:r>
                    <a:rPr lang="en" sz="2400" b="1" dirty="0">
                      <a:solidFill>
                        <a:schemeClr val="lt1"/>
                      </a:solidFill>
                      <a:latin typeface="Fira Sans Extra Condensed"/>
                      <a:ea typeface="Fira Sans Extra Condensed"/>
                      <a:cs typeface="Fira Sans Extra Condensed"/>
                      <a:sym typeface="Fira Sans Extra Condensed"/>
                    </a:rPr>
                    <a:t>01/04</a:t>
                  </a:r>
                  <a:endParaRPr sz="2400" b="1" dirty="0">
                    <a:solidFill>
                      <a:schemeClr val="lt1"/>
                    </a:solidFill>
                    <a:latin typeface="Fira Sans Extra Condensed"/>
                    <a:ea typeface="Fira Sans Extra Condensed"/>
                    <a:cs typeface="Fira Sans Extra Condensed"/>
                    <a:sym typeface="Fira Sans Extra Condensed"/>
                  </a:endParaRPr>
                </a:p>
              </p:txBody>
            </p:sp>
            <p:sp>
              <p:nvSpPr>
                <p:cNvPr id="514" name="Google Shape;514;p22"/>
                <p:cNvSpPr/>
                <p:nvPr/>
              </p:nvSpPr>
              <p:spPr>
                <a:xfrm>
                  <a:off x="4249050" y="1371713"/>
                  <a:ext cx="645900" cy="645900"/>
                </a:xfrm>
                <a:prstGeom prst="ellipse">
                  <a:avLst/>
                </a:prstGeom>
                <a:solidFill>
                  <a:schemeClr val="accent3"/>
                </a:solidFill>
                <a:ln w="19050"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b="1">
                      <a:solidFill>
                        <a:srgbClr val="FFFFFF"/>
                      </a:solidFill>
                      <a:latin typeface="Fira Sans Extra Condensed"/>
                      <a:ea typeface="Fira Sans Extra Condensed"/>
                      <a:cs typeface="Fira Sans Extra Condensed"/>
                      <a:sym typeface="Fira Sans Extra Condensed"/>
                    </a:rPr>
                    <a:t>03</a:t>
                  </a:r>
                  <a:endParaRPr sz="2400" b="1">
                    <a:solidFill>
                      <a:srgbClr val="FFFFFF"/>
                    </a:solidFill>
                    <a:latin typeface="Fira Sans Extra Condensed"/>
                    <a:ea typeface="Fira Sans Extra Condensed"/>
                    <a:cs typeface="Fira Sans Extra Condensed"/>
                    <a:sym typeface="Fira Sans Extra Condensed"/>
                  </a:endParaRPr>
                </a:p>
              </p:txBody>
            </p:sp>
            <p:grpSp>
              <p:nvGrpSpPr>
                <p:cNvPr id="515" name="Google Shape;515;p22"/>
                <p:cNvGrpSpPr/>
                <p:nvPr/>
              </p:nvGrpSpPr>
              <p:grpSpPr>
                <a:xfrm>
                  <a:off x="3660729" y="2759699"/>
                  <a:ext cx="1799861" cy="1382901"/>
                  <a:chOff x="3660729" y="2759699"/>
                  <a:chExt cx="1799861" cy="1382901"/>
                </a:xfrm>
              </p:grpSpPr>
              <p:sp>
                <p:nvSpPr>
                  <p:cNvPr id="516" name="Google Shape;516;p22"/>
                  <p:cNvSpPr txBox="1"/>
                  <p:nvPr/>
                </p:nvSpPr>
                <p:spPr>
                  <a:xfrm>
                    <a:off x="3660729" y="2759699"/>
                    <a:ext cx="1799861" cy="720000"/>
                  </a:xfrm>
                  <a:prstGeom prst="rect">
                    <a:avLst/>
                  </a:prstGeom>
                  <a:noFill/>
                  <a:ln>
                    <a:noFill/>
                  </a:ln>
                </p:spPr>
                <p:txBody>
                  <a:bodyPr spcFirstLastPara="1" wrap="square" lIns="121900" tIns="121900" rIns="121900" bIns="121900" anchor="ctr" anchorCtr="0">
                    <a:noAutofit/>
                  </a:bodyPr>
                  <a:lstStyle/>
                  <a:p>
                    <a:pPr marL="3387" algn="ctr">
                      <a:buSzPts val="1400"/>
                    </a:pPr>
                    <a:r>
                      <a:rPr lang="ru-RU" sz="1100" b="1" dirty="0">
                        <a:latin typeface="Times New Roman" panose="02020603050405020304" pitchFamily="18" charset="0"/>
                        <a:ea typeface="Calibri" panose="020F0502020204030204" pitchFamily="34" charset="0"/>
                      </a:rPr>
                      <a:t>Анализ структуры и текущей системы (AS-IS)</a:t>
                    </a:r>
                    <a:endParaRPr lang="en-US" sz="1000" dirty="0">
                      <a:latin typeface="Roboto"/>
                      <a:ea typeface="Roboto"/>
                      <a:cs typeface="Roboto"/>
                      <a:sym typeface="Roboto"/>
                    </a:endParaRPr>
                  </a:p>
                </p:txBody>
              </p:sp>
              <p:sp>
                <p:nvSpPr>
                  <p:cNvPr id="517" name="Google Shape;517;p22"/>
                  <p:cNvSpPr/>
                  <p:nvPr/>
                </p:nvSpPr>
                <p:spPr>
                  <a:xfrm>
                    <a:off x="5292300" y="4037600"/>
                    <a:ext cx="105000" cy="105000"/>
                  </a:xfrm>
                  <a:prstGeom prst="ellipse">
                    <a:avLst/>
                  </a:prstGeom>
                  <a:noFill/>
                  <a:ln>
                    <a:noFill/>
                  </a:ln>
                </p:spPr>
                <p:txBody>
                  <a:bodyPr spcFirstLastPara="1" wrap="square" lIns="121900" tIns="121900" rIns="121900" bIns="121900" anchor="ctr" anchorCtr="0">
                    <a:noAutofit/>
                  </a:bodyPr>
                  <a:lstStyle/>
                  <a:p>
                    <a:endParaRPr sz="2400"/>
                  </a:p>
                </p:txBody>
              </p:sp>
            </p:grpSp>
          </p:grpSp>
        </p:grpSp>
      </p:grpSp>
      <p:cxnSp>
        <p:nvCxnSpPr>
          <p:cNvPr id="520" name="Google Shape;520;p22"/>
          <p:cNvCxnSpPr>
            <a:cxnSpLocks/>
            <a:stCxn id="484" idx="0"/>
            <a:endCxn id="504" idx="1"/>
          </p:cNvCxnSpPr>
          <p:nvPr/>
        </p:nvCxnSpPr>
        <p:spPr>
          <a:xfrm rot="16200000" flipH="1">
            <a:off x="660924" y="620473"/>
            <a:ext cx="103166" cy="392190"/>
          </a:xfrm>
          <a:prstGeom prst="bentConnector4">
            <a:avLst>
              <a:gd name="adj1" fmla="val -221585"/>
              <a:gd name="adj2" fmla="val 58924"/>
            </a:avLst>
          </a:prstGeom>
          <a:noFill/>
          <a:ln w="9525" cap="flat" cmpd="sng">
            <a:solidFill>
              <a:schemeClr val="dk2"/>
            </a:solidFill>
            <a:prstDash val="solid"/>
            <a:round/>
            <a:headEnd type="none" w="med" len="med"/>
            <a:tailEnd type="none" w="med" len="med"/>
          </a:ln>
        </p:spPr>
      </p:cxnSp>
      <p:cxnSp>
        <p:nvCxnSpPr>
          <p:cNvPr id="521" name="Google Shape;521;p22"/>
          <p:cNvCxnSpPr>
            <a:cxnSpLocks/>
            <a:stCxn id="504" idx="3"/>
            <a:endCxn id="487" idx="0"/>
          </p:cNvCxnSpPr>
          <p:nvPr/>
        </p:nvCxnSpPr>
        <p:spPr>
          <a:xfrm flipV="1">
            <a:off x="11129715" y="743525"/>
            <a:ext cx="392191" cy="124626"/>
          </a:xfrm>
          <a:prstGeom prst="bentConnector4">
            <a:avLst>
              <a:gd name="adj1" fmla="val 41076"/>
              <a:gd name="adj2" fmla="val 360920"/>
            </a:avLst>
          </a:prstGeom>
          <a:noFill/>
          <a:ln w="9525" cap="flat" cmpd="sng">
            <a:solidFill>
              <a:schemeClr val="dk2"/>
            </a:solidFill>
            <a:prstDash val="solid"/>
            <a:round/>
            <a:headEnd type="none" w="med" len="med"/>
            <a:tailEnd type="none" w="med" len="med"/>
          </a:ln>
        </p:spPr>
      </p:cxnSp>
      <p:grpSp>
        <p:nvGrpSpPr>
          <p:cNvPr id="20" name="Группа 19">
            <a:extLst>
              <a:ext uri="{FF2B5EF4-FFF2-40B4-BE49-F238E27FC236}">
                <a16:creationId xmlns:a16="http://schemas.microsoft.com/office/drawing/2014/main" id="{BCB49B34-5B98-C335-5B2F-ADAFE44285D1}"/>
              </a:ext>
            </a:extLst>
          </p:cNvPr>
          <p:cNvGrpSpPr/>
          <p:nvPr/>
        </p:nvGrpSpPr>
        <p:grpSpPr>
          <a:xfrm>
            <a:off x="321431" y="3366313"/>
            <a:ext cx="11222628" cy="3954337"/>
            <a:chOff x="313723" y="673314"/>
            <a:chExt cx="8416971" cy="2965753"/>
          </a:xfrm>
        </p:grpSpPr>
        <p:grpSp>
          <p:nvGrpSpPr>
            <p:cNvPr id="21" name="Группа 20">
              <a:extLst>
                <a:ext uri="{FF2B5EF4-FFF2-40B4-BE49-F238E27FC236}">
                  <a16:creationId xmlns:a16="http://schemas.microsoft.com/office/drawing/2014/main" id="{A8CC3775-B3FA-5B2A-041E-46828A0192B8}"/>
                </a:ext>
              </a:extLst>
            </p:cNvPr>
            <p:cNvGrpSpPr/>
            <p:nvPr/>
          </p:nvGrpSpPr>
          <p:grpSpPr>
            <a:xfrm>
              <a:off x="2065355" y="895106"/>
              <a:ext cx="1642800" cy="2170473"/>
              <a:chOff x="2077800" y="1169092"/>
              <a:chExt cx="1642800" cy="2170473"/>
            </a:xfrm>
          </p:grpSpPr>
          <p:sp>
            <p:nvSpPr>
              <p:cNvPr id="54" name="Google Shape;489;p22">
                <a:extLst>
                  <a:ext uri="{FF2B5EF4-FFF2-40B4-BE49-F238E27FC236}">
                    <a16:creationId xmlns:a16="http://schemas.microsoft.com/office/drawing/2014/main" id="{9E118587-8C3A-7F1C-2BDE-2E390322C32D}"/>
                  </a:ext>
                </a:extLst>
              </p:cNvPr>
              <p:cNvSpPr/>
              <p:nvPr/>
            </p:nvSpPr>
            <p:spPr>
              <a:xfrm>
                <a:off x="2077800" y="1553513"/>
                <a:ext cx="1642800" cy="1138200"/>
              </a:xfrm>
              <a:prstGeom prst="chevron">
                <a:avLst>
                  <a:gd name="adj" fmla="val 16027"/>
                </a:avLst>
              </a:prstGeom>
              <a:solidFill>
                <a:schemeClr val="accent2"/>
              </a:solidFill>
              <a:ln>
                <a:noFill/>
              </a:ln>
            </p:spPr>
            <p:txBody>
              <a:bodyPr spcFirstLastPara="1" wrap="square" lIns="121900" tIns="121900" rIns="121900" bIns="121900" anchor="ctr" anchorCtr="0">
                <a:noAutofit/>
              </a:bodyPr>
              <a:lstStyle/>
              <a:p>
                <a:endParaRPr sz="2400"/>
              </a:p>
            </p:txBody>
          </p:sp>
          <p:grpSp>
            <p:nvGrpSpPr>
              <p:cNvPr id="55" name="Google Shape;492;p22">
                <a:extLst>
                  <a:ext uri="{FF2B5EF4-FFF2-40B4-BE49-F238E27FC236}">
                    <a16:creationId xmlns:a16="http://schemas.microsoft.com/office/drawing/2014/main" id="{3F595CEB-55B6-CA59-C2F3-7BFF1DD4D14C}"/>
                  </a:ext>
                </a:extLst>
              </p:cNvPr>
              <p:cNvGrpSpPr/>
              <p:nvPr/>
            </p:nvGrpSpPr>
            <p:grpSpPr>
              <a:xfrm>
                <a:off x="2118342" y="1169092"/>
                <a:ext cx="1572122" cy="2170473"/>
                <a:chOff x="2139239" y="1371713"/>
                <a:chExt cx="1572122" cy="2170473"/>
              </a:xfrm>
            </p:grpSpPr>
            <p:sp>
              <p:nvSpPr>
                <p:cNvPr id="56" name="Google Shape;493;p22">
                  <a:extLst>
                    <a:ext uri="{FF2B5EF4-FFF2-40B4-BE49-F238E27FC236}">
                      <a16:creationId xmlns:a16="http://schemas.microsoft.com/office/drawing/2014/main" id="{F2345FC0-F8BE-29BF-9F8C-B4104C9E49FD}"/>
                    </a:ext>
                  </a:extLst>
                </p:cNvPr>
                <p:cNvSpPr txBox="1"/>
                <p:nvPr/>
              </p:nvSpPr>
              <p:spPr>
                <a:xfrm>
                  <a:off x="2238278" y="2164233"/>
                  <a:ext cx="1418400" cy="331800"/>
                </a:xfrm>
                <a:prstGeom prst="rect">
                  <a:avLst/>
                </a:prstGeom>
                <a:noFill/>
                <a:ln>
                  <a:noFill/>
                </a:ln>
              </p:spPr>
              <p:txBody>
                <a:bodyPr spcFirstLastPara="1" wrap="square" lIns="121900" tIns="121900" rIns="121900" bIns="121900" anchor="ctr" anchorCtr="0">
                  <a:noAutofit/>
                </a:bodyPr>
                <a:lstStyle/>
                <a:p>
                  <a:pPr algn="ctr"/>
                  <a:r>
                    <a:rPr lang="vi-VN" sz="2400" b="1" dirty="0">
                      <a:solidFill>
                        <a:schemeClr val="lt1"/>
                      </a:solidFill>
                      <a:latin typeface="Fira Sans Extra Condensed"/>
                      <a:ea typeface="Fira Sans Extra Condensed"/>
                      <a:cs typeface="Fira Sans Extra Condensed"/>
                      <a:sym typeface="Fira Sans Extra Condensed"/>
                    </a:rPr>
                    <a:t>22</a:t>
                  </a:r>
                  <a:r>
                    <a:rPr lang="en" sz="2400" b="1" dirty="0">
                      <a:solidFill>
                        <a:schemeClr val="lt1"/>
                      </a:solidFill>
                      <a:latin typeface="Fira Sans Extra Condensed"/>
                      <a:ea typeface="Fira Sans Extra Condensed"/>
                      <a:cs typeface="Fira Sans Extra Condensed"/>
                      <a:sym typeface="Fira Sans Extra Condensed"/>
                    </a:rPr>
                    <a:t>/</a:t>
                  </a:r>
                  <a:r>
                    <a:rPr lang="vi-VN" sz="2400" b="1" dirty="0">
                      <a:solidFill>
                        <a:schemeClr val="lt1"/>
                      </a:solidFill>
                      <a:latin typeface="Fira Sans Extra Condensed"/>
                      <a:ea typeface="Fira Sans Extra Condensed"/>
                      <a:cs typeface="Fira Sans Extra Condensed"/>
                      <a:sym typeface="Fira Sans Extra Condensed"/>
                    </a:rPr>
                    <a:t>04</a:t>
                  </a:r>
                  <a:endParaRPr sz="2400" b="1" dirty="0">
                    <a:solidFill>
                      <a:schemeClr val="lt1"/>
                    </a:solidFill>
                    <a:latin typeface="Fira Sans Extra Condensed"/>
                    <a:ea typeface="Fira Sans Extra Condensed"/>
                    <a:cs typeface="Fira Sans Extra Condensed"/>
                    <a:sym typeface="Fira Sans Extra Condensed"/>
                  </a:endParaRPr>
                </a:p>
              </p:txBody>
            </p:sp>
            <p:sp>
              <p:nvSpPr>
                <p:cNvPr id="57" name="Google Shape;494;p22">
                  <a:extLst>
                    <a:ext uri="{FF2B5EF4-FFF2-40B4-BE49-F238E27FC236}">
                      <a16:creationId xmlns:a16="http://schemas.microsoft.com/office/drawing/2014/main" id="{B69BC64F-B338-C795-7A10-65D631044045}"/>
                    </a:ext>
                  </a:extLst>
                </p:cNvPr>
                <p:cNvSpPr txBox="1"/>
                <p:nvPr/>
              </p:nvSpPr>
              <p:spPr>
                <a:xfrm>
                  <a:off x="2139239" y="2822186"/>
                  <a:ext cx="1572122" cy="720000"/>
                </a:xfrm>
                <a:prstGeom prst="rect">
                  <a:avLst/>
                </a:prstGeom>
                <a:noFill/>
                <a:ln>
                  <a:noFill/>
                </a:ln>
              </p:spPr>
              <p:txBody>
                <a:bodyPr spcFirstLastPara="1" wrap="square" lIns="121900" tIns="121900" rIns="121900" bIns="121900" anchor="ctr" anchorCtr="0">
                  <a:noAutofit/>
                </a:bodyPr>
                <a:lstStyle/>
                <a:p>
                  <a:pPr marL="3387" algn="ctr">
                    <a:buSzPts val="1400"/>
                  </a:pPr>
                  <a:r>
                    <a:rPr lang="ru-RU" sz="1333" b="1" dirty="0">
                      <a:latin typeface="Times New Roman" panose="02020603050405020304" pitchFamily="18" charset="0"/>
                      <a:ea typeface="Calibri" panose="020F0502020204030204" pitchFamily="34" charset="0"/>
                    </a:rPr>
                    <a:t>Разработка MVP и техническая документация</a:t>
                  </a:r>
                  <a:endParaRPr lang="ru-RU" sz="400" dirty="0">
                    <a:latin typeface="Roboto"/>
                    <a:ea typeface="Roboto"/>
                    <a:cs typeface="Roboto"/>
                    <a:sym typeface="Roboto"/>
                  </a:endParaRPr>
                </a:p>
              </p:txBody>
            </p:sp>
            <p:sp>
              <p:nvSpPr>
                <p:cNvPr id="58" name="Google Shape;495;p22">
                  <a:extLst>
                    <a:ext uri="{FF2B5EF4-FFF2-40B4-BE49-F238E27FC236}">
                      <a16:creationId xmlns:a16="http://schemas.microsoft.com/office/drawing/2014/main" id="{A9BCE594-F3FB-145B-3AE6-EAAA09B632C6}"/>
                    </a:ext>
                  </a:extLst>
                </p:cNvPr>
                <p:cNvSpPr/>
                <p:nvPr/>
              </p:nvSpPr>
              <p:spPr>
                <a:xfrm>
                  <a:off x="2602350" y="1371713"/>
                  <a:ext cx="645900" cy="645900"/>
                </a:xfrm>
                <a:prstGeom prst="ellipse">
                  <a:avLst/>
                </a:prstGeom>
                <a:solidFill>
                  <a:schemeClr val="accent2"/>
                </a:solidFill>
                <a:ln w="19050"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gn="ctr"/>
                  <a:r>
                    <a:rPr lang="vi-VN" sz="2400" b="1" dirty="0">
                      <a:solidFill>
                        <a:srgbClr val="FFFFFF"/>
                      </a:solidFill>
                      <a:latin typeface="Fira Sans Extra Condensed"/>
                      <a:ea typeface="Fira Sans Extra Condensed"/>
                      <a:cs typeface="Fira Sans Extra Condensed"/>
                      <a:sym typeface="Fira Sans Extra Condensed"/>
                    </a:rPr>
                    <a:t>07</a:t>
                  </a:r>
                  <a:endParaRPr sz="2400" b="1" dirty="0">
                    <a:solidFill>
                      <a:srgbClr val="FFFFFF"/>
                    </a:solidFill>
                    <a:latin typeface="Fira Sans Extra Condensed"/>
                    <a:ea typeface="Fira Sans Extra Condensed"/>
                    <a:cs typeface="Fira Sans Extra Condensed"/>
                    <a:sym typeface="Fira Sans Extra Condensed"/>
                  </a:endParaRPr>
                </a:p>
              </p:txBody>
            </p:sp>
          </p:grpSp>
        </p:grpSp>
        <p:grpSp>
          <p:nvGrpSpPr>
            <p:cNvPr id="22" name="Группа 21">
              <a:extLst>
                <a:ext uri="{FF2B5EF4-FFF2-40B4-BE49-F238E27FC236}">
                  <a16:creationId xmlns:a16="http://schemas.microsoft.com/office/drawing/2014/main" id="{92545D83-4D7B-9404-26D3-D7429D7193AF}"/>
                </a:ext>
              </a:extLst>
            </p:cNvPr>
            <p:cNvGrpSpPr/>
            <p:nvPr/>
          </p:nvGrpSpPr>
          <p:grpSpPr>
            <a:xfrm>
              <a:off x="5209208" y="868180"/>
              <a:ext cx="1787182" cy="2075800"/>
              <a:chOff x="5210370" y="1177931"/>
              <a:chExt cx="1787182" cy="2075800"/>
            </a:xfrm>
          </p:grpSpPr>
          <p:sp>
            <p:nvSpPr>
              <p:cNvPr id="49" name="Google Shape;491;p22">
                <a:extLst>
                  <a:ext uri="{FF2B5EF4-FFF2-40B4-BE49-F238E27FC236}">
                    <a16:creationId xmlns:a16="http://schemas.microsoft.com/office/drawing/2014/main" id="{7E8E2991-9692-6083-A32A-5410FBE973E9}"/>
                  </a:ext>
                </a:extLst>
              </p:cNvPr>
              <p:cNvSpPr/>
              <p:nvPr/>
            </p:nvSpPr>
            <p:spPr>
              <a:xfrm>
                <a:off x="5354752" y="1553513"/>
                <a:ext cx="1642800" cy="1138200"/>
              </a:xfrm>
              <a:prstGeom prst="chevron">
                <a:avLst>
                  <a:gd name="adj" fmla="val 16027"/>
                </a:avLst>
              </a:prstGeom>
              <a:solidFill>
                <a:schemeClr val="accent4"/>
              </a:solidFill>
              <a:ln>
                <a:noFill/>
              </a:ln>
            </p:spPr>
            <p:txBody>
              <a:bodyPr spcFirstLastPara="1" wrap="square" lIns="121900" tIns="121900" rIns="121900" bIns="121900" anchor="ctr" anchorCtr="0">
                <a:noAutofit/>
              </a:bodyPr>
              <a:lstStyle/>
              <a:p>
                <a:endParaRPr sz="2400"/>
              </a:p>
            </p:txBody>
          </p:sp>
          <p:grpSp>
            <p:nvGrpSpPr>
              <p:cNvPr id="50" name="Google Shape;496;p22">
                <a:extLst>
                  <a:ext uri="{FF2B5EF4-FFF2-40B4-BE49-F238E27FC236}">
                    <a16:creationId xmlns:a16="http://schemas.microsoft.com/office/drawing/2014/main" id="{D840DC8F-D499-DF2F-7FFA-74CDA43D7EAC}"/>
                  </a:ext>
                </a:extLst>
              </p:cNvPr>
              <p:cNvGrpSpPr/>
              <p:nvPr/>
            </p:nvGrpSpPr>
            <p:grpSpPr>
              <a:xfrm>
                <a:off x="5210370" y="1177931"/>
                <a:ext cx="1787182" cy="2075800"/>
                <a:chOff x="5264818" y="1371713"/>
                <a:chExt cx="1787182" cy="2075800"/>
              </a:xfrm>
            </p:grpSpPr>
            <p:sp>
              <p:nvSpPr>
                <p:cNvPr id="51" name="Google Shape;497;p22">
                  <a:extLst>
                    <a:ext uri="{FF2B5EF4-FFF2-40B4-BE49-F238E27FC236}">
                      <a16:creationId xmlns:a16="http://schemas.microsoft.com/office/drawing/2014/main" id="{397DA855-3D87-8FC4-D0F3-F6815CCDE359}"/>
                    </a:ext>
                  </a:extLst>
                </p:cNvPr>
                <p:cNvSpPr txBox="1"/>
                <p:nvPr/>
              </p:nvSpPr>
              <p:spPr>
                <a:xfrm>
                  <a:off x="5500670" y="2186869"/>
                  <a:ext cx="1418400" cy="331800"/>
                </a:xfrm>
                <a:prstGeom prst="rect">
                  <a:avLst/>
                </a:prstGeom>
                <a:noFill/>
                <a:ln>
                  <a:noFill/>
                </a:ln>
              </p:spPr>
              <p:txBody>
                <a:bodyPr spcFirstLastPara="1" wrap="square" lIns="121900" tIns="121900" rIns="121900" bIns="121900" anchor="ctr" anchorCtr="0">
                  <a:noAutofit/>
                </a:bodyPr>
                <a:lstStyle/>
                <a:p>
                  <a:pPr algn="ctr"/>
                  <a:r>
                    <a:rPr lang="vi-VN" sz="2400" b="1" dirty="0">
                      <a:solidFill>
                        <a:schemeClr val="lt1"/>
                      </a:solidFill>
                      <a:latin typeface="Fira Sans Extra Condensed"/>
                      <a:ea typeface="Fira Sans Extra Condensed"/>
                      <a:cs typeface="Fira Sans Extra Condensed"/>
                      <a:sym typeface="Fira Sans Extra Condensed"/>
                    </a:rPr>
                    <a:t>29</a:t>
                  </a:r>
                  <a:r>
                    <a:rPr lang="en-US" sz="2400" b="1" dirty="0">
                      <a:solidFill>
                        <a:schemeClr val="lt1"/>
                      </a:solidFill>
                      <a:latin typeface="Fira Sans Extra Condensed"/>
                      <a:ea typeface="Fira Sans Extra Condensed"/>
                      <a:cs typeface="Fira Sans Extra Condensed"/>
                      <a:sym typeface="Fira Sans Extra Condensed"/>
                    </a:rPr>
                    <a:t>/04</a:t>
                  </a:r>
                </a:p>
              </p:txBody>
            </p:sp>
            <p:sp>
              <p:nvSpPr>
                <p:cNvPr id="52" name="Google Shape;498;p22">
                  <a:extLst>
                    <a:ext uri="{FF2B5EF4-FFF2-40B4-BE49-F238E27FC236}">
                      <a16:creationId xmlns:a16="http://schemas.microsoft.com/office/drawing/2014/main" id="{77B6C299-F47E-A65A-5BA3-9083AE0286BA}"/>
                    </a:ext>
                  </a:extLst>
                </p:cNvPr>
                <p:cNvSpPr txBox="1"/>
                <p:nvPr/>
              </p:nvSpPr>
              <p:spPr>
                <a:xfrm>
                  <a:off x="5264818" y="2727513"/>
                  <a:ext cx="1787182" cy="720000"/>
                </a:xfrm>
                <a:prstGeom prst="rect">
                  <a:avLst/>
                </a:prstGeom>
                <a:noFill/>
                <a:ln>
                  <a:noFill/>
                </a:ln>
              </p:spPr>
              <p:txBody>
                <a:bodyPr spcFirstLastPara="1" wrap="square" lIns="121900" tIns="121900" rIns="121900" bIns="121900" anchor="ctr" anchorCtr="0">
                  <a:noAutofit/>
                </a:bodyPr>
                <a:lstStyle/>
                <a:p>
                  <a:pPr marL="3387" algn="ctr">
                    <a:buSzPts val="1400"/>
                  </a:pPr>
                  <a:r>
                    <a:rPr lang="ru-RU" sz="1333" b="1" dirty="0">
                      <a:latin typeface="Times New Roman" panose="02020603050405020304" pitchFamily="18" charset="0"/>
                      <a:ea typeface="Calibri" panose="020F0502020204030204" pitchFamily="34" charset="0"/>
                    </a:rPr>
                    <a:t>Внедрение и обучение персонала</a:t>
                  </a:r>
                  <a:endParaRPr lang="ru-RU" sz="667" dirty="0">
                    <a:latin typeface="Roboto"/>
                    <a:ea typeface="Roboto"/>
                    <a:cs typeface="Roboto"/>
                    <a:sym typeface="Roboto"/>
                  </a:endParaRPr>
                </a:p>
              </p:txBody>
            </p:sp>
            <p:sp>
              <p:nvSpPr>
                <p:cNvPr id="53" name="Google Shape;499;p22">
                  <a:extLst>
                    <a:ext uri="{FF2B5EF4-FFF2-40B4-BE49-F238E27FC236}">
                      <a16:creationId xmlns:a16="http://schemas.microsoft.com/office/drawing/2014/main" id="{F446EA53-6524-1B51-6DF0-CCB3FC9327F5}"/>
                    </a:ext>
                  </a:extLst>
                </p:cNvPr>
                <p:cNvSpPr/>
                <p:nvPr/>
              </p:nvSpPr>
              <p:spPr>
                <a:xfrm>
                  <a:off x="5895750" y="1371713"/>
                  <a:ext cx="645900" cy="645900"/>
                </a:xfrm>
                <a:prstGeom prst="ellipse">
                  <a:avLst/>
                </a:prstGeom>
                <a:solidFill>
                  <a:schemeClr val="accent4"/>
                </a:solidFill>
                <a:ln w="19050"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gn="ctr"/>
                  <a:r>
                    <a:rPr lang="vi-VN" sz="2400" b="1" dirty="0">
                      <a:solidFill>
                        <a:srgbClr val="FFFFFF"/>
                      </a:solidFill>
                      <a:latin typeface="Fira Sans Extra Condensed"/>
                      <a:ea typeface="Fira Sans Extra Condensed"/>
                      <a:cs typeface="Fira Sans Extra Condensed"/>
                      <a:sym typeface="Fira Sans Extra Condensed"/>
                    </a:rPr>
                    <a:t>09</a:t>
                  </a:r>
                  <a:endParaRPr sz="2400" b="1" dirty="0">
                    <a:solidFill>
                      <a:srgbClr val="FFFFFF"/>
                    </a:solidFill>
                    <a:latin typeface="Fira Sans Extra Condensed"/>
                    <a:ea typeface="Fira Sans Extra Condensed"/>
                    <a:cs typeface="Fira Sans Extra Condensed"/>
                    <a:sym typeface="Fira Sans Extra Condensed"/>
                  </a:endParaRPr>
                </a:p>
              </p:txBody>
            </p:sp>
          </p:grpSp>
        </p:grpSp>
        <p:grpSp>
          <p:nvGrpSpPr>
            <p:cNvPr id="23" name="Группа 22">
              <a:extLst>
                <a:ext uri="{FF2B5EF4-FFF2-40B4-BE49-F238E27FC236}">
                  <a16:creationId xmlns:a16="http://schemas.microsoft.com/office/drawing/2014/main" id="{6BEA46B9-DC2C-0F50-6D90-F6690A090FE5}"/>
                </a:ext>
              </a:extLst>
            </p:cNvPr>
            <p:cNvGrpSpPr/>
            <p:nvPr/>
          </p:nvGrpSpPr>
          <p:grpSpPr>
            <a:xfrm>
              <a:off x="6980735" y="673314"/>
              <a:ext cx="1749959" cy="2286433"/>
              <a:chOff x="6975448" y="967106"/>
              <a:chExt cx="1749959" cy="2286433"/>
            </a:xfrm>
          </p:grpSpPr>
          <p:grpSp>
            <p:nvGrpSpPr>
              <p:cNvPr id="42" name="Google Shape;485;p22">
                <a:extLst>
                  <a:ext uri="{FF2B5EF4-FFF2-40B4-BE49-F238E27FC236}">
                    <a16:creationId xmlns:a16="http://schemas.microsoft.com/office/drawing/2014/main" id="{33EA935D-7C48-3614-917E-91D22334D634}"/>
                  </a:ext>
                </a:extLst>
              </p:cNvPr>
              <p:cNvGrpSpPr/>
              <p:nvPr/>
            </p:nvGrpSpPr>
            <p:grpSpPr>
              <a:xfrm>
                <a:off x="7030107" y="967106"/>
                <a:ext cx="1695300" cy="1713450"/>
                <a:chOff x="7044000" y="1253125"/>
                <a:chExt cx="1695300" cy="1713450"/>
              </a:xfrm>
            </p:grpSpPr>
            <p:sp>
              <p:nvSpPr>
                <p:cNvPr id="47" name="Google Shape;486;p22">
                  <a:extLst>
                    <a:ext uri="{FF2B5EF4-FFF2-40B4-BE49-F238E27FC236}">
                      <a16:creationId xmlns:a16="http://schemas.microsoft.com/office/drawing/2014/main" id="{478B55C8-06E0-8137-673F-1FB083FF7BDF}"/>
                    </a:ext>
                  </a:extLst>
                </p:cNvPr>
                <p:cNvSpPr/>
                <p:nvPr/>
              </p:nvSpPr>
              <p:spPr>
                <a:xfrm>
                  <a:off x="7044000" y="1828375"/>
                  <a:ext cx="1642800" cy="1138200"/>
                </a:xfrm>
                <a:prstGeom prst="chevron">
                  <a:avLst>
                    <a:gd name="adj" fmla="val 16027"/>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48" name="Google Shape;487;p22">
                  <a:extLst>
                    <a:ext uri="{FF2B5EF4-FFF2-40B4-BE49-F238E27FC236}">
                      <a16:creationId xmlns:a16="http://schemas.microsoft.com/office/drawing/2014/main" id="{7E6056EA-DFFC-FB38-8C07-2FC45511E80F}"/>
                    </a:ext>
                  </a:extLst>
                </p:cNvPr>
                <p:cNvSpPr/>
                <p:nvPr/>
              </p:nvSpPr>
              <p:spPr>
                <a:xfrm>
                  <a:off x="8634300" y="1253125"/>
                  <a:ext cx="105000" cy="105000"/>
                </a:xfrm>
                <a:prstGeom prst="ellipse">
                  <a:avLst/>
                </a:prstGeom>
                <a:noFill/>
                <a:ln>
                  <a:noFill/>
                </a:ln>
              </p:spPr>
              <p:txBody>
                <a:bodyPr spcFirstLastPara="1" wrap="square" lIns="121900" tIns="121900" rIns="121900" bIns="121900" anchor="ctr" anchorCtr="0">
                  <a:noAutofit/>
                </a:bodyPr>
                <a:lstStyle/>
                <a:p>
                  <a:endParaRPr sz="2400"/>
                </a:p>
              </p:txBody>
            </p:sp>
          </p:grpSp>
          <p:grpSp>
            <p:nvGrpSpPr>
              <p:cNvPr id="43" name="Google Shape;500;p22">
                <a:extLst>
                  <a:ext uri="{FF2B5EF4-FFF2-40B4-BE49-F238E27FC236}">
                    <a16:creationId xmlns:a16="http://schemas.microsoft.com/office/drawing/2014/main" id="{DED7C589-1321-FAAA-14AF-4DF5015FF0FB}"/>
                  </a:ext>
                </a:extLst>
              </p:cNvPr>
              <p:cNvGrpSpPr/>
              <p:nvPr/>
            </p:nvGrpSpPr>
            <p:grpSpPr>
              <a:xfrm>
                <a:off x="6975448" y="1182208"/>
                <a:ext cx="1642800" cy="2071331"/>
                <a:chOff x="6992045" y="1371713"/>
                <a:chExt cx="1642800" cy="2071331"/>
              </a:xfrm>
            </p:grpSpPr>
            <p:sp>
              <p:nvSpPr>
                <p:cNvPr id="44" name="Google Shape;501;p22">
                  <a:extLst>
                    <a:ext uri="{FF2B5EF4-FFF2-40B4-BE49-F238E27FC236}">
                      <a16:creationId xmlns:a16="http://schemas.microsoft.com/office/drawing/2014/main" id="{9D31840E-B181-2EFA-F009-97A76CF6BA57}"/>
                    </a:ext>
                  </a:extLst>
                </p:cNvPr>
                <p:cNvSpPr txBox="1"/>
                <p:nvPr/>
              </p:nvSpPr>
              <p:spPr>
                <a:xfrm>
                  <a:off x="7170337" y="2134026"/>
                  <a:ext cx="1418400" cy="331800"/>
                </a:xfrm>
                <a:prstGeom prst="rect">
                  <a:avLst/>
                </a:prstGeom>
                <a:noFill/>
                <a:ln>
                  <a:noFill/>
                </a:ln>
              </p:spPr>
              <p:txBody>
                <a:bodyPr spcFirstLastPara="1" wrap="square" lIns="121900" tIns="121900" rIns="121900" bIns="121900" anchor="ctr" anchorCtr="0">
                  <a:noAutofit/>
                </a:bodyPr>
                <a:lstStyle/>
                <a:p>
                  <a:pPr algn="ctr"/>
                  <a:r>
                    <a:rPr lang="vi-VN" sz="2400" b="1" dirty="0">
                      <a:solidFill>
                        <a:schemeClr val="lt1"/>
                      </a:solidFill>
                      <a:latin typeface="Fira Sans Extra Condensed"/>
                      <a:ea typeface="Fira Sans Extra Condensed"/>
                      <a:cs typeface="Fira Sans Extra Condensed"/>
                      <a:sym typeface="Fira Sans Extra Condensed"/>
                    </a:rPr>
                    <a:t>06</a:t>
                  </a:r>
                  <a:r>
                    <a:rPr lang="en-US" sz="2400" b="1" dirty="0">
                      <a:solidFill>
                        <a:schemeClr val="lt1"/>
                      </a:solidFill>
                      <a:latin typeface="Fira Sans Extra Condensed"/>
                      <a:ea typeface="Fira Sans Extra Condensed"/>
                      <a:cs typeface="Fira Sans Extra Condensed"/>
                      <a:sym typeface="Fira Sans Extra Condensed"/>
                    </a:rPr>
                    <a:t>/</a:t>
                  </a:r>
                  <a:r>
                    <a:rPr lang="vi-VN" sz="2400" b="1" dirty="0">
                      <a:solidFill>
                        <a:schemeClr val="lt1"/>
                      </a:solidFill>
                      <a:latin typeface="Fira Sans Extra Condensed"/>
                      <a:ea typeface="Fira Sans Extra Condensed"/>
                      <a:cs typeface="Fira Sans Extra Condensed"/>
                      <a:sym typeface="Fira Sans Extra Condensed"/>
                    </a:rPr>
                    <a:t>05</a:t>
                  </a:r>
                  <a:endParaRPr lang="en-US" sz="2400" b="1" dirty="0">
                    <a:solidFill>
                      <a:schemeClr val="lt1"/>
                    </a:solidFill>
                    <a:latin typeface="Fira Sans Extra Condensed"/>
                    <a:ea typeface="Fira Sans Extra Condensed"/>
                    <a:cs typeface="Fira Sans Extra Condensed"/>
                    <a:sym typeface="Fira Sans Extra Condensed"/>
                  </a:endParaRPr>
                </a:p>
              </p:txBody>
            </p:sp>
            <p:sp>
              <p:nvSpPr>
                <p:cNvPr id="45" name="Google Shape;502;p22">
                  <a:extLst>
                    <a:ext uri="{FF2B5EF4-FFF2-40B4-BE49-F238E27FC236}">
                      <a16:creationId xmlns:a16="http://schemas.microsoft.com/office/drawing/2014/main" id="{426C74AC-20E6-0CAD-DE82-6BC1D5F985E7}"/>
                    </a:ext>
                  </a:extLst>
                </p:cNvPr>
                <p:cNvSpPr txBox="1"/>
                <p:nvPr/>
              </p:nvSpPr>
              <p:spPr>
                <a:xfrm>
                  <a:off x="6992045" y="2723044"/>
                  <a:ext cx="1642800" cy="720000"/>
                </a:xfrm>
                <a:prstGeom prst="rect">
                  <a:avLst/>
                </a:prstGeom>
                <a:noFill/>
                <a:ln>
                  <a:noFill/>
                </a:ln>
              </p:spPr>
              <p:txBody>
                <a:bodyPr spcFirstLastPara="1" wrap="square" lIns="121900" tIns="121900" rIns="121900" bIns="121900" anchor="ctr" anchorCtr="0">
                  <a:noAutofit/>
                </a:bodyPr>
                <a:lstStyle/>
                <a:p>
                  <a:pPr marL="3387" algn="ctr">
                    <a:buSzPts val="1400"/>
                  </a:pPr>
                  <a:r>
                    <a:rPr lang="ru-RU" sz="1333" b="1" dirty="0">
                      <a:latin typeface="Times New Roman" panose="02020603050405020304" pitchFamily="18" charset="0"/>
                      <a:ea typeface="Calibri" panose="020F0502020204030204" pitchFamily="34" charset="0"/>
                    </a:rPr>
                    <a:t>Оценка эффективности и улучшение</a:t>
                  </a:r>
                  <a:endParaRPr lang="ru-RU" sz="533" dirty="0">
                    <a:latin typeface="Roboto"/>
                    <a:ea typeface="Roboto"/>
                    <a:cs typeface="Roboto"/>
                    <a:sym typeface="Roboto"/>
                  </a:endParaRPr>
                </a:p>
              </p:txBody>
            </p:sp>
            <p:sp>
              <p:nvSpPr>
                <p:cNvPr id="46" name="Google Shape;503;p22">
                  <a:extLst>
                    <a:ext uri="{FF2B5EF4-FFF2-40B4-BE49-F238E27FC236}">
                      <a16:creationId xmlns:a16="http://schemas.microsoft.com/office/drawing/2014/main" id="{D1899F66-0326-DE9B-C61F-8860B70E0F4F}"/>
                    </a:ext>
                  </a:extLst>
                </p:cNvPr>
                <p:cNvSpPr/>
                <p:nvPr/>
              </p:nvSpPr>
              <p:spPr>
                <a:xfrm>
                  <a:off x="7542450" y="1371713"/>
                  <a:ext cx="645900" cy="645900"/>
                </a:xfrm>
                <a:prstGeom prst="ellipse">
                  <a:avLst/>
                </a:prstGeom>
                <a:solidFill>
                  <a:schemeClr val="accent6"/>
                </a:solidFill>
                <a:ln w="19050"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gn="ctr"/>
                  <a:r>
                    <a:rPr lang="vi-VN" sz="2400" b="1" dirty="0">
                      <a:solidFill>
                        <a:srgbClr val="FFFFFF"/>
                      </a:solidFill>
                      <a:latin typeface="Fira Sans Extra Condensed"/>
                      <a:ea typeface="Fira Sans Extra Condensed"/>
                      <a:cs typeface="Fira Sans Extra Condensed"/>
                      <a:sym typeface="Fira Sans Extra Condensed"/>
                    </a:rPr>
                    <a:t>10</a:t>
                  </a:r>
                  <a:endParaRPr sz="2400" b="1" dirty="0">
                    <a:solidFill>
                      <a:srgbClr val="FFFFFF"/>
                    </a:solidFill>
                    <a:latin typeface="Fira Sans Extra Condensed"/>
                    <a:ea typeface="Fira Sans Extra Condensed"/>
                    <a:cs typeface="Fira Sans Extra Condensed"/>
                    <a:sym typeface="Fira Sans Extra Condensed"/>
                  </a:endParaRPr>
                </a:p>
              </p:txBody>
            </p:sp>
          </p:grpSp>
        </p:grpSp>
        <p:grpSp>
          <p:nvGrpSpPr>
            <p:cNvPr id="24" name="Группа 23">
              <a:extLst>
                <a:ext uri="{FF2B5EF4-FFF2-40B4-BE49-F238E27FC236}">
                  <a16:creationId xmlns:a16="http://schemas.microsoft.com/office/drawing/2014/main" id="{8B54BF7E-0A8C-55F0-E17C-EF4E7736D07F}"/>
                </a:ext>
              </a:extLst>
            </p:cNvPr>
            <p:cNvGrpSpPr/>
            <p:nvPr/>
          </p:nvGrpSpPr>
          <p:grpSpPr>
            <a:xfrm>
              <a:off x="313723" y="689409"/>
              <a:ext cx="1788420" cy="2939156"/>
              <a:chOff x="355223" y="1013197"/>
              <a:chExt cx="1788420" cy="2939156"/>
            </a:xfrm>
          </p:grpSpPr>
          <p:grpSp>
            <p:nvGrpSpPr>
              <p:cNvPr id="33" name="Google Shape;482;p22">
                <a:extLst>
                  <a:ext uri="{FF2B5EF4-FFF2-40B4-BE49-F238E27FC236}">
                    <a16:creationId xmlns:a16="http://schemas.microsoft.com/office/drawing/2014/main" id="{D61A3FA9-6B4F-3D26-D1E4-382341C4E881}"/>
                  </a:ext>
                </a:extLst>
              </p:cNvPr>
              <p:cNvGrpSpPr/>
              <p:nvPr/>
            </p:nvGrpSpPr>
            <p:grpSpPr>
              <a:xfrm>
                <a:off x="413074" y="1013197"/>
                <a:ext cx="1695300" cy="1713450"/>
                <a:chOff x="404700" y="1253125"/>
                <a:chExt cx="1695300" cy="1713450"/>
              </a:xfrm>
            </p:grpSpPr>
            <p:sp>
              <p:nvSpPr>
                <p:cNvPr id="40" name="Google Shape;483;p22">
                  <a:extLst>
                    <a:ext uri="{FF2B5EF4-FFF2-40B4-BE49-F238E27FC236}">
                      <a16:creationId xmlns:a16="http://schemas.microsoft.com/office/drawing/2014/main" id="{5309D18C-AD2E-0FD0-F0E7-23C3A1EEE729}"/>
                    </a:ext>
                  </a:extLst>
                </p:cNvPr>
                <p:cNvSpPr/>
                <p:nvPr/>
              </p:nvSpPr>
              <p:spPr>
                <a:xfrm>
                  <a:off x="457200" y="1828375"/>
                  <a:ext cx="1642800" cy="1138200"/>
                </a:xfrm>
                <a:prstGeom prst="chevron">
                  <a:avLst>
                    <a:gd name="adj" fmla="val 16027"/>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41" name="Google Shape;484;p22">
                  <a:extLst>
                    <a:ext uri="{FF2B5EF4-FFF2-40B4-BE49-F238E27FC236}">
                      <a16:creationId xmlns:a16="http://schemas.microsoft.com/office/drawing/2014/main" id="{229A4F39-3224-404A-F364-9B9FBE1D4880}"/>
                    </a:ext>
                  </a:extLst>
                </p:cNvPr>
                <p:cNvSpPr/>
                <p:nvPr/>
              </p:nvSpPr>
              <p:spPr>
                <a:xfrm>
                  <a:off x="404700" y="1253125"/>
                  <a:ext cx="105000" cy="105000"/>
                </a:xfrm>
                <a:prstGeom prst="ellipse">
                  <a:avLst/>
                </a:prstGeom>
                <a:noFill/>
                <a:ln>
                  <a:noFill/>
                </a:ln>
              </p:spPr>
              <p:txBody>
                <a:bodyPr spcFirstLastPara="1" wrap="square" lIns="121900" tIns="121900" rIns="121900" bIns="121900" anchor="ctr" anchorCtr="0">
                  <a:noAutofit/>
                </a:bodyPr>
                <a:lstStyle/>
                <a:p>
                  <a:endParaRPr sz="2400"/>
                </a:p>
              </p:txBody>
            </p:sp>
          </p:grpSp>
          <p:grpSp>
            <p:nvGrpSpPr>
              <p:cNvPr id="34" name="Google Shape;506;p22">
                <a:extLst>
                  <a:ext uri="{FF2B5EF4-FFF2-40B4-BE49-F238E27FC236}">
                    <a16:creationId xmlns:a16="http://schemas.microsoft.com/office/drawing/2014/main" id="{8D3330CE-7CD2-49D5-986B-710EB4B27A66}"/>
                  </a:ext>
                </a:extLst>
              </p:cNvPr>
              <p:cNvGrpSpPr/>
              <p:nvPr/>
            </p:nvGrpSpPr>
            <p:grpSpPr>
              <a:xfrm>
                <a:off x="355223" y="1181466"/>
                <a:ext cx="1788420" cy="2770887"/>
                <a:chOff x="387349" y="1371713"/>
                <a:chExt cx="1788420" cy="2770887"/>
              </a:xfrm>
            </p:grpSpPr>
            <p:sp>
              <p:nvSpPr>
                <p:cNvPr id="35" name="Google Shape;507;p22">
                  <a:extLst>
                    <a:ext uri="{FF2B5EF4-FFF2-40B4-BE49-F238E27FC236}">
                      <a16:creationId xmlns:a16="http://schemas.microsoft.com/office/drawing/2014/main" id="{66462F51-431D-91A3-03C5-035D28006E99}"/>
                    </a:ext>
                  </a:extLst>
                </p:cNvPr>
                <p:cNvSpPr txBox="1"/>
                <p:nvPr/>
              </p:nvSpPr>
              <p:spPr>
                <a:xfrm>
                  <a:off x="631738" y="2204833"/>
                  <a:ext cx="1418400" cy="331800"/>
                </a:xfrm>
                <a:prstGeom prst="rect">
                  <a:avLst/>
                </a:prstGeom>
                <a:noFill/>
                <a:ln>
                  <a:noFill/>
                </a:ln>
              </p:spPr>
              <p:txBody>
                <a:bodyPr spcFirstLastPara="1" wrap="square" lIns="121900" tIns="121900" rIns="121900" bIns="121900" anchor="ctr" anchorCtr="0">
                  <a:noAutofit/>
                </a:bodyPr>
                <a:lstStyle/>
                <a:p>
                  <a:pPr algn="ctr"/>
                  <a:r>
                    <a:rPr lang="vi-VN" sz="2400" b="1" dirty="0">
                      <a:solidFill>
                        <a:schemeClr val="lt1"/>
                      </a:solidFill>
                      <a:latin typeface="Fira Sans Extra Condensed"/>
                      <a:ea typeface="Fira Sans Extra Condensed"/>
                      <a:cs typeface="Fira Sans Extra Condensed"/>
                      <a:sym typeface="Fira Sans Extra Condensed"/>
                    </a:rPr>
                    <a:t>16</a:t>
                  </a:r>
                  <a:r>
                    <a:rPr lang="en" sz="2400" b="1" dirty="0">
                      <a:solidFill>
                        <a:schemeClr val="lt1"/>
                      </a:solidFill>
                      <a:latin typeface="Fira Sans Extra Condensed"/>
                      <a:ea typeface="Fira Sans Extra Condensed"/>
                      <a:cs typeface="Fira Sans Extra Condensed"/>
                      <a:sym typeface="Fira Sans Extra Condensed"/>
                    </a:rPr>
                    <a:t>/</a:t>
                  </a:r>
                  <a:r>
                    <a:rPr lang="vi-VN" sz="2400" b="1" dirty="0">
                      <a:solidFill>
                        <a:schemeClr val="lt1"/>
                      </a:solidFill>
                      <a:latin typeface="Fira Sans Extra Condensed"/>
                      <a:ea typeface="Fira Sans Extra Condensed"/>
                      <a:cs typeface="Fira Sans Extra Condensed"/>
                      <a:sym typeface="Fira Sans Extra Condensed"/>
                    </a:rPr>
                    <a:t>04</a:t>
                  </a:r>
                  <a:endParaRPr sz="2400" b="1" dirty="0">
                    <a:solidFill>
                      <a:schemeClr val="lt1"/>
                    </a:solidFill>
                    <a:latin typeface="Fira Sans Extra Condensed"/>
                    <a:ea typeface="Fira Sans Extra Condensed"/>
                    <a:cs typeface="Fira Sans Extra Condensed"/>
                    <a:sym typeface="Fira Sans Extra Condensed"/>
                  </a:endParaRPr>
                </a:p>
              </p:txBody>
            </p:sp>
            <p:sp>
              <p:nvSpPr>
                <p:cNvPr id="36" name="Google Shape;508;p22">
                  <a:extLst>
                    <a:ext uri="{FF2B5EF4-FFF2-40B4-BE49-F238E27FC236}">
                      <a16:creationId xmlns:a16="http://schemas.microsoft.com/office/drawing/2014/main" id="{41C705FD-F6A2-7EDD-90F4-42B954F8F7F7}"/>
                    </a:ext>
                  </a:extLst>
                </p:cNvPr>
                <p:cNvSpPr/>
                <p:nvPr/>
              </p:nvSpPr>
              <p:spPr>
                <a:xfrm>
                  <a:off x="955650" y="1371713"/>
                  <a:ext cx="645900" cy="645900"/>
                </a:xfrm>
                <a:prstGeom prst="ellipse">
                  <a:avLst/>
                </a:prstGeom>
                <a:solidFill>
                  <a:schemeClr val="accent1"/>
                </a:solidFill>
                <a:ln w="19050"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gn="ctr"/>
                  <a:r>
                    <a:rPr lang="vi-VN" sz="2400" b="1" dirty="0">
                      <a:solidFill>
                        <a:srgbClr val="FFFFFF"/>
                      </a:solidFill>
                      <a:latin typeface="Fira Sans Extra Condensed"/>
                      <a:ea typeface="Fira Sans Extra Condensed"/>
                      <a:cs typeface="Fira Sans Extra Condensed"/>
                      <a:sym typeface="Fira Sans Extra Condensed"/>
                    </a:rPr>
                    <a:t>06</a:t>
                  </a:r>
                  <a:endParaRPr sz="2400" b="1" dirty="0">
                    <a:solidFill>
                      <a:srgbClr val="FFFFFF"/>
                    </a:solidFill>
                    <a:latin typeface="Fira Sans Extra Condensed"/>
                    <a:ea typeface="Fira Sans Extra Condensed"/>
                    <a:cs typeface="Fira Sans Extra Condensed"/>
                    <a:sym typeface="Fira Sans Extra Condensed"/>
                  </a:endParaRPr>
                </a:p>
              </p:txBody>
            </p:sp>
            <p:grpSp>
              <p:nvGrpSpPr>
                <p:cNvPr id="37" name="Google Shape;509;p22">
                  <a:extLst>
                    <a:ext uri="{FF2B5EF4-FFF2-40B4-BE49-F238E27FC236}">
                      <a16:creationId xmlns:a16="http://schemas.microsoft.com/office/drawing/2014/main" id="{8AF91FF8-0FB6-910E-9F51-46A07487C65E}"/>
                    </a:ext>
                  </a:extLst>
                </p:cNvPr>
                <p:cNvGrpSpPr/>
                <p:nvPr/>
              </p:nvGrpSpPr>
              <p:grpSpPr>
                <a:xfrm>
                  <a:off x="387349" y="2698066"/>
                  <a:ext cx="1788420" cy="1444534"/>
                  <a:chOff x="387349" y="2698066"/>
                  <a:chExt cx="1788420" cy="1444534"/>
                </a:xfrm>
              </p:grpSpPr>
              <p:sp>
                <p:nvSpPr>
                  <p:cNvPr id="38" name="Google Shape;510;p22">
                    <a:extLst>
                      <a:ext uri="{FF2B5EF4-FFF2-40B4-BE49-F238E27FC236}">
                        <a16:creationId xmlns:a16="http://schemas.microsoft.com/office/drawing/2014/main" id="{2381CF43-9653-D901-A6C6-E142B2EAFE89}"/>
                      </a:ext>
                    </a:extLst>
                  </p:cNvPr>
                  <p:cNvSpPr txBox="1"/>
                  <p:nvPr/>
                </p:nvSpPr>
                <p:spPr>
                  <a:xfrm>
                    <a:off x="387349" y="2698066"/>
                    <a:ext cx="1788420" cy="809400"/>
                  </a:xfrm>
                  <a:prstGeom prst="rect">
                    <a:avLst/>
                  </a:prstGeom>
                  <a:noFill/>
                  <a:ln>
                    <a:noFill/>
                  </a:ln>
                </p:spPr>
                <p:txBody>
                  <a:bodyPr spcFirstLastPara="1" wrap="square" lIns="121900" tIns="121900" rIns="121900" bIns="121900" anchor="ctr" anchorCtr="0">
                    <a:noAutofit/>
                  </a:bodyPr>
                  <a:lstStyle/>
                  <a:p>
                    <a:pPr marL="3387" algn="ctr">
                      <a:buSzPts val="1400"/>
                    </a:pPr>
                    <a:r>
                      <a:rPr lang="ru-RU" sz="1333" b="1" dirty="0">
                        <a:latin typeface="Times New Roman" panose="02020603050405020304" pitchFamily="18" charset="0"/>
                        <a:ea typeface="Calibri" panose="020F0502020204030204" pitchFamily="34" charset="0"/>
                      </a:rPr>
                      <a:t>Анализ решений и технологий</a:t>
                    </a:r>
                    <a:endParaRPr lang="ru-RU" sz="667" dirty="0">
                      <a:latin typeface="Roboto"/>
                      <a:ea typeface="Roboto"/>
                      <a:cs typeface="Roboto"/>
                      <a:sym typeface="Roboto"/>
                    </a:endParaRPr>
                  </a:p>
                </p:txBody>
              </p:sp>
              <p:sp>
                <p:nvSpPr>
                  <p:cNvPr id="39" name="Google Shape;511;p22">
                    <a:extLst>
                      <a:ext uri="{FF2B5EF4-FFF2-40B4-BE49-F238E27FC236}">
                        <a16:creationId xmlns:a16="http://schemas.microsoft.com/office/drawing/2014/main" id="{493D9AC9-2C3B-7EF8-B465-39AD1B0AA87D}"/>
                      </a:ext>
                    </a:extLst>
                  </p:cNvPr>
                  <p:cNvSpPr/>
                  <p:nvPr/>
                </p:nvSpPr>
                <p:spPr>
                  <a:xfrm>
                    <a:off x="404700" y="4037600"/>
                    <a:ext cx="105000" cy="105000"/>
                  </a:xfrm>
                  <a:prstGeom prst="ellipse">
                    <a:avLst/>
                  </a:prstGeom>
                  <a:noFill/>
                  <a:ln>
                    <a:noFill/>
                  </a:ln>
                </p:spPr>
                <p:txBody>
                  <a:bodyPr spcFirstLastPara="1" wrap="square" lIns="121900" tIns="121900" rIns="121900" bIns="121900" anchor="ctr" anchorCtr="0">
                    <a:noAutofit/>
                  </a:bodyPr>
                  <a:lstStyle/>
                  <a:p>
                    <a:endParaRPr sz="2400"/>
                  </a:p>
                </p:txBody>
              </p:sp>
            </p:grpSp>
          </p:grpSp>
        </p:grpSp>
        <p:grpSp>
          <p:nvGrpSpPr>
            <p:cNvPr id="25" name="Группа 24">
              <a:extLst>
                <a:ext uri="{FF2B5EF4-FFF2-40B4-BE49-F238E27FC236}">
                  <a16:creationId xmlns:a16="http://schemas.microsoft.com/office/drawing/2014/main" id="{F8BD4C82-9077-E4E0-8EFE-9A47CC128556}"/>
                </a:ext>
              </a:extLst>
            </p:cNvPr>
            <p:cNvGrpSpPr/>
            <p:nvPr/>
          </p:nvGrpSpPr>
          <p:grpSpPr>
            <a:xfrm>
              <a:off x="3713828" y="868180"/>
              <a:ext cx="1642800" cy="2770887"/>
              <a:chOff x="3716151" y="1177931"/>
              <a:chExt cx="1642800" cy="2770887"/>
            </a:xfrm>
          </p:grpSpPr>
          <p:sp>
            <p:nvSpPr>
              <p:cNvPr id="26" name="Google Shape;490;p22">
                <a:extLst>
                  <a:ext uri="{FF2B5EF4-FFF2-40B4-BE49-F238E27FC236}">
                    <a16:creationId xmlns:a16="http://schemas.microsoft.com/office/drawing/2014/main" id="{57FDCBAC-576C-4902-2679-E66050750182}"/>
                  </a:ext>
                </a:extLst>
              </p:cNvPr>
              <p:cNvSpPr/>
              <p:nvPr/>
            </p:nvSpPr>
            <p:spPr>
              <a:xfrm>
                <a:off x="3716151" y="1568504"/>
                <a:ext cx="1642800" cy="1138200"/>
              </a:xfrm>
              <a:prstGeom prst="chevron">
                <a:avLst>
                  <a:gd name="adj" fmla="val 16027"/>
                </a:avLst>
              </a:prstGeom>
              <a:solidFill>
                <a:schemeClr val="accent3"/>
              </a:solidFill>
              <a:ln>
                <a:noFill/>
              </a:ln>
            </p:spPr>
            <p:txBody>
              <a:bodyPr spcFirstLastPara="1" wrap="square" lIns="121900" tIns="121900" rIns="121900" bIns="121900" anchor="ctr" anchorCtr="0">
                <a:noAutofit/>
              </a:bodyPr>
              <a:lstStyle/>
              <a:p>
                <a:endParaRPr sz="2400"/>
              </a:p>
            </p:txBody>
          </p:sp>
          <p:grpSp>
            <p:nvGrpSpPr>
              <p:cNvPr id="27" name="Google Shape;512;p22">
                <a:extLst>
                  <a:ext uri="{FF2B5EF4-FFF2-40B4-BE49-F238E27FC236}">
                    <a16:creationId xmlns:a16="http://schemas.microsoft.com/office/drawing/2014/main" id="{FD4266DC-63A6-D703-4481-9FED2378870D}"/>
                  </a:ext>
                </a:extLst>
              </p:cNvPr>
              <p:cNvGrpSpPr/>
              <p:nvPr/>
            </p:nvGrpSpPr>
            <p:grpSpPr>
              <a:xfrm>
                <a:off x="3828351" y="1177931"/>
                <a:ext cx="1500450" cy="2770887"/>
                <a:chOff x="3896850" y="1371713"/>
                <a:chExt cx="1500450" cy="2770887"/>
              </a:xfrm>
            </p:grpSpPr>
            <p:sp>
              <p:nvSpPr>
                <p:cNvPr id="28" name="Google Shape;513;p22">
                  <a:extLst>
                    <a:ext uri="{FF2B5EF4-FFF2-40B4-BE49-F238E27FC236}">
                      <a16:creationId xmlns:a16="http://schemas.microsoft.com/office/drawing/2014/main" id="{A36A28C1-E017-F1FB-CB49-6EF02FEB1BA5}"/>
                    </a:ext>
                  </a:extLst>
                </p:cNvPr>
                <p:cNvSpPr txBox="1"/>
                <p:nvPr/>
              </p:nvSpPr>
              <p:spPr>
                <a:xfrm>
                  <a:off x="3896850" y="2186260"/>
                  <a:ext cx="1418400" cy="331800"/>
                </a:xfrm>
                <a:prstGeom prst="rect">
                  <a:avLst/>
                </a:prstGeom>
                <a:noFill/>
                <a:ln>
                  <a:noFill/>
                </a:ln>
              </p:spPr>
              <p:txBody>
                <a:bodyPr spcFirstLastPara="1" wrap="square" lIns="121900" tIns="121900" rIns="121900" bIns="121900" anchor="ctr" anchorCtr="0">
                  <a:noAutofit/>
                </a:bodyPr>
                <a:lstStyle/>
                <a:p>
                  <a:pPr algn="ctr"/>
                  <a:r>
                    <a:rPr lang="vi-VN" sz="2400" b="1" dirty="0">
                      <a:solidFill>
                        <a:schemeClr val="lt1"/>
                      </a:solidFill>
                      <a:latin typeface="Fira Sans Extra Condensed"/>
                      <a:ea typeface="Fira Sans Extra Condensed"/>
                      <a:cs typeface="Fira Sans Extra Condensed"/>
                      <a:sym typeface="Fira Sans Extra Condensed"/>
                    </a:rPr>
                    <a:t>23</a:t>
                  </a:r>
                  <a:r>
                    <a:rPr lang="en" sz="2400" b="1" dirty="0">
                      <a:solidFill>
                        <a:schemeClr val="lt1"/>
                      </a:solidFill>
                      <a:latin typeface="Fira Sans Extra Condensed"/>
                      <a:ea typeface="Fira Sans Extra Condensed"/>
                      <a:cs typeface="Fira Sans Extra Condensed"/>
                      <a:sym typeface="Fira Sans Extra Condensed"/>
                    </a:rPr>
                    <a:t>/04</a:t>
                  </a:r>
                  <a:endParaRPr sz="2400" b="1" dirty="0">
                    <a:solidFill>
                      <a:schemeClr val="lt1"/>
                    </a:solidFill>
                    <a:latin typeface="Fira Sans Extra Condensed"/>
                    <a:ea typeface="Fira Sans Extra Condensed"/>
                    <a:cs typeface="Fira Sans Extra Condensed"/>
                    <a:sym typeface="Fira Sans Extra Condensed"/>
                  </a:endParaRPr>
                </a:p>
              </p:txBody>
            </p:sp>
            <p:sp>
              <p:nvSpPr>
                <p:cNvPr id="29" name="Google Shape;514;p22">
                  <a:extLst>
                    <a:ext uri="{FF2B5EF4-FFF2-40B4-BE49-F238E27FC236}">
                      <a16:creationId xmlns:a16="http://schemas.microsoft.com/office/drawing/2014/main" id="{473BF5F1-49F3-4971-8C03-C37C6AD4FF6F}"/>
                    </a:ext>
                  </a:extLst>
                </p:cNvPr>
                <p:cNvSpPr/>
                <p:nvPr/>
              </p:nvSpPr>
              <p:spPr>
                <a:xfrm>
                  <a:off x="4249050" y="1371713"/>
                  <a:ext cx="645900" cy="645900"/>
                </a:xfrm>
                <a:prstGeom prst="ellipse">
                  <a:avLst/>
                </a:prstGeom>
                <a:solidFill>
                  <a:schemeClr val="accent3"/>
                </a:solidFill>
                <a:ln w="19050"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gn="ctr"/>
                  <a:r>
                    <a:rPr lang="vi-VN" sz="2400" b="1" dirty="0">
                      <a:solidFill>
                        <a:srgbClr val="FFFFFF"/>
                      </a:solidFill>
                      <a:latin typeface="Fira Sans Extra Condensed"/>
                      <a:ea typeface="Fira Sans Extra Condensed"/>
                      <a:cs typeface="Fira Sans Extra Condensed"/>
                      <a:sym typeface="Fira Sans Extra Condensed"/>
                    </a:rPr>
                    <a:t>08</a:t>
                  </a:r>
                  <a:endParaRPr sz="2400" b="1" dirty="0">
                    <a:solidFill>
                      <a:srgbClr val="FFFFFF"/>
                    </a:solidFill>
                    <a:latin typeface="Fira Sans Extra Condensed"/>
                    <a:ea typeface="Fira Sans Extra Condensed"/>
                    <a:cs typeface="Fira Sans Extra Condensed"/>
                    <a:sym typeface="Fira Sans Extra Condensed"/>
                  </a:endParaRPr>
                </a:p>
              </p:txBody>
            </p:sp>
            <p:grpSp>
              <p:nvGrpSpPr>
                <p:cNvPr id="30" name="Google Shape;515;p22">
                  <a:extLst>
                    <a:ext uri="{FF2B5EF4-FFF2-40B4-BE49-F238E27FC236}">
                      <a16:creationId xmlns:a16="http://schemas.microsoft.com/office/drawing/2014/main" id="{8660B54B-F31F-8C4D-91C8-E296937D532B}"/>
                    </a:ext>
                  </a:extLst>
                </p:cNvPr>
                <p:cNvGrpSpPr/>
                <p:nvPr/>
              </p:nvGrpSpPr>
              <p:grpSpPr>
                <a:xfrm>
                  <a:off x="3917580" y="2732264"/>
                  <a:ext cx="1479720" cy="1410336"/>
                  <a:chOff x="3917580" y="2732264"/>
                  <a:chExt cx="1479720" cy="1410336"/>
                </a:xfrm>
              </p:grpSpPr>
              <p:sp>
                <p:nvSpPr>
                  <p:cNvPr id="31" name="Google Shape;516;p22">
                    <a:extLst>
                      <a:ext uri="{FF2B5EF4-FFF2-40B4-BE49-F238E27FC236}">
                        <a16:creationId xmlns:a16="http://schemas.microsoft.com/office/drawing/2014/main" id="{D35B712B-CD7E-330B-4487-D380BAB110D7}"/>
                      </a:ext>
                    </a:extLst>
                  </p:cNvPr>
                  <p:cNvSpPr txBox="1"/>
                  <p:nvPr/>
                </p:nvSpPr>
                <p:spPr>
                  <a:xfrm>
                    <a:off x="3917580" y="2732264"/>
                    <a:ext cx="1418400" cy="720000"/>
                  </a:xfrm>
                  <a:prstGeom prst="rect">
                    <a:avLst/>
                  </a:prstGeom>
                  <a:noFill/>
                  <a:ln>
                    <a:noFill/>
                  </a:ln>
                </p:spPr>
                <p:txBody>
                  <a:bodyPr spcFirstLastPara="1" wrap="square" lIns="121900" tIns="121900" rIns="121900" bIns="121900" anchor="ctr" anchorCtr="0">
                    <a:noAutofit/>
                  </a:bodyPr>
                  <a:lstStyle/>
                  <a:p>
                    <a:pPr marL="3387" algn="ctr">
                      <a:buSzPts val="1400"/>
                    </a:pPr>
                    <a:r>
                      <a:rPr lang="ru-RU" sz="1333" b="1" dirty="0">
                        <a:latin typeface="Times New Roman" panose="02020603050405020304" pitchFamily="18" charset="0"/>
                        <a:ea typeface="Calibri" panose="020F0502020204030204" pitchFamily="34" charset="0"/>
                      </a:rPr>
                      <a:t>Интеграция и миграция данных</a:t>
                    </a:r>
                    <a:endParaRPr lang="en-US" sz="667" dirty="0">
                      <a:latin typeface="Roboto"/>
                      <a:ea typeface="Roboto"/>
                      <a:cs typeface="Roboto"/>
                      <a:sym typeface="Roboto"/>
                    </a:endParaRPr>
                  </a:p>
                </p:txBody>
              </p:sp>
              <p:sp>
                <p:nvSpPr>
                  <p:cNvPr id="32" name="Google Shape;517;p22">
                    <a:extLst>
                      <a:ext uri="{FF2B5EF4-FFF2-40B4-BE49-F238E27FC236}">
                        <a16:creationId xmlns:a16="http://schemas.microsoft.com/office/drawing/2014/main" id="{24E2F0CF-3091-3EB9-0AF5-0549D9F552CE}"/>
                      </a:ext>
                    </a:extLst>
                  </p:cNvPr>
                  <p:cNvSpPr/>
                  <p:nvPr/>
                </p:nvSpPr>
                <p:spPr>
                  <a:xfrm>
                    <a:off x="5292300" y="4037600"/>
                    <a:ext cx="105000" cy="105000"/>
                  </a:xfrm>
                  <a:prstGeom prst="ellipse">
                    <a:avLst/>
                  </a:prstGeom>
                  <a:noFill/>
                  <a:ln>
                    <a:noFill/>
                  </a:ln>
                </p:spPr>
                <p:txBody>
                  <a:bodyPr spcFirstLastPara="1" wrap="square" lIns="121900" tIns="121900" rIns="121900" bIns="121900" anchor="ctr" anchorCtr="0">
                    <a:noAutofit/>
                  </a:bodyPr>
                  <a:lstStyle/>
                  <a:p>
                    <a:endParaRPr sz="2400"/>
                  </a:p>
                </p:txBody>
              </p:sp>
            </p:grpSp>
          </p:gr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Группа 22">
            <a:extLst>
              <a:ext uri="{FF2B5EF4-FFF2-40B4-BE49-F238E27FC236}">
                <a16:creationId xmlns:a16="http://schemas.microsoft.com/office/drawing/2014/main" id="{90617D8A-81A3-633C-FE84-A68ABC748C8D}"/>
              </a:ext>
            </a:extLst>
          </p:cNvPr>
          <p:cNvGrpSpPr/>
          <p:nvPr/>
        </p:nvGrpSpPr>
        <p:grpSpPr>
          <a:xfrm>
            <a:off x="923544" y="306324"/>
            <a:ext cx="10497312" cy="6222492"/>
            <a:chOff x="1435608" y="274320"/>
            <a:chExt cx="10497312" cy="6222492"/>
          </a:xfrm>
        </p:grpSpPr>
        <p:sp>
          <p:nvSpPr>
            <p:cNvPr id="3" name="Прямоугольник: скругленные верхние углы 2">
              <a:extLst>
                <a:ext uri="{FF2B5EF4-FFF2-40B4-BE49-F238E27FC236}">
                  <a16:creationId xmlns:a16="http://schemas.microsoft.com/office/drawing/2014/main" id="{1093531B-B64E-FFE2-A5BC-260E70F4391D}"/>
                </a:ext>
              </a:extLst>
            </p:cNvPr>
            <p:cNvSpPr/>
            <p:nvPr/>
          </p:nvSpPr>
          <p:spPr>
            <a:xfrm>
              <a:off x="1435608" y="297180"/>
              <a:ext cx="1124712" cy="955548"/>
            </a:xfrm>
            <a:prstGeom prst="round2SameRect">
              <a:avLst/>
            </a:prstGeom>
            <a:solidFill>
              <a:schemeClr val="accent5">
                <a:lumMod val="20000"/>
                <a:lumOff val="80000"/>
              </a:schemeClr>
            </a:solidFill>
            <a:ln>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n w="0"/>
                  <a:solidFill>
                    <a:schemeClr val="tx1"/>
                  </a:solidFill>
                  <a:effectLst>
                    <a:outerShdw blurRad="38100" dist="19050" dir="2700000" algn="tl" rotWithShape="0">
                      <a:schemeClr val="dk1">
                        <a:alpha val="40000"/>
                      </a:schemeClr>
                    </a:outerShdw>
                  </a:effectLst>
                </a:rPr>
                <a:t>P</a:t>
              </a:r>
              <a:endParaRPr lang="ru-RU" dirty="0"/>
            </a:p>
          </p:txBody>
        </p:sp>
        <p:sp>
          <p:nvSpPr>
            <p:cNvPr id="4" name="Прямоугольник: скругленные верхние углы 3">
              <a:extLst>
                <a:ext uri="{FF2B5EF4-FFF2-40B4-BE49-F238E27FC236}">
                  <a16:creationId xmlns:a16="http://schemas.microsoft.com/office/drawing/2014/main" id="{B37E253E-EFB5-31E2-69BC-BD939B18CDDF}"/>
                </a:ext>
              </a:extLst>
            </p:cNvPr>
            <p:cNvSpPr/>
            <p:nvPr/>
          </p:nvSpPr>
          <p:spPr>
            <a:xfrm>
              <a:off x="1435608" y="1330452"/>
              <a:ext cx="1124712" cy="955548"/>
            </a:xfrm>
            <a:prstGeom prst="round2SameRect">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n w="0"/>
                  <a:solidFill>
                    <a:schemeClr val="tx1"/>
                  </a:solidFill>
                  <a:effectLst>
                    <a:outerShdw blurRad="38100" dist="19050" dir="2700000" algn="tl" rotWithShape="0">
                      <a:schemeClr val="dk1">
                        <a:alpha val="40000"/>
                      </a:schemeClr>
                    </a:outerShdw>
                  </a:effectLst>
                </a:rPr>
                <a:t>E</a:t>
              </a:r>
              <a:endParaRPr lang="ru-RU" dirty="0">
                <a:ln w="0"/>
                <a:solidFill>
                  <a:schemeClr val="tx1"/>
                </a:solidFill>
                <a:effectLst>
                  <a:outerShdw blurRad="38100" dist="19050" dir="2700000" algn="tl" rotWithShape="0">
                    <a:schemeClr val="dk1">
                      <a:alpha val="40000"/>
                    </a:schemeClr>
                  </a:outerShdw>
                </a:effectLst>
              </a:endParaRPr>
            </a:p>
          </p:txBody>
        </p:sp>
        <p:sp>
          <p:nvSpPr>
            <p:cNvPr id="5" name="Прямоугольник: скругленные верхние углы 4">
              <a:extLst>
                <a:ext uri="{FF2B5EF4-FFF2-40B4-BE49-F238E27FC236}">
                  <a16:creationId xmlns:a16="http://schemas.microsoft.com/office/drawing/2014/main" id="{B6221F1A-DDA5-FE83-9F2A-C63BDED8ED63}"/>
                </a:ext>
              </a:extLst>
            </p:cNvPr>
            <p:cNvSpPr/>
            <p:nvPr/>
          </p:nvSpPr>
          <p:spPr>
            <a:xfrm>
              <a:off x="1435608" y="2372868"/>
              <a:ext cx="1124712" cy="955548"/>
            </a:xfrm>
            <a:prstGeom prst="round2Same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n w="0"/>
                  <a:solidFill>
                    <a:schemeClr val="tx1"/>
                  </a:solidFill>
                  <a:effectLst>
                    <a:outerShdw blurRad="38100" dist="19050" dir="2700000" algn="tl" rotWithShape="0">
                      <a:schemeClr val="dk1">
                        <a:alpha val="40000"/>
                      </a:schemeClr>
                    </a:outerShdw>
                  </a:effectLst>
                </a:rPr>
                <a:t>S</a:t>
              </a:r>
              <a:endParaRPr lang="ru-RU" dirty="0">
                <a:ln w="0"/>
                <a:solidFill>
                  <a:schemeClr val="tx1"/>
                </a:solidFill>
                <a:effectLst>
                  <a:outerShdw blurRad="38100" dist="19050" dir="2700000" algn="tl" rotWithShape="0">
                    <a:schemeClr val="dk1">
                      <a:alpha val="40000"/>
                    </a:schemeClr>
                  </a:outerShdw>
                </a:effectLst>
              </a:endParaRPr>
            </a:p>
          </p:txBody>
        </p:sp>
        <p:sp>
          <p:nvSpPr>
            <p:cNvPr id="6" name="Прямоугольник: скругленные верхние углы 5">
              <a:extLst>
                <a:ext uri="{FF2B5EF4-FFF2-40B4-BE49-F238E27FC236}">
                  <a16:creationId xmlns:a16="http://schemas.microsoft.com/office/drawing/2014/main" id="{FE8E5A62-A379-8056-3ACC-6397E6848CF1}"/>
                </a:ext>
              </a:extLst>
            </p:cNvPr>
            <p:cNvSpPr/>
            <p:nvPr/>
          </p:nvSpPr>
          <p:spPr>
            <a:xfrm>
              <a:off x="1435608" y="3429000"/>
              <a:ext cx="1124712" cy="955548"/>
            </a:xfrm>
            <a:prstGeom prst="round2Same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n w="0"/>
                  <a:solidFill>
                    <a:schemeClr val="tx1"/>
                  </a:solidFill>
                  <a:effectLst>
                    <a:outerShdw blurRad="38100" dist="19050" dir="2700000" algn="tl" rotWithShape="0">
                      <a:schemeClr val="dk1">
                        <a:alpha val="40000"/>
                      </a:schemeClr>
                    </a:outerShdw>
                  </a:effectLst>
                </a:rPr>
                <a:t>T</a:t>
              </a:r>
              <a:endParaRPr lang="ru-RU" dirty="0">
                <a:ln w="0"/>
                <a:solidFill>
                  <a:schemeClr val="tx1"/>
                </a:solidFill>
                <a:effectLst>
                  <a:outerShdw blurRad="38100" dist="19050" dir="2700000" algn="tl" rotWithShape="0">
                    <a:schemeClr val="dk1">
                      <a:alpha val="40000"/>
                    </a:schemeClr>
                  </a:outerShdw>
                </a:effectLst>
              </a:endParaRPr>
            </a:p>
          </p:txBody>
        </p:sp>
        <p:sp>
          <p:nvSpPr>
            <p:cNvPr id="7" name="Прямоугольник: скругленные верхние углы 6">
              <a:extLst>
                <a:ext uri="{FF2B5EF4-FFF2-40B4-BE49-F238E27FC236}">
                  <a16:creationId xmlns:a16="http://schemas.microsoft.com/office/drawing/2014/main" id="{E76FDC6B-C055-C691-5572-0EF207898C91}"/>
                </a:ext>
              </a:extLst>
            </p:cNvPr>
            <p:cNvSpPr/>
            <p:nvPr/>
          </p:nvSpPr>
          <p:spPr>
            <a:xfrm>
              <a:off x="1435608" y="4485132"/>
              <a:ext cx="1124712" cy="955548"/>
            </a:xfrm>
            <a:prstGeom prst="round2SameRect">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n w="0"/>
                  <a:solidFill>
                    <a:schemeClr val="tx1"/>
                  </a:solidFill>
                  <a:effectLst>
                    <a:outerShdw blurRad="38100" dist="19050" dir="2700000" algn="tl" rotWithShape="0">
                      <a:schemeClr val="dk1">
                        <a:alpha val="40000"/>
                      </a:schemeClr>
                    </a:outerShdw>
                  </a:effectLst>
                </a:rPr>
                <a:t>E</a:t>
              </a:r>
              <a:endParaRPr lang="ru-RU" dirty="0">
                <a:ln w="0"/>
                <a:solidFill>
                  <a:schemeClr val="tx1"/>
                </a:solidFill>
                <a:effectLst>
                  <a:outerShdw blurRad="38100" dist="19050" dir="2700000" algn="tl" rotWithShape="0">
                    <a:schemeClr val="dk1">
                      <a:alpha val="40000"/>
                    </a:schemeClr>
                  </a:outerShdw>
                </a:effectLst>
              </a:endParaRPr>
            </a:p>
          </p:txBody>
        </p:sp>
        <p:sp>
          <p:nvSpPr>
            <p:cNvPr id="8" name="Прямоугольник: скругленные верхние углы 7">
              <a:extLst>
                <a:ext uri="{FF2B5EF4-FFF2-40B4-BE49-F238E27FC236}">
                  <a16:creationId xmlns:a16="http://schemas.microsoft.com/office/drawing/2014/main" id="{0561338D-1C43-D18A-E4C8-F86B0877A258}"/>
                </a:ext>
              </a:extLst>
            </p:cNvPr>
            <p:cNvSpPr/>
            <p:nvPr/>
          </p:nvSpPr>
          <p:spPr>
            <a:xfrm>
              <a:off x="1435608" y="5527548"/>
              <a:ext cx="1124712" cy="955548"/>
            </a:xfrm>
            <a:prstGeom prst="round2SameRect">
              <a:avLst/>
            </a:prstGeom>
            <a:solidFill>
              <a:schemeClr val="bg2">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n w="0"/>
                  <a:solidFill>
                    <a:schemeClr val="tx1"/>
                  </a:solidFill>
                  <a:effectLst>
                    <a:outerShdw blurRad="38100" dist="19050" dir="2700000" algn="tl" rotWithShape="0">
                      <a:schemeClr val="dk1">
                        <a:alpha val="40000"/>
                      </a:schemeClr>
                    </a:outerShdw>
                  </a:effectLst>
                </a:rPr>
                <a:t>L</a:t>
              </a:r>
              <a:endParaRPr lang="ru-RU" dirty="0">
                <a:ln w="0"/>
                <a:solidFill>
                  <a:schemeClr val="tx1"/>
                </a:solidFill>
                <a:effectLst>
                  <a:outerShdw blurRad="38100" dist="19050" dir="2700000" algn="tl" rotWithShape="0">
                    <a:schemeClr val="dk1">
                      <a:alpha val="40000"/>
                    </a:schemeClr>
                  </a:outerShdw>
                </a:effectLst>
              </a:endParaRPr>
            </a:p>
          </p:txBody>
        </p:sp>
        <p:sp>
          <p:nvSpPr>
            <p:cNvPr id="9" name="Прямоугольник 8">
              <a:extLst>
                <a:ext uri="{FF2B5EF4-FFF2-40B4-BE49-F238E27FC236}">
                  <a16:creationId xmlns:a16="http://schemas.microsoft.com/office/drawing/2014/main" id="{B7A3B95C-D13F-CED0-1154-C85AD54CB9D9}"/>
                </a:ext>
              </a:extLst>
            </p:cNvPr>
            <p:cNvSpPr/>
            <p:nvPr/>
          </p:nvSpPr>
          <p:spPr>
            <a:xfrm>
              <a:off x="2688336" y="324612"/>
              <a:ext cx="4078224" cy="955548"/>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1800" i="0" dirty="0">
                <a:ln w="0"/>
                <a:solidFill>
                  <a:schemeClr val="tx1"/>
                </a:solidFill>
                <a:effectLst>
                  <a:outerShdw blurRad="38100" dist="19050" dir="2700000" algn="tl" rotWithShape="0">
                    <a:schemeClr val="dk1">
                      <a:alpha val="40000"/>
                    </a:schemeClr>
                  </a:outerShdw>
                </a:effectLst>
                <a:latin typeface="Roboto" panose="02000000000000000000" pitchFamily="2" charset="0"/>
              </a:endParaRPr>
            </a:p>
            <a:p>
              <a:pPr algn="ctr"/>
              <a:r>
                <a:rPr lang="ru-RU" sz="18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Политические факторы</a:t>
              </a:r>
              <a:endParaRPr lang="vi-VN" sz="1800" i="0" dirty="0">
                <a:ln w="0"/>
                <a:solidFill>
                  <a:schemeClr val="tx1"/>
                </a:solidFill>
                <a:effectLst>
                  <a:outerShdw blurRad="38100" dist="19050" dir="2700000" algn="tl" rotWithShape="0">
                    <a:schemeClr val="dk1">
                      <a:alpha val="40000"/>
                    </a:schemeClr>
                  </a:outerShdw>
                </a:effectLst>
                <a:latin typeface="Roboto" panose="02000000000000000000" pitchFamily="2" charset="0"/>
              </a:endParaRPr>
            </a:p>
            <a:p>
              <a:pPr algn="ctr"/>
              <a:endParaRPr lang="ru-RU" dirty="0">
                <a:ln w="0"/>
                <a:solidFill>
                  <a:schemeClr val="tx1"/>
                </a:solidFill>
                <a:effectLst>
                  <a:outerShdw blurRad="38100" dist="19050" dir="2700000" algn="tl" rotWithShape="0">
                    <a:schemeClr val="dk1">
                      <a:alpha val="40000"/>
                    </a:schemeClr>
                  </a:outerShdw>
                </a:effectLst>
              </a:endParaRPr>
            </a:p>
          </p:txBody>
        </p:sp>
        <p:sp>
          <p:nvSpPr>
            <p:cNvPr id="10" name="Прямоугольник 9">
              <a:extLst>
                <a:ext uri="{FF2B5EF4-FFF2-40B4-BE49-F238E27FC236}">
                  <a16:creationId xmlns:a16="http://schemas.microsoft.com/office/drawing/2014/main" id="{9DD95A49-CD10-E624-938F-D3D371FF5399}"/>
                </a:ext>
              </a:extLst>
            </p:cNvPr>
            <p:cNvSpPr/>
            <p:nvPr/>
          </p:nvSpPr>
          <p:spPr>
            <a:xfrm>
              <a:off x="2688336" y="1330452"/>
              <a:ext cx="4078224" cy="955548"/>
            </a:xfrm>
            <a:prstGeom prst="rect">
              <a:avLst/>
            </a:prstGeom>
            <a:solidFill>
              <a:schemeClr val="accent2">
                <a:lumMod val="40000"/>
                <a:lumOff val="6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1800" i="0" dirty="0">
                <a:ln w="0"/>
                <a:solidFill>
                  <a:schemeClr val="tx1"/>
                </a:solidFill>
                <a:effectLst>
                  <a:outerShdw blurRad="38100" dist="19050" dir="2700000" algn="tl" rotWithShape="0">
                    <a:schemeClr val="dk1">
                      <a:alpha val="40000"/>
                    </a:schemeClr>
                  </a:outerShdw>
                </a:effectLst>
                <a:latin typeface="Roboto" panose="02000000000000000000" pitchFamily="2" charset="0"/>
              </a:endParaRPr>
            </a:p>
            <a:p>
              <a:pPr algn="ctr"/>
              <a:r>
                <a:rPr lang="ru-RU" sz="18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Экономические факторы</a:t>
              </a:r>
              <a:endParaRPr lang="vi-VN" sz="1800" i="0" dirty="0">
                <a:ln w="0"/>
                <a:solidFill>
                  <a:schemeClr val="tx1"/>
                </a:solidFill>
                <a:effectLst>
                  <a:outerShdw blurRad="38100" dist="19050" dir="2700000" algn="tl" rotWithShape="0">
                    <a:schemeClr val="dk1">
                      <a:alpha val="40000"/>
                    </a:schemeClr>
                  </a:outerShdw>
                </a:effectLst>
                <a:latin typeface="Roboto" panose="02000000000000000000" pitchFamily="2" charset="0"/>
              </a:endParaRPr>
            </a:p>
            <a:p>
              <a:pPr algn="ctr"/>
              <a:endParaRPr lang="ru-RU" dirty="0">
                <a:ln w="0"/>
                <a:solidFill>
                  <a:schemeClr val="tx1"/>
                </a:solidFill>
                <a:effectLst>
                  <a:outerShdw blurRad="38100" dist="19050" dir="2700000" algn="tl" rotWithShape="0">
                    <a:schemeClr val="dk1">
                      <a:alpha val="40000"/>
                    </a:schemeClr>
                  </a:outerShdw>
                </a:effectLst>
              </a:endParaRPr>
            </a:p>
          </p:txBody>
        </p:sp>
        <p:sp>
          <p:nvSpPr>
            <p:cNvPr id="11" name="Прямоугольник 10">
              <a:extLst>
                <a:ext uri="{FF2B5EF4-FFF2-40B4-BE49-F238E27FC236}">
                  <a16:creationId xmlns:a16="http://schemas.microsoft.com/office/drawing/2014/main" id="{7216B340-B329-0CF3-E84F-8E5E6C4FACDB}"/>
                </a:ext>
              </a:extLst>
            </p:cNvPr>
            <p:cNvSpPr/>
            <p:nvPr/>
          </p:nvSpPr>
          <p:spPr>
            <a:xfrm>
              <a:off x="2688336" y="2372868"/>
              <a:ext cx="4078224" cy="955548"/>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1800" i="0" dirty="0">
                <a:ln w="0"/>
                <a:solidFill>
                  <a:schemeClr val="tx1"/>
                </a:solidFill>
                <a:effectLst>
                  <a:outerShdw blurRad="38100" dist="19050" dir="2700000" algn="tl" rotWithShape="0">
                    <a:schemeClr val="dk1">
                      <a:alpha val="40000"/>
                    </a:schemeClr>
                  </a:outerShdw>
                </a:effectLst>
                <a:latin typeface="Roboto" panose="02000000000000000000" pitchFamily="2" charset="0"/>
              </a:endParaRPr>
            </a:p>
            <a:p>
              <a:pPr algn="ctr"/>
              <a:r>
                <a:rPr lang="ru-RU" sz="18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Социальные факторы</a:t>
              </a:r>
              <a:endParaRPr lang="vi-VN" sz="1800" i="0" dirty="0">
                <a:ln w="0"/>
                <a:solidFill>
                  <a:schemeClr val="tx1"/>
                </a:solidFill>
                <a:effectLst>
                  <a:outerShdw blurRad="38100" dist="19050" dir="2700000" algn="tl" rotWithShape="0">
                    <a:schemeClr val="dk1">
                      <a:alpha val="40000"/>
                    </a:schemeClr>
                  </a:outerShdw>
                </a:effectLst>
                <a:latin typeface="Roboto" panose="02000000000000000000" pitchFamily="2" charset="0"/>
              </a:endParaRPr>
            </a:p>
            <a:p>
              <a:pPr algn="ctr"/>
              <a:endParaRPr lang="ru-RU" dirty="0">
                <a:ln w="0"/>
                <a:solidFill>
                  <a:schemeClr val="tx1"/>
                </a:solidFill>
                <a:effectLst>
                  <a:outerShdw blurRad="38100" dist="19050" dir="2700000" algn="tl" rotWithShape="0">
                    <a:schemeClr val="dk1">
                      <a:alpha val="40000"/>
                    </a:schemeClr>
                  </a:outerShdw>
                </a:effectLst>
              </a:endParaRPr>
            </a:p>
          </p:txBody>
        </p:sp>
        <p:sp>
          <p:nvSpPr>
            <p:cNvPr id="12" name="Прямоугольник 11">
              <a:extLst>
                <a:ext uri="{FF2B5EF4-FFF2-40B4-BE49-F238E27FC236}">
                  <a16:creationId xmlns:a16="http://schemas.microsoft.com/office/drawing/2014/main" id="{DAD4DF4A-C00D-44E9-D5F5-F6BE0396DB85}"/>
                </a:ext>
              </a:extLst>
            </p:cNvPr>
            <p:cNvSpPr/>
            <p:nvPr/>
          </p:nvSpPr>
          <p:spPr>
            <a:xfrm>
              <a:off x="2688336" y="3429000"/>
              <a:ext cx="4078224" cy="955548"/>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1800" i="0" dirty="0">
                <a:ln w="0"/>
                <a:solidFill>
                  <a:schemeClr val="tx1"/>
                </a:solidFill>
                <a:effectLst>
                  <a:outerShdw blurRad="38100" dist="19050" dir="2700000" algn="tl" rotWithShape="0">
                    <a:schemeClr val="dk1">
                      <a:alpha val="40000"/>
                    </a:schemeClr>
                  </a:outerShdw>
                </a:effectLst>
                <a:latin typeface="Roboto" panose="02000000000000000000" pitchFamily="2" charset="0"/>
              </a:endParaRPr>
            </a:p>
            <a:p>
              <a:pPr algn="ctr"/>
              <a:r>
                <a:rPr lang="ru-RU" sz="18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Технологические факторы</a:t>
              </a:r>
              <a:endParaRPr lang="vi-VN" sz="1800" i="0" dirty="0">
                <a:ln w="0"/>
                <a:solidFill>
                  <a:schemeClr val="tx1"/>
                </a:solidFill>
                <a:effectLst>
                  <a:outerShdw blurRad="38100" dist="19050" dir="2700000" algn="tl" rotWithShape="0">
                    <a:schemeClr val="dk1">
                      <a:alpha val="40000"/>
                    </a:schemeClr>
                  </a:outerShdw>
                </a:effectLst>
                <a:latin typeface="Roboto" panose="02000000000000000000" pitchFamily="2" charset="0"/>
              </a:endParaRPr>
            </a:p>
            <a:p>
              <a:pPr algn="ctr"/>
              <a:endParaRPr lang="ru-RU" dirty="0">
                <a:ln w="0"/>
                <a:solidFill>
                  <a:schemeClr val="tx1"/>
                </a:solidFill>
                <a:effectLst>
                  <a:outerShdw blurRad="38100" dist="19050" dir="2700000" algn="tl" rotWithShape="0">
                    <a:schemeClr val="dk1">
                      <a:alpha val="40000"/>
                    </a:schemeClr>
                  </a:outerShdw>
                </a:effectLst>
              </a:endParaRPr>
            </a:p>
          </p:txBody>
        </p:sp>
        <p:sp>
          <p:nvSpPr>
            <p:cNvPr id="13" name="Прямоугольник 12">
              <a:extLst>
                <a:ext uri="{FF2B5EF4-FFF2-40B4-BE49-F238E27FC236}">
                  <a16:creationId xmlns:a16="http://schemas.microsoft.com/office/drawing/2014/main" id="{7A29A173-DA7C-0128-03B5-665A88C9A2B8}"/>
                </a:ext>
              </a:extLst>
            </p:cNvPr>
            <p:cNvSpPr/>
            <p:nvPr/>
          </p:nvSpPr>
          <p:spPr>
            <a:xfrm>
              <a:off x="2688336" y="4485132"/>
              <a:ext cx="4078224" cy="955548"/>
            </a:xfrm>
            <a:prstGeom prst="rect">
              <a:avLst/>
            </a:prstGeom>
            <a:solidFill>
              <a:schemeClr val="accent6">
                <a:lumMod val="40000"/>
                <a:lumOff val="60000"/>
              </a:schemeClr>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1800" i="0" dirty="0">
                <a:ln w="0"/>
                <a:solidFill>
                  <a:schemeClr val="tx1"/>
                </a:solidFill>
                <a:effectLst>
                  <a:outerShdw blurRad="38100" dist="19050" dir="2700000" algn="tl" rotWithShape="0">
                    <a:schemeClr val="dk1">
                      <a:alpha val="40000"/>
                    </a:schemeClr>
                  </a:outerShdw>
                </a:effectLst>
                <a:latin typeface="Roboto" panose="02000000000000000000" pitchFamily="2" charset="0"/>
              </a:endParaRPr>
            </a:p>
            <a:p>
              <a:pPr algn="ctr"/>
              <a:r>
                <a:rPr lang="ru-RU" sz="18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Экологические факторы</a:t>
              </a:r>
              <a:endParaRPr lang="vi-VN" sz="1800" i="0" dirty="0">
                <a:ln w="0"/>
                <a:solidFill>
                  <a:schemeClr val="tx1"/>
                </a:solidFill>
                <a:effectLst>
                  <a:outerShdw blurRad="38100" dist="19050" dir="2700000" algn="tl" rotWithShape="0">
                    <a:schemeClr val="dk1">
                      <a:alpha val="40000"/>
                    </a:schemeClr>
                  </a:outerShdw>
                </a:effectLst>
                <a:latin typeface="Roboto" panose="02000000000000000000" pitchFamily="2" charset="0"/>
              </a:endParaRPr>
            </a:p>
            <a:p>
              <a:pPr algn="ctr"/>
              <a:endParaRPr lang="ru-RU" dirty="0">
                <a:ln w="0"/>
                <a:solidFill>
                  <a:schemeClr val="tx1"/>
                </a:solidFill>
                <a:effectLst>
                  <a:outerShdw blurRad="38100" dist="19050" dir="2700000" algn="tl" rotWithShape="0">
                    <a:schemeClr val="dk1">
                      <a:alpha val="40000"/>
                    </a:schemeClr>
                  </a:outerShdw>
                </a:effectLst>
              </a:endParaRPr>
            </a:p>
          </p:txBody>
        </p:sp>
        <p:sp>
          <p:nvSpPr>
            <p:cNvPr id="14" name="Прямоугольник 13">
              <a:extLst>
                <a:ext uri="{FF2B5EF4-FFF2-40B4-BE49-F238E27FC236}">
                  <a16:creationId xmlns:a16="http://schemas.microsoft.com/office/drawing/2014/main" id="{018A7E4C-F1BF-A4F3-9AC0-BA43F26D12D4}"/>
                </a:ext>
              </a:extLst>
            </p:cNvPr>
            <p:cNvSpPr/>
            <p:nvPr/>
          </p:nvSpPr>
          <p:spPr>
            <a:xfrm>
              <a:off x="2688336" y="5541264"/>
              <a:ext cx="4078224" cy="955548"/>
            </a:xfrm>
            <a:prstGeom prst="rect">
              <a:avLst/>
            </a:prstGeom>
            <a:solidFill>
              <a:schemeClr val="bg2">
                <a:lumMod val="40000"/>
                <a:lumOff val="60000"/>
              </a:schemeClr>
            </a:solidFill>
            <a:ln>
              <a:solidFill>
                <a:schemeClr val="bg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sz="18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Правовые факторы</a:t>
              </a:r>
              <a:endParaRPr lang="ru-RU" dirty="0">
                <a:ln w="0"/>
                <a:solidFill>
                  <a:schemeClr val="tx1"/>
                </a:solidFill>
                <a:effectLst>
                  <a:outerShdw blurRad="38100" dist="19050" dir="2700000" algn="tl" rotWithShape="0">
                    <a:schemeClr val="dk1">
                      <a:alpha val="40000"/>
                    </a:schemeClr>
                  </a:outerShdw>
                </a:effectLst>
              </a:endParaRPr>
            </a:p>
          </p:txBody>
        </p:sp>
        <p:sp>
          <p:nvSpPr>
            <p:cNvPr id="17" name="Прямоугольник 16">
              <a:extLst>
                <a:ext uri="{FF2B5EF4-FFF2-40B4-BE49-F238E27FC236}">
                  <a16:creationId xmlns:a16="http://schemas.microsoft.com/office/drawing/2014/main" id="{15355756-0137-0DD5-2F95-39103C297E0E}"/>
                </a:ext>
              </a:extLst>
            </p:cNvPr>
            <p:cNvSpPr/>
            <p:nvPr/>
          </p:nvSpPr>
          <p:spPr>
            <a:xfrm>
              <a:off x="6894576" y="274320"/>
              <a:ext cx="5038344" cy="955548"/>
            </a:xfrm>
            <a:prstGeom prst="rect">
              <a:avLst/>
            </a:prstGeom>
            <a:solidFill>
              <a:schemeClr val="accent5">
                <a:lumMod val="60000"/>
                <a:lumOff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vi-VN" sz="1050" i="0" dirty="0">
                <a:ln w="0"/>
                <a:solidFill>
                  <a:schemeClr val="tx1"/>
                </a:solidFill>
                <a:effectLst>
                  <a:outerShdw blurRad="38100" dist="19050" dir="2700000" algn="tl" rotWithShape="0">
                    <a:schemeClr val="dk1">
                      <a:alpha val="40000"/>
                    </a:schemeClr>
                  </a:outerShdw>
                </a:effectLst>
                <a:latin typeface="Roboto" panose="02000000000000000000" pitchFamily="2" charset="0"/>
              </a:endParaRPr>
            </a:p>
            <a:p>
              <a:r>
                <a:rPr lang="ru-RU" sz="105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Благоприятные:</a:t>
              </a:r>
              <a:r>
                <a:rPr lang="vi-VN" sz="105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a:t>
              </a:r>
              <a:r>
                <a:rPr lang="ru-RU" sz="105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Поддержка молочной отрасли от правительства Вьетнама</a:t>
              </a:r>
              <a:br>
                <a:rPr lang="ru-RU" sz="1050" dirty="0">
                  <a:ln w="0"/>
                  <a:solidFill>
                    <a:schemeClr val="tx1"/>
                  </a:solidFill>
                  <a:effectLst>
                    <a:outerShdw blurRad="38100" dist="19050" dir="2700000" algn="tl" rotWithShape="0">
                      <a:schemeClr val="dk1">
                        <a:alpha val="40000"/>
                      </a:schemeClr>
                    </a:outerShdw>
                  </a:effectLst>
                </a:rPr>
              </a:br>
              <a:r>
                <a:rPr lang="ru-RU" sz="105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 Соглашения о свободной торговле (EVFTA, CPTPP) для экспорта</a:t>
              </a:r>
              <a:br>
                <a:rPr lang="ru-RU" sz="1050" dirty="0">
                  <a:ln w="0"/>
                  <a:solidFill>
                    <a:schemeClr val="tx1"/>
                  </a:solidFill>
                  <a:effectLst>
                    <a:outerShdw blurRad="38100" dist="19050" dir="2700000" algn="tl" rotWithShape="0">
                      <a:schemeClr val="dk1">
                        <a:alpha val="40000"/>
                      </a:schemeClr>
                    </a:outerShdw>
                  </a:effectLst>
                </a:rPr>
              </a:br>
              <a:r>
                <a:rPr lang="ru-RU" sz="105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 Политическая стабильность во Вьетнаме</a:t>
              </a:r>
              <a:br>
                <a:rPr lang="ru-RU" sz="1050" dirty="0">
                  <a:ln w="0"/>
                  <a:solidFill>
                    <a:schemeClr val="tx1"/>
                  </a:solidFill>
                  <a:effectLst>
                    <a:outerShdw blurRad="38100" dist="19050" dir="2700000" algn="tl" rotWithShape="0">
                      <a:schemeClr val="dk1">
                        <a:alpha val="40000"/>
                      </a:schemeClr>
                    </a:outerShdw>
                  </a:effectLst>
                </a:rPr>
              </a:br>
              <a:r>
                <a:rPr lang="ru-RU" sz="105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Риски:</a:t>
              </a:r>
              <a:r>
                <a:rPr lang="vi-VN" sz="105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a:t>
              </a:r>
              <a:r>
                <a:rPr lang="ru-RU" sz="105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Конкуренция с международными корпорациями</a:t>
              </a:r>
              <a:br>
                <a:rPr lang="ru-RU" sz="1050" dirty="0">
                  <a:ln w="0"/>
                  <a:solidFill>
                    <a:schemeClr val="tx1"/>
                  </a:solidFill>
                  <a:effectLst>
                    <a:outerShdw blurRad="38100" dist="19050" dir="2700000" algn="tl" rotWithShape="0">
                      <a:schemeClr val="dk1">
                        <a:alpha val="40000"/>
                      </a:schemeClr>
                    </a:outerShdw>
                  </a:effectLst>
                </a:rPr>
              </a:br>
              <a:r>
                <a:rPr lang="ru-RU" sz="105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 Правовые барьеры на новых рынках</a:t>
              </a:r>
              <a:endParaRPr lang="ru-RU" sz="1050" dirty="0">
                <a:ln w="0"/>
                <a:solidFill>
                  <a:schemeClr val="tx1"/>
                </a:solidFill>
                <a:effectLst>
                  <a:outerShdw blurRad="38100" dist="19050" dir="2700000" algn="tl" rotWithShape="0">
                    <a:schemeClr val="dk1">
                      <a:alpha val="40000"/>
                    </a:schemeClr>
                  </a:outerShdw>
                </a:effectLst>
              </a:endParaRPr>
            </a:p>
            <a:p>
              <a:endParaRPr lang="ru-RU" sz="1050" dirty="0">
                <a:ln w="0"/>
                <a:solidFill>
                  <a:schemeClr val="tx1"/>
                </a:solidFill>
                <a:effectLst>
                  <a:outerShdw blurRad="38100" dist="19050" dir="2700000" algn="tl" rotWithShape="0">
                    <a:schemeClr val="dk1">
                      <a:alpha val="40000"/>
                    </a:schemeClr>
                  </a:outerShdw>
                </a:effectLst>
              </a:endParaRPr>
            </a:p>
          </p:txBody>
        </p:sp>
        <p:sp>
          <p:nvSpPr>
            <p:cNvPr id="18" name="Прямоугольник 17">
              <a:extLst>
                <a:ext uri="{FF2B5EF4-FFF2-40B4-BE49-F238E27FC236}">
                  <a16:creationId xmlns:a16="http://schemas.microsoft.com/office/drawing/2014/main" id="{805EA791-14CA-7EA2-0460-95211DD434CD}"/>
                </a:ext>
              </a:extLst>
            </p:cNvPr>
            <p:cNvSpPr/>
            <p:nvPr/>
          </p:nvSpPr>
          <p:spPr>
            <a:xfrm>
              <a:off x="6894576" y="1330452"/>
              <a:ext cx="5038344" cy="955548"/>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vi-VN"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endParaRPr>
            </a:p>
            <a:p>
              <a:r>
                <a:rPr lang="ru-RU"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Благоприятные:+ Стабильный рост экономики Вьетнама (~7%)</a:t>
              </a:r>
              <a:br>
                <a:rPr lang="ru-RU" sz="1000" dirty="0">
                  <a:ln w="0"/>
                  <a:solidFill>
                    <a:schemeClr val="tx1"/>
                  </a:solidFill>
                  <a:effectLst>
                    <a:outerShdw blurRad="38100" dist="19050" dir="2700000" algn="tl" rotWithShape="0">
                      <a:schemeClr val="dk1">
                        <a:alpha val="40000"/>
                      </a:schemeClr>
                    </a:outerShdw>
                  </a:effectLst>
                </a:rPr>
              </a:br>
              <a:r>
                <a:rPr lang="ru-RU"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 Рост доходов населения и спроса на молоко</a:t>
              </a:r>
              <a:br>
                <a:rPr lang="ru-RU" sz="1000" dirty="0">
                  <a:ln w="0"/>
                  <a:solidFill>
                    <a:schemeClr val="tx1"/>
                  </a:solidFill>
                  <a:effectLst>
                    <a:outerShdw blurRad="38100" dist="19050" dir="2700000" algn="tl" rotWithShape="0">
                      <a:schemeClr val="dk1">
                        <a:alpha val="40000"/>
                      </a:schemeClr>
                    </a:outerShdw>
                  </a:effectLst>
                </a:rPr>
              </a:br>
              <a:r>
                <a:rPr lang="ru-RU"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 Перспективные рынки Камбоджи и Лаоса</a:t>
              </a:r>
              <a:br>
                <a:rPr lang="ru-RU" sz="1000" dirty="0">
                  <a:ln w="0"/>
                  <a:solidFill>
                    <a:schemeClr val="tx1"/>
                  </a:solidFill>
                  <a:effectLst>
                    <a:outerShdw blurRad="38100" dist="19050" dir="2700000" algn="tl" rotWithShape="0">
                      <a:schemeClr val="dk1">
                        <a:alpha val="40000"/>
                      </a:schemeClr>
                    </a:outerShdw>
                  </a:effectLst>
                </a:rPr>
              </a:br>
              <a:r>
                <a:rPr lang="ru-RU"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Риски:</a:t>
              </a:r>
              <a:r>
                <a:rPr lang="vi-VN"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a:t>
              </a:r>
              <a:r>
                <a:rPr lang="ru-RU"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Колебания цен на импортное сухое молоко</a:t>
              </a:r>
              <a:br>
                <a:rPr lang="ru-RU" sz="1000" dirty="0">
                  <a:ln w="0"/>
                  <a:solidFill>
                    <a:schemeClr val="tx1"/>
                  </a:solidFill>
                  <a:effectLst>
                    <a:outerShdw blurRad="38100" dist="19050" dir="2700000" algn="tl" rotWithShape="0">
                      <a:schemeClr val="dk1">
                        <a:alpha val="40000"/>
                      </a:schemeClr>
                    </a:outerShdw>
                  </a:effectLst>
                </a:rPr>
              </a:br>
              <a:r>
                <a:rPr lang="ru-RU"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 Ценовая конкуренция с импортной продукцией</a:t>
              </a:r>
              <a:endParaRPr lang="ru-RU" sz="1000" dirty="0">
                <a:ln w="0"/>
                <a:solidFill>
                  <a:schemeClr val="tx1"/>
                </a:solidFill>
                <a:effectLst>
                  <a:outerShdw blurRad="38100" dist="19050" dir="2700000" algn="tl" rotWithShape="0">
                    <a:schemeClr val="dk1">
                      <a:alpha val="40000"/>
                    </a:schemeClr>
                  </a:outerShdw>
                </a:effectLst>
              </a:endParaRPr>
            </a:p>
            <a:p>
              <a:endParaRPr lang="ru-RU" sz="1000" dirty="0">
                <a:ln w="0"/>
                <a:solidFill>
                  <a:schemeClr val="tx1"/>
                </a:solidFill>
                <a:effectLst>
                  <a:outerShdw blurRad="38100" dist="19050" dir="2700000" algn="tl" rotWithShape="0">
                    <a:schemeClr val="dk1">
                      <a:alpha val="40000"/>
                    </a:schemeClr>
                  </a:outerShdw>
                </a:effectLst>
              </a:endParaRPr>
            </a:p>
          </p:txBody>
        </p:sp>
        <p:sp>
          <p:nvSpPr>
            <p:cNvPr id="19" name="Прямоугольник 18">
              <a:extLst>
                <a:ext uri="{FF2B5EF4-FFF2-40B4-BE49-F238E27FC236}">
                  <a16:creationId xmlns:a16="http://schemas.microsoft.com/office/drawing/2014/main" id="{47CCE833-7169-13ED-8046-EE830BC26CF2}"/>
                </a:ext>
              </a:extLst>
            </p:cNvPr>
            <p:cNvSpPr/>
            <p:nvPr/>
          </p:nvSpPr>
          <p:spPr>
            <a:xfrm>
              <a:off x="6894576" y="2372868"/>
              <a:ext cx="5038344" cy="955548"/>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vi-VN"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endParaRPr>
            </a:p>
            <a:p>
              <a:r>
                <a:rPr lang="ru-RU"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Благоприятные: + Молодое население и растущий средний класс</a:t>
              </a:r>
              <a:br>
                <a:rPr lang="ru-RU" sz="1000" dirty="0">
                  <a:ln w="0"/>
                  <a:solidFill>
                    <a:schemeClr val="tx1"/>
                  </a:solidFill>
                  <a:effectLst>
                    <a:outerShdw blurRad="38100" dist="19050" dir="2700000" algn="tl" rotWithShape="0">
                      <a:schemeClr val="dk1">
                        <a:alpha val="40000"/>
                      </a:schemeClr>
                    </a:outerShdw>
                  </a:effectLst>
                </a:rPr>
              </a:br>
              <a:r>
                <a:rPr lang="ru-RU"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 Тренд на здоровое питание</a:t>
              </a:r>
              <a:br>
                <a:rPr lang="ru-RU" sz="1000" dirty="0">
                  <a:ln w="0"/>
                  <a:solidFill>
                    <a:schemeClr val="tx1"/>
                  </a:solidFill>
                  <a:effectLst>
                    <a:outerShdw blurRad="38100" dist="19050" dir="2700000" algn="tl" rotWithShape="0">
                      <a:schemeClr val="dk1">
                        <a:alpha val="40000"/>
                      </a:schemeClr>
                    </a:outerShdw>
                  </a:effectLst>
                </a:rPr>
              </a:br>
              <a:r>
                <a:rPr lang="ru-RU"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 Популярность местных брендов</a:t>
              </a:r>
              <a:br>
                <a:rPr lang="ru-RU" sz="1000" dirty="0">
                  <a:ln w="0"/>
                  <a:solidFill>
                    <a:schemeClr val="tx1"/>
                  </a:solidFill>
                  <a:effectLst>
                    <a:outerShdw blurRad="38100" dist="19050" dir="2700000" algn="tl" rotWithShape="0">
                      <a:schemeClr val="dk1">
                        <a:alpha val="40000"/>
                      </a:schemeClr>
                    </a:outerShdw>
                  </a:effectLst>
                </a:rPr>
              </a:br>
              <a:r>
                <a:rPr lang="ru-RU"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Риски:</a:t>
              </a:r>
              <a:r>
                <a:rPr lang="vi-VN"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a:t>
              </a:r>
              <a:r>
                <a:rPr lang="ru-RU"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Низкое потребление свежего молока в сельской местности</a:t>
              </a:r>
              <a:br>
                <a:rPr lang="ru-RU" sz="1000" dirty="0">
                  <a:ln w="0"/>
                  <a:solidFill>
                    <a:schemeClr val="tx1"/>
                  </a:solidFill>
                  <a:effectLst>
                    <a:outerShdw blurRad="38100" dist="19050" dir="2700000" algn="tl" rotWithShape="0">
                      <a:schemeClr val="dk1">
                        <a:alpha val="40000"/>
                      </a:schemeClr>
                    </a:outerShdw>
                  </a:effectLst>
                </a:rPr>
              </a:br>
              <a:r>
                <a:rPr lang="ru-RU"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 Опасения потребителей о качестве продукции</a:t>
              </a:r>
              <a:endParaRPr lang="ru-RU" sz="1000" dirty="0">
                <a:ln w="0"/>
                <a:solidFill>
                  <a:schemeClr val="tx1"/>
                </a:solidFill>
                <a:effectLst>
                  <a:outerShdw blurRad="38100" dist="19050" dir="2700000" algn="tl" rotWithShape="0">
                    <a:schemeClr val="dk1">
                      <a:alpha val="40000"/>
                    </a:schemeClr>
                  </a:outerShdw>
                </a:effectLst>
              </a:endParaRPr>
            </a:p>
            <a:p>
              <a:endParaRPr lang="ru-RU" sz="1000" dirty="0">
                <a:ln w="0"/>
                <a:solidFill>
                  <a:schemeClr val="tx1"/>
                </a:solidFill>
                <a:effectLst>
                  <a:outerShdw blurRad="38100" dist="19050" dir="2700000" algn="tl" rotWithShape="0">
                    <a:schemeClr val="dk1">
                      <a:alpha val="40000"/>
                    </a:schemeClr>
                  </a:outerShdw>
                </a:effectLst>
              </a:endParaRPr>
            </a:p>
          </p:txBody>
        </p:sp>
        <p:sp>
          <p:nvSpPr>
            <p:cNvPr id="20" name="Прямоугольник 19">
              <a:extLst>
                <a:ext uri="{FF2B5EF4-FFF2-40B4-BE49-F238E27FC236}">
                  <a16:creationId xmlns:a16="http://schemas.microsoft.com/office/drawing/2014/main" id="{4687E3F0-E9B0-9D6D-3FF8-AC5FB022E867}"/>
                </a:ext>
              </a:extLst>
            </p:cNvPr>
            <p:cNvSpPr/>
            <p:nvPr/>
          </p:nvSpPr>
          <p:spPr>
            <a:xfrm>
              <a:off x="6894576" y="3429000"/>
              <a:ext cx="5038344" cy="955548"/>
            </a:xfrm>
            <a:prstGeom prst="rect">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ru-RU"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Благоприятные: + Внедрение технологий 4.0 в производство</a:t>
              </a:r>
              <a:br>
                <a:rPr lang="ru-RU" sz="1000" dirty="0">
                  <a:ln w="0"/>
                  <a:solidFill>
                    <a:schemeClr val="tx1"/>
                  </a:solidFill>
                  <a:effectLst>
                    <a:outerShdw blurRad="38100" dist="19050" dir="2700000" algn="tl" rotWithShape="0">
                      <a:schemeClr val="dk1">
                        <a:alpha val="40000"/>
                      </a:schemeClr>
                    </a:outerShdw>
                  </a:effectLst>
                </a:rPr>
              </a:br>
              <a:r>
                <a:rPr lang="ru-RU"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 Инвестиции в исследования и разработки</a:t>
              </a:r>
              <a:br>
                <a:rPr lang="ru-RU" sz="1000" dirty="0">
                  <a:ln w="0"/>
                  <a:solidFill>
                    <a:schemeClr val="tx1"/>
                  </a:solidFill>
                  <a:effectLst>
                    <a:outerShdw blurRad="38100" dist="19050" dir="2700000" algn="tl" rotWithShape="0">
                      <a:schemeClr val="dk1">
                        <a:alpha val="40000"/>
                      </a:schemeClr>
                    </a:outerShdw>
                  </a:effectLst>
                </a:rPr>
              </a:br>
              <a:r>
                <a:rPr lang="ru-RU"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 Развитие онлайн-продаж</a:t>
              </a:r>
              <a:br>
                <a:rPr lang="ru-RU" sz="1000" dirty="0">
                  <a:ln w="0"/>
                  <a:solidFill>
                    <a:schemeClr val="tx1"/>
                  </a:solidFill>
                  <a:effectLst>
                    <a:outerShdw blurRad="38100" dist="19050" dir="2700000" algn="tl" rotWithShape="0">
                      <a:schemeClr val="dk1">
                        <a:alpha val="40000"/>
                      </a:schemeClr>
                    </a:outerShdw>
                  </a:effectLst>
                </a:rPr>
              </a:br>
              <a:r>
                <a:rPr lang="ru-RU"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Риски:</a:t>
              </a:r>
              <a:r>
                <a:rPr lang="vi-VN"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a:t>
              </a:r>
              <a:r>
                <a:rPr lang="ru-RU"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Необходимость постоянных технологических обновлений</a:t>
              </a:r>
              <a:br>
                <a:rPr lang="ru-RU" sz="1000" dirty="0">
                  <a:ln w="0"/>
                  <a:solidFill>
                    <a:schemeClr val="tx1"/>
                  </a:solidFill>
                  <a:effectLst>
                    <a:outerShdw blurRad="38100" dist="19050" dir="2700000" algn="tl" rotWithShape="0">
                      <a:schemeClr val="dk1">
                        <a:alpha val="40000"/>
                      </a:schemeClr>
                    </a:outerShdw>
                  </a:effectLst>
                </a:rPr>
              </a:br>
              <a:r>
                <a:rPr lang="ru-RU"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 Высокие затраты на технологическое развитие</a:t>
              </a:r>
              <a:endParaRPr lang="ru-RU" sz="1000" dirty="0">
                <a:ln w="0"/>
                <a:solidFill>
                  <a:schemeClr val="tx1"/>
                </a:solidFill>
                <a:effectLst>
                  <a:outerShdw blurRad="38100" dist="19050" dir="2700000" algn="tl" rotWithShape="0">
                    <a:schemeClr val="dk1">
                      <a:alpha val="40000"/>
                    </a:schemeClr>
                  </a:outerShdw>
                </a:effectLst>
              </a:endParaRPr>
            </a:p>
          </p:txBody>
        </p:sp>
        <p:sp>
          <p:nvSpPr>
            <p:cNvPr id="21" name="Прямоугольник 20">
              <a:extLst>
                <a:ext uri="{FF2B5EF4-FFF2-40B4-BE49-F238E27FC236}">
                  <a16:creationId xmlns:a16="http://schemas.microsoft.com/office/drawing/2014/main" id="{8268748C-445E-5481-99E7-29FEDABAEC65}"/>
                </a:ext>
              </a:extLst>
            </p:cNvPr>
            <p:cNvSpPr/>
            <p:nvPr/>
          </p:nvSpPr>
          <p:spPr>
            <a:xfrm>
              <a:off x="6894576" y="4485132"/>
              <a:ext cx="5038344" cy="955548"/>
            </a:xfrm>
            <a:prstGeom prst="rect">
              <a:avLst/>
            </a:prstGeom>
            <a:solidFill>
              <a:schemeClr val="accent6">
                <a:lumMod val="60000"/>
                <a:lumOff val="40000"/>
              </a:schemeClr>
            </a:solid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vi-VN"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endParaRPr>
            </a:p>
            <a:p>
              <a:r>
                <a:rPr lang="ru-RU"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Благоприятные:  + Стратегия устойчивого развития</a:t>
              </a:r>
              <a:br>
                <a:rPr lang="ru-RU" sz="1000" dirty="0">
                  <a:ln w="0"/>
                  <a:solidFill>
                    <a:schemeClr val="tx1"/>
                  </a:solidFill>
                  <a:effectLst>
                    <a:outerShdw blurRad="38100" dist="19050" dir="2700000" algn="tl" rotWithShape="0">
                      <a:schemeClr val="dk1">
                        <a:alpha val="40000"/>
                      </a:schemeClr>
                    </a:outerShdw>
                  </a:effectLst>
                </a:rPr>
              </a:br>
              <a:r>
                <a:rPr lang="ru-RU"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 Использование возобновляемой энергии</a:t>
              </a:r>
              <a:br>
                <a:rPr lang="ru-RU" sz="1000" dirty="0">
                  <a:ln w="0"/>
                  <a:solidFill>
                    <a:schemeClr val="tx1"/>
                  </a:solidFill>
                  <a:effectLst>
                    <a:outerShdw blurRad="38100" dist="19050" dir="2700000" algn="tl" rotWithShape="0">
                      <a:schemeClr val="dk1">
                        <a:alpha val="40000"/>
                      </a:schemeClr>
                    </a:outerShdw>
                  </a:effectLst>
                </a:rPr>
              </a:br>
              <a:r>
                <a:rPr lang="ru-RU"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 Программы озеленения</a:t>
              </a:r>
              <a:br>
                <a:rPr lang="ru-RU" sz="1000" dirty="0">
                  <a:ln w="0"/>
                  <a:solidFill>
                    <a:schemeClr val="tx1"/>
                  </a:solidFill>
                  <a:effectLst>
                    <a:outerShdw blurRad="38100" dist="19050" dir="2700000" algn="tl" rotWithShape="0">
                      <a:schemeClr val="dk1">
                        <a:alpha val="40000"/>
                      </a:schemeClr>
                    </a:outerShdw>
                  </a:effectLst>
                </a:rPr>
              </a:br>
              <a:r>
                <a:rPr lang="ru-RU"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Риски: + Давление по снижению углеродного следа</a:t>
              </a:r>
              <a:br>
                <a:rPr lang="ru-RU" sz="1000" dirty="0">
                  <a:ln w="0"/>
                  <a:solidFill>
                    <a:schemeClr val="tx1"/>
                  </a:solidFill>
                  <a:effectLst>
                    <a:outerShdw blurRad="38100" dist="19050" dir="2700000" algn="tl" rotWithShape="0">
                      <a:schemeClr val="dk1">
                        <a:alpha val="40000"/>
                      </a:schemeClr>
                    </a:outerShdw>
                  </a:effectLst>
                </a:rPr>
              </a:br>
              <a:r>
                <a:rPr lang="ru-RU"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 Влияние климатических изменений на сырьевую базу</a:t>
              </a:r>
              <a:endParaRPr lang="ru-RU" sz="1000" dirty="0">
                <a:ln w="0"/>
                <a:solidFill>
                  <a:schemeClr val="tx1"/>
                </a:solidFill>
                <a:effectLst>
                  <a:outerShdw blurRad="38100" dist="19050" dir="2700000" algn="tl" rotWithShape="0">
                    <a:schemeClr val="dk1">
                      <a:alpha val="40000"/>
                    </a:schemeClr>
                  </a:outerShdw>
                </a:effectLst>
              </a:endParaRPr>
            </a:p>
            <a:p>
              <a:endParaRPr lang="ru-RU" sz="1000" dirty="0">
                <a:ln w="0"/>
                <a:solidFill>
                  <a:schemeClr val="tx1"/>
                </a:solidFill>
                <a:effectLst>
                  <a:outerShdw blurRad="38100" dist="19050" dir="2700000" algn="tl" rotWithShape="0">
                    <a:schemeClr val="dk1">
                      <a:alpha val="40000"/>
                    </a:schemeClr>
                  </a:outerShdw>
                </a:effectLst>
              </a:endParaRPr>
            </a:p>
          </p:txBody>
        </p:sp>
        <p:sp>
          <p:nvSpPr>
            <p:cNvPr id="22" name="Прямоугольник 21">
              <a:extLst>
                <a:ext uri="{FF2B5EF4-FFF2-40B4-BE49-F238E27FC236}">
                  <a16:creationId xmlns:a16="http://schemas.microsoft.com/office/drawing/2014/main" id="{B0BED213-F3ED-FD58-B532-1579E9E792FF}"/>
                </a:ext>
              </a:extLst>
            </p:cNvPr>
            <p:cNvSpPr/>
            <p:nvPr/>
          </p:nvSpPr>
          <p:spPr>
            <a:xfrm>
              <a:off x="6894576" y="5527548"/>
              <a:ext cx="5038344" cy="955548"/>
            </a:xfrm>
            <a:prstGeom prst="rect">
              <a:avLst/>
            </a:prstGeom>
            <a:solidFill>
              <a:schemeClr val="bg2">
                <a:lumMod val="60000"/>
                <a:lumOff val="40000"/>
              </a:schemeClr>
            </a:solidFill>
            <a:ln>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vi-VN"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endParaRPr>
            </a:p>
            <a:p>
              <a:r>
                <a:rPr lang="ru-RU"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Благоприятные: + Соответствие международным стандартам</a:t>
              </a:r>
              <a:br>
                <a:rPr lang="ru-RU" sz="1000" dirty="0">
                  <a:ln w="0"/>
                  <a:solidFill>
                    <a:schemeClr val="tx1"/>
                  </a:solidFill>
                  <a:effectLst>
                    <a:outerShdw blurRad="38100" dist="19050" dir="2700000" algn="tl" rotWithShape="0">
                      <a:schemeClr val="dk1">
                        <a:alpha val="40000"/>
                      </a:schemeClr>
                    </a:outerShdw>
                  </a:effectLst>
                </a:rPr>
              </a:br>
              <a:r>
                <a:rPr lang="ru-RU"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 Надежная защита бренда</a:t>
              </a:r>
              <a:br>
                <a:rPr lang="ru-RU" sz="1000" dirty="0">
                  <a:ln w="0"/>
                  <a:solidFill>
                    <a:schemeClr val="tx1"/>
                  </a:solidFill>
                  <a:effectLst>
                    <a:outerShdw blurRad="38100" dist="19050" dir="2700000" algn="tl" rotWithShape="0">
                      <a:schemeClr val="dk1">
                        <a:alpha val="40000"/>
                      </a:schemeClr>
                    </a:outerShdw>
                  </a:effectLst>
                </a:rPr>
              </a:br>
              <a:r>
                <a:rPr lang="ru-RU"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Риски:</a:t>
              </a:r>
              <a:r>
                <a:rPr lang="vi-VN"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a:t>
              </a:r>
              <a:r>
                <a:rPr lang="ru-RU"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Ужесточение требований к безопасности продуктов</a:t>
              </a:r>
              <a:br>
                <a:rPr lang="ru-RU" sz="1000" dirty="0">
                  <a:ln w="0"/>
                  <a:solidFill>
                    <a:schemeClr val="tx1"/>
                  </a:solidFill>
                  <a:effectLst>
                    <a:outerShdw blurRad="38100" dist="19050" dir="2700000" algn="tl" rotWithShape="0">
                      <a:schemeClr val="dk1">
                        <a:alpha val="40000"/>
                      </a:schemeClr>
                    </a:outerShdw>
                  </a:effectLst>
                </a:rPr>
              </a:br>
              <a:r>
                <a:rPr lang="ru-RU" sz="1000" i="0" dirty="0">
                  <a:ln w="0"/>
                  <a:solidFill>
                    <a:schemeClr val="tx1"/>
                  </a:solidFill>
                  <a:effectLst>
                    <a:outerShdw blurRad="38100" dist="19050" dir="2700000" algn="tl" rotWithShape="0">
                      <a:schemeClr val="dk1">
                        <a:alpha val="40000"/>
                      </a:schemeClr>
                    </a:outerShdw>
                  </a:effectLst>
                  <a:latin typeface="Roboto" panose="02000000000000000000" pitchFamily="2" charset="0"/>
                </a:rPr>
                <a:t>  + Риски судебных исков за рубежом</a:t>
              </a:r>
              <a:br>
                <a:rPr lang="ru-RU" sz="1000" dirty="0">
                  <a:ln w="0"/>
                  <a:solidFill>
                    <a:schemeClr val="tx1"/>
                  </a:solidFill>
                  <a:effectLst>
                    <a:outerShdw blurRad="38100" dist="19050" dir="2700000" algn="tl" rotWithShape="0">
                      <a:schemeClr val="dk1">
                        <a:alpha val="40000"/>
                      </a:schemeClr>
                    </a:outerShdw>
                  </a:effectLst>
                </a:rPr>
              </a:br>
              <a:endParaRPr lang="ru-RU" sz="1000" dirty="0">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10756655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8"/>
          <p:cNvSpPr/>
          <p:nvPr/>
        </p:nvSpPr>
        <p:spPr>
          <a:xfrm>
            <a:off x="3763580" y="1511033"/>
            <a:ext cx="4666097" cy="4630360"/>
          </a:xfrm>
          <a:custGeom>
            <a:avLst/>
            <a:gdLst/>
            <a:ahLst/>
            <a:cxnLst/>
            <a:rect l="l" t="t" r="r" b="b"/>
            <a:pathLst>
              <a:path w="142971" h="141876" extrusionOk="0">
                <a:moveTo>
                  <a:pt x="71487" y="1"/>
                </a:moveTo>
                <a:cubicBezTo>
                  <a:pt x="70054" y="1"/>
                  <a:pt x="68622" y="549"/>
                  <a:pt x="67532" y="1644"/>
                </a:cubicBezTo>
                <a:lnTo>
                  <a:pt x="2191" y="66973"/>
                </a:lnTo>
                <a:cubicBezTo>
                  <a:pt x="0" y="69164"/>
                  <a:pt x="0" y="72712"/>
                  <a:pt x="2191" y="74903"/>
                </a:cubicBezTo>
                <a:lnTo>
                  <a:pt x="67532" y="140232"/>
                </a:lnTo>
                <a:cubicBezTo>
                  <a:pt x="68622" y="141328"/>
                  <a:pt x="70054" y="141876"/>
                  <a:pt x="71487" y="141876"/>
                </a:cubicBezTo>
                <a:cubicBezTo>
                  <a:pt x="72920" y="141876"/>
                  <a:pt x="74355" y="141328"/>
                  <a:pt x="75450" y="140232"/>
                </a:cubicBezTo>
                <a:lnTo>
                  <a:pt x="140780" y="74903"/>
                </a:lnTo>
                <a:cubicBezTo>
                  <a:pt x="142970" y="72712"/>
                  <a:pt x="142970" y="69164"/>
                  <a:pt x="140780" y="66973"/>
                </a:cubicBezTo>
                <a:lnTo>
                  <a:pt x="75450" y="1644"/>
                </a:lnTo>
                <a:cubicBezTo>
                  <a:pt x="74355" y="549"/>
                  <a:pt x="72920" y="1"/>
                  <a:pt x="71487" y="1"/>
                </a:cubicBezTo>
                <a:close/>
              </a:path>
            </a:pathLst>
          </a:custGeom>
          <a:solidFill>
            <a:srgbClr val="EEEEE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nvGrpSpPr>
          <p:cNvPr id="203" name="Google Shape;203;p18"/>
          <p:cNvGrpSpPr/>
          <p:nvPr/>
        </p:nvGrpSpPr>
        <p:grpSpPr>
          <a:xfrm>
            <a:off x="3867334" y="2777874"/>
            <a:ext cx="2129444" cy="2100692"/>
            <a:chOff x="2900500" y="2083405"/>
            <a:chExt cx="1597083" cy="1575519"/>
          </a:xfrm>
        </p:grpSpPr>
        <p:sp>
          <p:nvSpPr>
            <p:cNvPr id="204" name="Google Shape;204;p18"/>
            <p:cNvSpPr/>
            <p:nvPr/>
          </p:nvSpPr>
          <p:spPr>
            <a:xfrm>
              <a:off x="2900500" y="2083405"/>
              <a:ext cx="1597083" cy="1575519"/>
            </a:xfrm>
            <a:custGeom>
              <a:avLst/>
              <a:gdLst/>
              <a:ahLst/>
              <a:cxnLst/>
              <a:rect l="l" t="t" r="r" b="b"/>
              <a:pathLst>
                <a:path w="65247" h="64366" extrusionOk="0">
                  <a:moveTo>
                    <a:pt x="32623" y="0"/>
                  </a:moveTo>
                  <a:cubicBezTo>
                    <a:pt x="31468" y="0"/>
                    <a:pt x="30313" y="441"/>
                    <a:pt x="29432" y="1322"/>
                  </a:cubicBezTo>
                  <a:lnTo>
                    <a:pt x="1762" y="28992"/>
                  </a:lnTo>
                  <a:cubicBezTo>
                    <a:pt x="0" y="30754"/>
                    <a:pt x="0" y="33611"/>
                    <a:pt x="1762" y="35374"/>
                  </a:cubicBezTo>
                  <a:lnTo>
                    <a:pt x="29432" y="63044"/>
                  </a:lnTo>
                  <a:cubicBezTo>
                    <a:pt x="30313" y="63925"/>
                    <a:pt x="31468" y="64365"/>
                    <a:pt x="32623" y="64365"/>
                  </a:cubicBezTo>
                  <a:cubicBezTo>
                    <a:pt x="33778" y="64365"/>
                    <a:pt x="34933" y="63925"/>
                    <a:pt x="35814" y="63044"/>
                  </a:cubicBezTo>
                  <a:lnTo>
                    <a:pt x="63484" y="35374"/>
                  </a:lnTo>
                  <a:cubicBezTo>
                    <a:pt x="65246" y="33611"/>
                    <a:pt x="65246" y="30754"/>
                    <a:pt x="63484" y="28992"/>
                  </a:cubicBezTo>
                  <a:lnTo>
                    <a:pt x="35814" y="1322"/>
                  </a:lnTo>
                  <a:cubicBezTo>
                    <a:pt x="34933" y="441"/>
                    <a:pt x="33778" y="0"/>
                    <a:pt x="32623" y="0"/>
                  </a:cubicBezTo>
                  <a:close/>
                </a:path>
              </a:pathLst>
            </a:custGeom>
            <a:solidFill>
              <a:srgbClr val="E0921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05" name="Google Shape;205;p18"/>
            <p:cNvSpPr/>
            <p:nvPr/>
          </p:nvSpPr>
          <p:spPr>
            <a:xfrm>
              <a:off x="2975674" y="2147808"/>
              <a:ext cx="1446718" cy="1446694"/>
            </a:xfrm>
            <a:custGeom>
              <a:avLst/>
              <a:gdLst/>
              <a:ahLst/>
              <a:cxnLst/>
              <a:rect l="l" t="t" r="r" b="b"/>
              <a:pathLst>
                <a:path w="59104" h="59103" extrusionOk="0">
                  <a:moveTo>
                    <a:pt x="29552" y="0"/>
                  </a:moveTo>
                  <a:cubicBezTo>
                    <a:pt x="29052" y="0"/>
                    <a:pt x="28576" y="203"/>
                    <a:pt x="28231" y="548"/>
                  </a:cubicBezTo>
                  <a:lnTo>
                    <a:pt x="549" y="28230"/>
                  </a:lnTo>
                  <a:cubicBezTo>
                    <a:pt x="203" y="28575"/>
                    <a:pt x="1" y="29052"/>
                    <a:pt x="1" y="29552"/>
                  </a:cubicBezTo>
                  <a:cubicBezTo>
                    <a:pt x="1" y="30052"/>
                    <a:pt x="203" y="30528"/>
                    <a:pt x="560" y="30873"/>
                  </a:cubicBezTo>
                  <a:lnTo>
                    <a:pt x="28231" y="58555"/>
                  </a:lnTo>
                  <a:cubicBezTo>
                    <a:pt x="28576" y="58901"/>
                    <a:pt x="29052" y="59103"/>
                    <a:pt x="29552" y="59103"/>
                  </a:cubicBezTo>
                  <a:cubicBezTo>
                    <a:pt x="30052" y="59103"/>
                    <a:pt x="30529" y="58901"/>
                    <a:pt x="30874" y="58555"/>
                  </a:cubicBezTo>
                  <a:lnTo>
                    <a:pt x="58556" y="30873"/>
                  </a:lnTo>
                  <a:cubicBezTo>
                    <a:pt x="58901" y="30528"/>
                    <a:pt x="59104" y="30052"/>
                    <a:pt x="59104" y="29552"/>
                  </a:cubicBezTo>
                  <a:cubicBezTo>
                    <a:pt x="59104" y="29052"/>
                    <a:pt x="58901" y="28575"/>
                    <a:pt x="58556" y="28230"/>
                  </a:cubicBezTo>
                  <a:lnTo>
                    <a:pt x="30874" y="548"/>
                  </a:lnTo>
                  <a:cubicBezTo>
                    <a:pt x="30529" y="203"/>
                    <a:pt x="30052" y="0"/>
                    <a:pt x="29552" y="0"/>
                  </a:cubicBezTo>
                  <a:close/>
                </a:path>
              </a:pathLst>
            </a:custGeom>
            <a:solidFill>
              <a:srgbClr val="FCBD2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06" name="Google Shape;206;p18"/>
            <p:cNvSpPr/>
            <p:nvPr/>
          </p:nvSpPr>
          <p:spPr>
            <a:xfrm>
              <a:off x="3013272" y="2185406"/>
              <a:ext cx="538603" cy="538603"/>
            </a:xfrm>
            <a:custGeom>
              <a:avLst/>
              <a:gdLst/>
              <a:ahLst/>
              <a:cxnLst/>
              <a:rect l="l" t="t" r="r" b="b"/>
              <a:pathLst>
                <a:path w="22004" h="22004" extrusionOk="0">
                  <a:moveTo>
                    <a:pt x="11002" y="0"/>
                  </a:moveTo>
                  <a:cubicBezTo>
                    <a:pt x="4930" y="0"/>
                    <a:pt x="1" y="4930"/>
                    <a:pt x="1" y="11002"/>
                  </a:cubicBezTo>
                  <a:cubicBezTo>
                    <a:pt x="1" y="17074"/>
                    <a:pt x="4930" y="22003"/>
                    <a:pt x="11002" y="22003"/>
                  </a:cubicBezTo>
                  <a:cubicBezTo>
                    <a:pt x="17074" y="22003"/>
                    <a:pt x="22004" y="17074"/>
                    <a:pt x="22004" y="11002"/>
                  </a:cubicBezTo>
                  <a:cubicBezTo>
                    <a:pt x="22004" y="4930"/>
                    <a:pt x="17074" y="0"/>
                    <a:pt x="11002" y="0"/>
                  </a:cubicBezTo>
                  <a:close/>
                </a:path>
              </a:pathLst>
            </a:custGeom>
            <a:solidFill>
              <a:srgbClr val="EEEEE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07" name="Google Shape;207;p18"/>
            <p:cNvSpPr/>
            <p:nvPr/>
          </p:nvSpPr>
          <p:spPr>
            <a:xfrm>
              <a:off x="3065730" y="2237864"/>
              <a:ext cx="433986" cy="433668"/>
            </a:xfrm>
            <a:custGeom>
              <a:avLst/>
              <a:gdLst/>
              <a:ahLst/>
              <a:cxnLst/>
              <a:rect l="l" t="t" r="r" b="b"/>
              <a:pathLst>
                <a:path w="17730" h="17717" extrusionOk="0">
                  <a:moveTo>
                    <a:pt x="8859" y="1"/>
                  </a:moveTo>
                  <a:cubicBezTo>
                    <a:pt x="3966" y="1"/>
                    <a:pt x="1" y="3965"/>
                    <a:pt x="1" y="8859"/>
                  </a:cubicBezTo>
                  <a:cubicBezTo>
                    <a:pt x="1" y="13752"/>
                    <a:pt x="3966" y="17717"/>
                    <a:pt x="8859" y="17717"/>
                  </a:cubicBezTo>
                  <a:cubicBezTo>
                    <a:pt x="13753" y="17717"/>
                    <a:pt x="17729" y="13752"/>
                    <a:pt x="17729" y="8859"/>
                  </a:cubicBezTo>
                  <a:cubicBezTo>
                    <a:pt x="17729" y="3965"/>
                    <a:pt x="13753" y="1"/>
                    <a:pt x="8859" y="1"/>
                  </a:cubicBezTo>
                  <a:close/>
                </a:path>
              </a:pathLst>
            </a:custGeom>
            <a:solidFill>
              <a:srgbClr val="FCBD24"/>
            </a:solidFill>
            <a:ln>
              <a:noFill/>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Fira Sans Extra Condensed Medium"/>
                  <a:ea typeface="Fira Sans Extra Condensed Medium"/>
                  <a:cs typeface="Fira Sans Extra Condensed Medium"/>
                  <a:sym typeface="Fira Sans Extra Condensed Medium"/>
                </a:rPr>
                <a:t>01</a:t>
              </a:r>
              <a:endParaRPr sz="2667" kern="0">
                <a:solidFill>
                  <a:srgbClr val="FFFFFF"/>
                </a:solidFill>
                <a:latin typeface="Fira Sans Extra Condensed Medium"/>
                <a:ea typeface="Fira Sans Extra Condensed Medium"/>
                <a:cs typeface="Fira Sans Extra Condensed Medium"/>
                <a:sym typeface="Fira Sans Extra Condensed Medium"/>
              </a:endParaRPr>
            </a:p>
          </p:txBody>
        </p:sp>
      </p:grpSp>
      <p:grpSp>
        <p:nvGrpSpPr>
          <p:cNvPr id="208" name="Google Shape;208;p18"/>
          <p:cNvGrpSpPr/>
          <p:nvPr/>
        </p:nvGrpSpPr>
        <p:grpSpPr>
          <a:xfrm>
            <a:off x="4684168" y="3581583"/>
            <a:ext cx="495752" cy="493299"/>
            <a:chOff x="-41893475" y="3584850"/>
            <a:chExt cx="318225" cy="316650"/>
          </a:xfrm>
        </p:grpSpPr>
        <p:sp>
          <p:nvSpPr>
            <p:cNvPr id="209" name="Google Shape;209;p18"/>
            <p:cNvSpPr/>
            <p:nvPr/>
          </p:nvSpPr>
          <p:spPr>
            <a:xfrm>
              <a:off x="-41827300" y="3715600"/>
              <a:ext cx="186675" cy="185900"/>
            </a:xfrm>
            <a:custGeom>
              <a:avLst/>
              <a:gdLst/>
              <a:ahLst/>
              <a:cxnLst/>
              <a:rect l="l" t="t" r="r" b="b"/>
              <a:pathLst>
                <a:path w="7467" h="7436" extrusionOk="0">
                  <a:moveTo>
                    <a:pt x="3686" y="1465"/>
                  </a:moveTo>
                  <a:cubicBezTo>
                    <a:pt x="3836" y="1465"/>
                    <a:pt x="3985" y="1544"/>
                    <a:pt x="4064" y="1702"/>
                  </a:cubicBezTo>
                  <a:lnTo>
                    <a:pt x="4537" y="2678"/>
                  </a:lnTo>
                  <a:lnTo>
                    <a:pt x="5608" y="2836"/>
                  </a:lnTo>
                  <a:cubicBezTo>
                    <a:pt x="5955" y="2867"/>
                    <a:pt x="6081" y="3308"/>
                    <a:pt x="5829" y="3561"/>
                  </a:cubicBezTo>
                  <a:lnTo>
                    <a:pt x="5041" y="4285"/>
                  </a:lnTo>
                  <a:lnTo>
                    <a:pt x="5261" y="5356"/>
                  </a:lnTo>
                  <a:cubicBezTo>
                    <a:pt x="5286" y="5630"/>
                    <a:pt x="5075" y="5845"/>
                    <a:pt x="4845" y="5845"/>
                  </a:cubicBezTo>
                  <a:cubicBezTo>
                    <a:pt x="4784" y="5845"/>
                    <a:pt x="4722" y="5830"/>
                    <a:pt x="4663" y="5797"/>
                  </a:cubicBezTo>
                  <a:lnTo>
                    <a:pt x="3686" y="5262"/>
                  </a:lnTo>
                  <a:lnTo>
                    <a:pt x="2678" y="5797"/>
                  </a:lnTo>
                  <a:cubicBezTo>
                    <a:pt x="2616" y="5828"/>
                    <a:pt x="2553" y="5842"/>
                    <a:pt x="2492" y="5842"/>
                  </a:cubicBezTo>
                  <a:cubicBezTo>
                    <a:pt x="2244" y="5842"/>
                    <a:pt x="2035" y="5609"/>
                    <a:pt x="2111" y="5356"/>
                  </a:cubicBezTo>
                  <a:lnTo>
                    <a:pt x="2300" y="4285"/>
                  </a:lnTo>
                  <a:lnTo>
                    <a:pt x="1512" y="3561"/>
                  </a:lnTo>
                  <a:cubicBezTo>
                    <a:pt x="1323" y="3308"/>
                    <a:pt x="1418" y="2867"/>
                    <a:pt x="1796" y="2836"/>
                  </a:cubicBezTo>
                  <a:lnTo>
                    <a:pt x="2836" y="2678"/>
                  </a:lnTo>
                  <a:lnTo>
                    <a:pt x="3308" y="1702"/>
                  </a:lnTo>
                  <a:cubicBezTo>
                    <a:pt x="3387" y="1544"/>
                    <a:pt x="3537" y="1465"/>
                    <a:pt x="3686" y="1465"/>
                  </a:cubicBezTo>
                  <a:close/>
                  <a:moveTo>
                    <a:pt x="3718" y="0"/>
                  </a:moveTo>
                  <a:cubicBezTo>
                    <a:pt x="1670" y="0"/>
                    <a:pt x="32" y="1670"/>
                    <a:pt x="32" y="3750"/>
                  </a:cubicBezTo>
                  <a:cubicBezTo>
                    <a:pt x="0" y="5766"/>
                    <a:pt x="1670" y="7436"/>
                    <a:pt x="3718" y="7436"/>
                  </a:cubicBezTo>
                  <a:cubicBezTo>
                    <a:pt x="5765" y="7436"/>
                    <a:pt x="7404" y="5797"/>
                    <a:pt x="7467" y="3750"/>
                  </a:cubicBezTo>
                  <a:cubicBezTo>
                    <a:pt x="7467" y="1702"/>
                    <a:pt x="5797" y="32"/>
                    <a:pt x="3718"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0" name="Google Shape;210;p18"/>
            <p:cNvSpPr/>
            <p:nvPr/>
          </p:nvSpPr>
          <p:spPr>
            <a:xfrm>
              <a:off x="-41726500" y="3586725"/>
              <a:ext cx="151250" cy="147800"/>
            </a:xfrm>
            <a:custGeom>
              <a:avLst/>
              <a:gdLst/>
              <a:ahLst/>
              <a:cxnLst/>
              <a:rect l="l" t="t" r="r" b="b"/>
              <a:pathLst>
                <a:path w="6050" h="5912" extrusionOk="0">
                  <a:moveTo>
                    <a:pt x="3829" y="0"/>
                  </a:moveTo>
                  <a:cubicBezTo>
                    <a:pt x="3706" y="0"/>
                    <a:pt x="3580" y="47"/>
                    <a:pt x="3498" y="146"/>
                  </a:cubicBezTo>
                  <a:lnTo>
                    <a:pt x="1" y="4336"/>
                  </a:lnTo>
                  <a:cubicBezTo>
                    <a:pt x="1229" y="4399"/>
                    <a:pt x="2332" y="4998"/>
                    <a:pt x="3088" y="5912"/>
                  </a:cubicBezTo>
                  <a:lnTo>
                    <a:pt x="5861" y="2446"/>
                  </a:lnTo>
                  <a:cubicBezTo>
                    <a:pt x="6050" y="2289"/>
                    <a:pt x="6050" y="2037"/>
                    <a:pt x="5924" y="1879"/>
                  </a:cubicBezTo>
                  <a:lnTo>
                    <a:pt x="4128" y="115"/>
                  </a:lnTo>
                  <a:cubicBezTo>
                    <a:pt x="4053" y="40"/>
                    <a:pt x="3942" y="0"/>
                    <a:pt x="3829"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1" name="Google Shape;211;p18"/>
            <p:cNvSpPr/>
            <p:nvPr/>
          </p:nvSpPr>
          <p:spPr>
            <a:xfrm>
              <a:off x="-41808400" y="3584850"/>
              <a:ext cx="148100" cy="89825"/>
            </a:xfrm>
            <a:custGeom>
              <a:avLst/>
              <a:gdLst/>
              <a:ahLst/>
              <a:cxnLst/>
              <a:rect l="l" t="t" r="r" b="b"/>
              <a:pathLst>
                <a:path w="5924" h="3593" extrusionOk="0">
                  <a:moveTo>
                    <a:pt x="0" y="1"/>
                  </a:moveTo>
                  <a:lnTo>
                    <a:pt x="2962" y="3592"/>
                  </a:lnTo>
                  <a:lnTo>
                    <a:pt x="5923"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2" name="Google Shape;212;p18"/>
            <p:cNvSpPr/>
            <p:nvPr/>
          </p:nvSpPr>
          <p:spPr>
            <a:xfrm>
              <a:off x="-41893475" y="3586725"/>
              <a:ext cx="148875" cy="147025"/>
            </a:xfrm>
            <a:custGeom>
              <a:avLst/>
              <a:gdLst/>
              <a:ahLst/>
              <a:cxnLst/>
              <a:rect l="l" t="t" r="r" b="b"/>
              <a:pathLst>
                <a:path w="5955" h="5881" extrusionOk="0">
                  <a:moveTo>
                    <a:pt x="2194" y="0"/>
                  </a:moveTo>
                  <a:cubicBezTo>
                    <a:pt x="2084" y="0"/>
                    <a:pt x="1965" y="40"/>
                    <a:pt x="1859" y="115"/>
                  </a:cubicBezTo>
                  <a:lnTo>
                    <a:pt x="95" y="1879"/>
                  </a:lnTo>
                  <a:cubicBezTo>
                    <a:pt x="1" y="2037"/>
                    <a:pt x="1" y="2289"/>
                    <a:pt x="95" y="2446"/>
                  </a:cubicBezTo>
                  <a:lnTo>
                    <a:pt x="2899" y="5880"/>
                  </a:lnTo>
                  <a:cubicBezTo>
                    <a:pt x="3655" y="4998"/>
                    <a:pt x="4758" y="4399"/>
                    <a:pt x="5955" y="4305"/>
                  </a:cubicBezTo>
                  <a:lnTo>
                    <a:pt x="2490" y="146"/>
                  </a:lnTo>
                  <a:cubicBezTo>
                    <a:pt x="2424" y="47"/>
                    <a:pt x="2315" y="0"/>
                    <a:pt x="2194"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213" name="Google Shape;213;p18"/>
          <p:cNvGrpSpPr/>
          <p:nvPr/>
        </p:nvGrpSpPr>
        <p:grpSpPr>
          <a:xfrm>
            <a:off x="5031953" y="1609078"/>
            <a:ext cx="2129836" cy="2100985"/>
            <a:chOff x="3773964" y="1206808"/>
            <a:chExt cx="1597377" cy="1575739"/>
          </a:xfrm>
        </p:grpSpPr>
        <p:sp>
          <p:nvSpPr>
            <p:cNvPr id="214" name="Google Shape;214;p18"/>
            <p:cNvSpPr/>
            <p:nvPr/>
          </p:nvSpPr>
          <p:spPr>
            <a:xfrm>
              <a:off x="3773964" y="1206808"/>
              <a:ext cx="1597377" cy="1575739"/>
            </a:xfrm>
            <a:custGeom>
              <a:avLst/>
              <a:gdLst/>
              <a:ahLst/>
              <a:cxnLst/>
              <a:rect l="l" t="t" r="r" b="b"/>
              <a:pathLst>
                <a:path w="65259" h="64375" extrusionOk="0">
                  <a:moveTo>
                    <a:pt x="32623" y="0"/>
                  </a:moveTo>
                  <a:cubicBezTo>
                    <a:pt x="31468" y="0"/>
                    <a:pt x="30313" y="444"/>
                    <a:pt x="29432" y="1331"/>
                  </a:cubicBezTo>
                  <a:lnTo>
                    <a:pt x="1762" y="29001"/>
                  </a:lnTo>
                  <a:cubicBezTo>
                    <a:pt x="0" y="30763"/>
                    <a:pt x="0" y="33620"/>
                    <a:pt x="1762" y="35383"/>
                  </a:cubicBezTo>
                  <a:lnTo>
                    <a:pt x="29432" y="63053"/>
                  </a:lnTo>
                  <a:cubicBezTo>
                    <a:pt x="30313" y="63934"/>
                    <a:pt x="31468" y="64374"/>
                    <a:pt x="32623" y="64374"/>
                  </a:cubicBezTo>
                  <a:cubicBezTo>
                    <a:pt x="33778" y="64374"/>
                    <a:pt x="34933" y="63934"/>
                    <a:pt x="35814" y="63053"/>
                  </a:cubicBezTo>
                  <a:lnTo>
                    <a:pt x="63484" y="35383"/>
                  </a:lnTo>
                  <a:cubicBezTo>
                    <a:pt x="65258" y="33620"/>
                    <a:pt x="65258" y="30763"/>
                    <a:pt x="63484" y="29001"/>
                  </a:cubicBezTo>
                  <a:lnTo>
                    <a:pt x="35814" y="1331"/>
                  </a:lnTo>
                  <a:cubicBezTo>
                    <a:pt x="34933" y="444"/>
                    <a:pt x="33778" y="0"/>
                    <a:pt x="32623" y="0"/>
                  </a:cubicBezTo>
                  <a:close/>
                </a:path>
              </a:pathLst>
            </a:custGeom>
            <a:solidFill>
              <a:srgbClr val="C6282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5" name="Google Shape;215;p18"/>
            <p:cNvSpPr/>
            <p:nvPr/>
          </p:nvSpPr>
          <p:spPr>
            <a:xfrm>
              <a:off x="3849137" y="1271431"/>
              <a:ext cx="1446718" cy="1446694"/>
            </a:xfrm>
            <a:custGeom>
              <a:avLst/>
              <a:gdLst/>
              <a:ahLst/>
              <a:cxnLst/>
              <a:rect l="l" t="t" r="r" b="b"/>
              <a:pathLst>
                <a:path w="59104" h="59103" extrusionOk="0">
                  <a:moveTo>
                    <a:pt x="29552" y="0"/>
                  </a:moveTo>
                  <a:cubicBezTo>
                    <a:pt x="29052" y="0"/>
                    <a:pt x="28588" y="203"/>
                    <a:pt x="28231" y="548"/>
                  </a:cubicBezTo>
                  <a:lnTo>
                    <a:pt x="561" y="28230"/>
                  </a:lnTo>
                  <a:cubicBezTo>
                    <a:pt x="203" y="28575"/>
                    <a:pt x="1" y="29052"/>
                    <a:pt x="1" y="29552"/>
                  </a:cubicBezTo>
                  <a:cubicBezTo>
                    <a:pt x="1" y="30052"/>
                    <a:pt x="203" y="30528"/>
                    <a:pt x="561" y="30873"/>
                  </a:cubicBezTo>
                  <a:lnTo>
                    <a:pt x="28231" y="58543"/>
                  </a:lnTo>
                  <a:cubicBezTo>
                    <a:pt x="28588" y="58901"/>
                    <a:pt x="29052" y="59103"/>
                    <a:pt x="29552" y="59103"/>
                  </a:cubicBezTo>
                  <a:cubicBezTo>
                    <a:pt x="30052" y="59103"/>
                    <a:pt x="30529" y="58901"/>
                    <a:pt x="30886" y="58543"/>
                  </a:cubicBezTo>
                  <a:lnTo>
                    <a:pt x="58556" y="30873"/>
                  </a:lnTo>
                  <a:cubicBezTo>
                    <a:pt x="58901" y="30528"/>
                    <a:pt x="59104" y="30052"/>
                    <a:pt x="59104" y="29552"/>
                  </a:cubicBezTo>
                  <a:cubicBezTo>
                    <a:pt x="59104" y="29052"/>
                    <a:pt x="58901" y="28575"/>
                    <a:pt x="58556" y="28230"/>
                  </a:cubicBezTo>
                  <a:lnTo>
                    <a:pt x="30886" y="548"/>
                  </a:lnTo>
                  <a:cubicBezTo>
                    <a:pt x="30529" y="203"/>
                    <a:pt x="30052" y="0"/>
                    <a:pt x="29552" y="0"/>
                  </a:cubicBezTo>
                  <a:close/>
                </a:path>
              </a:pathLst>
            </a:custGeom>
            <a:solidFill>
              <a:srgbClr val="EC3A3B"/>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6" name="Google Shape;216;p18"/>
            <p:cNvSpPr/>
            <p:nvPr/>
          </p:nvSpPr>
          <p:spPr>
            <a:xfrm>
              <a:off x="4734570" y="1297378"/>
              <a:ext cx="538285" cy="538578"/>
            </a:xfrm>
            <a:custGeom>
              <a:avLst/>
              <a:gdLst/>
              <a:ahLst/>
              <a:cxnLst/>
              <a:rect l="l" t="t" r="r" b="b"/>
              <a:pathLst>
                <a:path w="21991" h="22003" extrusionOk="0">
                  <a:moveTo>
                    <a:pt x="10990" y="0"/>
                  </a:moveTo>
                  <a:cubicBezTo>
                    <a:pt x="4917" y="0"/>
                    <a:pt x="0" y="4929"/>
                    <a:pt x="0" y="11001"/>
                  </a:cubicBezTo>
                  <a:cubicBezTo>
                    <a:pt x="0" y="17074"/>
                    <a:pt x="4917" y="22003"/>
                    <a:pt x="10990" y="22003"/>
                  </a:cubicBezTo>
                  <a:cubicBezTo>
                    <a:pt x="17074" y="22003"/>
                    <a:pt x="21991" y="17074"/>
                    <a:pt x="21991" y="11001"/>
                  </a:cubicBezTo>
                  <a:cubicBezTo>
                    <a:pt x="21991" y="4929"/>
                    <a:pt x="17074" y="0"/>
                    <a:pt x="10990" y="0"/>
                  </a:cubicBezTo>
                  <a:close/>
                </a:path>
              </a:pathLst>
            </a:custGeom>
            <a:solidFill>
              <a:srgbClr val="EEEEE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7" name="Google Shape;217;p18"/>
            <p:cNvSpPr/>
            <p:nvPr/>
          </p:nvSpPr>
          <p:spPr>
            <a:xfrm>
              <a:off x="4786734" y="1349542"/>
              <a:ext cx="433962" cy="433962"/>
            </a:xfrm>
            <a:custGeom>
              <a:avLst/>
              <a:gdLst/>
              <a:ahLst/>
              <a:cxnLst/>
              <a:rect l="l" t="t" r="r" b="b"/>
              <a:pathLst>
                <a:path w="17729" h="17729" extrusionOk="0">
                  <a:moveTo>
                    <a:pt x="8859" y="0"/>
                  </a:moveTo>
                  <a:cubicBezTo>
                    <a:pt x="3965" y="0"/>
                    <a:pt x="0" y="3977"/>
                    <a:pt x="0" y="8870"/>
                  </a:cubicBezTo>
                  <a:cubicBezTo>
                    <a:pt x="0" y="13764"/>
                    <a:pt x="3965" y="17729"/>
                    <a:pt x="8859" y="17729"/>
                  </a:cubicBezTo>
                  <a:cubicBezTo>
                    <a:pt x="13752" y="17729"/>
                    <a:pt x="17729" y="13764"/>
                    <a:pt x="17729" y="8870"/>
                  </a:cubicBezTo>
                  <a:cubicBezTo>
                    <a:pt x="17729" y="3977"/>
                    <a:pt x="13752" y="0"/>
                    <a:pt x="8859" y="0"/>
                  </a:cubicBezTo>
                  <a:close/>
                </a:path>
              </a:pathLst>
            </a:custGeom>
            <a:solidFill>
              <a:srgbClr val="EC3A3B"/>
            </a:solidFill>
            <a:ln>
              <a:noFill/>
            </a:ln>
          </p:spPr>
          <p:txBody>
            <a:bodyPr spcFirstLastPara="1" wrap="square" lIns="121900" tIns="121900" rIns="121900" bIns="121900" anchor="ctr" anchorCtr="0">
              <a:noAutofit/>
            </a:bodyPr>
            <a:lstStyle/>
            <a:p>
              <a:pPr algn="ctr" defTabSz="1219170">
                <a:buClr>
                  <a:srgbClr val="000000"/>
                </a:buClr>
                <a:buSzPts val="1100"/>
              </a:pPr>
              <a:r>
                <a:rPr lang="en" sz="2667" kern="0">
                  <a:solidFill>
                    <a:srgbClr val="FFFFFF"/>
                  </a:solidFill>
                  <a:latin typeface="Fira Sans Extra Condensed Medium"/>
                  <a:ea typeface="Fira Sans Extra Condensed Medium"/>
                  <a:cs typeface="Fira Sans Extra Condensed Medium"/>
                  <a:sym typeface="Fira Sans Extra Condensed Medium"/>
                </a:rPr>
                <a:t>02</a:t>
              </a:r>
              <a:endParaRPr sz="2667" kern="0">
                <a:solidFill>
                  <a:srgbClr val="000000"/>
                </a:solidFill>
                <a:latin typeface="Arial"/>
                <a:cs typeface="Arial"/>
                <a:sym typeface="Arial"/>
              </a:endParaRPr>
            </a:p>
          </p:txBody>
        </p:sp>
      </p:grpSp>
      <p:grpSp>
        <p:nvGrpSpPr>
          <p:cNvPr id="218" name="Google Shape;218;p18"/>
          <p:cNvGrpSpPr/>
          <p:nvPr/>
        </p:nvGrpSpPr>
        <p:grpSpPr>
          <a:xfrm>
            <a:off x="5860802" y="2320078"/>
            <a:ext cx="471676" cy="441655"/>
            <a:chOff x="-25834600" y="3564375"/>
            <a:chExt cx="296950" cy="278050"/>
          </a:xfrm>
        </p:grpSpPr>
        <p:sp>
          <p:nvSpPr>
            <p:cNvPr id="219" name="Google Shape;219;p18"/>
            <p:cNvSpPr/>
            <p:nvPr/>
          </p:nvSpPr>
          <p:spPr>
            <a:xfrm>
              <a:off x="-25694400" y="3703775"/>
              <a:ext cx="17350" cy="17375"/>
            </a:xfrm>
            <a:custGeom>
              <a:avLst/>
              <a:gdLst/>
              <a:ahLst/>
              <a:cxnLst/>
              <a:rect l="l" t="t" r="r" b="b"/>
              <a:pathLst>
                <a:path w="694" h="695" extrusionOk="0">
                  <a:moveTo>
                    <a:pt x="347" y="1"/>
                  </a:moveTo>
                  <a:cubicBezTo>
                    <a:pt x="158" y="1"/>
                    <a:pt x="0" y="158"/>
                    <a:pt x="0" y="347"/>
                  </a:cubicBezTo>
                  <a:cubicBezTo>
                    <a:pt x="0" y="537"/>
                    <a:pt x="158" y="694"/>
                    <a:pt x="347" y="694"/>
                  </a:cubicBezTo>
                  <a:cubicBezTo>
                    <a:pt x="536" y="694"/>
                    <a:pt x="693" y="537"/>
                    <a:pt x="693" y="347"/>
                  </a:cubicBezTo>
                  <a:cubicBezTo>
                    <a:pt x="693" y="158"/>
                    <a:pt x="504" y="1"/>
                    <a:pt x="34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0" name="Google Shape;220;p18"/>
            <p:cNvSpPr/>
            <p:nvPr/>
          </p:nvSpPr>
          <p:spPr>
            <a:xfrm>
              <a:off x="-25591225" y="3703775"/>
              <a:ext cx="53575" cy="18150"/>
            </a:xfrm>
            <a:custGeom>
              <a:avLst/>
              <a:gdLst/>
              <a:ahLst/>
              <a:cxnLst/>
              <a:rect l="l" t="t" r="r" b="b"/>
              <a:pathLst>
                <a:path w="2143" h="726" extrusionOk="0">
                  <a:moveTo>
                    <a:pt x="347" y="1"/>
                  </a:moveTo>
                  <a:cubicBezTo>
                    <a:pt x="158" y="1"/>
                    <a:pt x="0" y="158"/>
                    <a:pt x="0" y="347"/>
                  </a:cubicBezTo>
                  <a:cubicBezTo>
                    <a:pt x="0" y="537"/>
                    <a:pt x="158" y="726"/>
                    <a:pt x="347" y="726"/>
                  </a:cubicBezTo>
                  <a:lnTo>
                    <a:pt x="1765" y="726"/>
                  </a:lnTo>
                  <a:cubicBezTo>
                    <a:pt x="1985" y="726"/>
                    <a:pt x="2143" y="568"/>
                    <a:pt x="2143" y="347"/>
                  </a:cubicBezTo>
                  <a:cubicBezTo>
                    <a:pt x="2143" y="158"/>
                    <a:pt x="1985" y="1"/>
                    <a:pt x="1765"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1" name="Google Shape;221;p18"/>
            <p:cNvSpPr/>
            <p:nvPr/>
          </p:nvSpPr>
          <p:spPr>
            <a:xfrm>
              <a:off x="-25834600" y="3703775"/>
              <a:ext cx="53575" cy="18150"/>
            </a:xfrm>
            <a:custGeom>
              <a:avLst/>
              <a:gdLst/>
              <a:ahLst/>
              <a:cxnLst/>
              <a:rect l="l" t="t" r="r" b="b"/>
              <a:pathLst>
                <a:path w="2143" h="726" extrusionOk="0">
                  <a:moveTo>
                    <a:pt x="378" y="1"/>
                  </a:moveTo>
                  <a:cubicBezTo>
                    <a:pt x="158" y="1"/>
                    <a:pt x="0" y="158"/>
                    <a:pt x="0" y="347"/>
                  </a:cubicBezTo>
                  <a:cubicBezTo>
                    <a:pt x="0" y="568"/>
                    <a:pt x="158" y="726"/>
                    <a:pt x="378" y="726"/>
                  </a:cubicBezTo>
                  <a:lnTo>
                    <a:pt x="1796" y="726"/>
                  </a:lnTo>
                  <a:cubicBezTo>
                    <a:pt x="1985" y="726"/>
                    <a:pt x="2143" y="568"/>
                    <a:pt x="2143" y="347"/>
                  </a:cubicBezTo>
                  <a:cubicBezTo>
                    <a:pt x="2143" y="158"/>
                    <a:pt x="1985" y="1"/>
                    <a:pt x="1796"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2" name="Google Shape;222;p18"/>
            <p:cNvSpPr/>
            <p:nvPr/>
          </p:nvSpPr>
          <p:spPr>
            <a:xfrm>
              <a:off x="-25695200" y="3564375"/>
              <a:ext cx="17350" cy="52800"/>
            </a:xfrm>
            <a:custGeom>
              <a:avLst/>
              <a:gdLst/>
              <a:ahLst/>
              <a:cxnLst/>
              <a:rect l="l" t="t" r="r" b="b"/>
              <a:pathLst>
                <a:path w="694" h="2112" extrusionOk="0">
                  <a:moveTo>
                    <a:pt x="347" y="1"/>
                  </a:moveTo>
                  <a:cubicBezTo>
                    <a:pt x="158" y="1"/>
                    <a:pt x="1" y="158"/>
                    <a:pt x="1" y="347"/>
                  </a:cubicBezTo>
                  <a:lnTo>
                    <a:pt x="1" y="1765"/>
                  </a:lnTo>
                  <a:cubicBezTo>
                    <a:pt x="1" y="1954"/>
                    <a:pt x="158" y="2111"/>
                    <a:pt x="347" y="2111"/>
                  </a:cubicBezTo>
                  <a:cubicBezTo>
                    <a:pt x="536" y="2111"/>
                    <a:pt x="694" y="1954"/>
                    <a:pt x="694" y="1765"/>
                  </a:cubicBezTo>
                  <a:lnTo>
                    <a:pt x="694" y="347"/>
                  </a:lnTo>
                  <a:cubicBezTo>
                    <a:pt x="694" y="158"/>
                    <a:pt x="536" y="1"/>
                    <a:pt x="34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3" name="Google Shape;223;p18"/>
            <p:cNvSpPr/>
            <p:nvPr/>
          </p:nvSpPr>
          <p:spPr>
            <a:xfrm>
              <a:off x="-25792850" y="3606125"/>
              <a:ext cx="42550" cy="40975"/>
            </a:xfrm>
            <a:custGeom>
              <a:avLst/>
              <a:gdLst/>
              <a:ahLst/>
              <a:cxnLst/>
              <a:rect l="l" t="t" r="r" b="b"/>
              <a:pathLst>
                <a:path w="1702" h="1639" extrusionOk="0">
                  <a:moveTo>
                    <a:pt x="351" y="0"/>
                  </a:moveTo>
                  <a:cubicBezTo>
                    <a:pt x="260" y="0"/>
                    <a:pt x="173" y="32"/>
                    <a:pt x="126" y="95"/>
                  </a:cubicBezTo>
                  <a:cubicBezTo>
                    <a:pt x="0" y="221"/>
                    <a:pt x="0" y="441"/>
                    <a:pt x="126" y="567"/>
                  </a:cubicBezTo>
                  <a:lnTo>
                    <a:pt x="1103" y="1544"/>
                  </a:lnTo>
                  <a:cubicBezTo>
                    <a:pt x="1166" y="1607"/>
                    <a:pt x="1252" y="1639"/>
                    <a:pt x="1339" y="1639"/>
                  </a:cubicBezTo>
                  <a:cubicBezTo>
                    <a:pt x="1426" y="1639"/>
                    <a:pt x="1512" y="1607"/>
                    <a:pt x="1575" y="1544"/>
                  </a:cubicBezTo>
                  <a:cubicBezTo>
                    <a:pt x="1701" y="1418"/>
                    <a:pt x="1701" y="1198"/>
                    <a:pt x="1575" y="1071"/>
                  </a:cubicBezTo>
                  <a:lnTo>
                    <a:pt x="599" y="95"/>
                  </a:lnTo>
                  <a:cubicBezTo>
                    <a:pt x="536" y="32"/>
                    <a:pt x="441" y="0"/>
                    <a:pt x="351"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4" name="Google Shape;224;p18"/>
            <p:cNvSpPr/>
            <p:nvPr/>
          </p:nvSpPr>
          <p:spPr>
            <a:xfrm>
              <a:off x="-25621950" y="3606125"/>
              <a:ext cx="43350" cy="40975"/>
            </a:xfrm>
            <a:custGeom>
              <a:avLst/>
              <a:gdLst/>
              <a:ahLst/>
              <a:cxnLst/>
              <a:rect l="l" t="t" r="r" b="b"/>
              <a:pathLst>
                <a:path w="1734" h="1639" extrusionOk="0">
                  <a:moveTo>
                    <a:pt x="1351" y="0"/>
                  </a:moveTo>
                  <a:cubicBezTo>
                    <a:pt x="1261" y="0"/>
                    <a:pt x="1166" y="32"/>
                    <a:pt x="1103" y="95"/>
                  </a:cubicBezTo>
                  <a:lnTo>
                    <a:pt x="127" y="1071"/>
                  </a:lnTo>
                  <a:cubicBezTo>
                    <a:pt x="1" y="1198"/>
                    <a:pt x="1" y="1418"/>
                    <a:pt x="127" y="1544"/>
                  </a:cubicBezTo>
                  <a:cubicBezTo>
                    <a:pt x="190" y="1607"/>
                    <a:pt x="284" y="1639"/>
                    <a:pt x="375" y="1639"/>
                  </a:cubicBezTo>
                  <a:cubicBezTo>
                    <a:pt x="465" y="1639"/>
                    <a:pt x="552" y="1607"/>
                    <a:pt x="599" y="1544"/>
                  </a:cubicBezTo>
                  <a:lnTo>
                    <a:pt x="1576" y="567"/>
                  </a:lnTo>
                  <a:cubicBezTo>
                    <a:pt x="1733" y="441"/>
                    <a:pt x="1733" y="221"/>
                    <a:pt x="1576" y="95"/>
                  </a:cubicBezTo>
                  <a:cubicBezTo>
                    <a:pt x="1529" y="32"/>
                    <a:pt x="1442" y="0"/>
                    <a:pt x="1351"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5" name="Google Shape;225;p18"/>
            <p:cNvSpPr/>
            <p:nvPr/>
          </p:nvSpPr>
          <p:spPr>
            <a:xfrm>
              <a:off x="-25783400" y="3806975"/>
              <a:ext cx="192200" cy="35450"/>
            </a:xfrm>
            <a:custGeom>
              <a:avLst/>
              <a:gdLst/>
              <a:ahLst/>
              <a:cxnLst/>
              <a:rect l="l" t="t" r="r" b="b"/>
              <a:pathLst>
                <a:path w="7688" h="1418" extrusionOk="0">
                  <a:moveTo>
                    <a:pt x="725" y="0"/>
                  </a:moveTo>
                  <a:cubicBezTo>
                    <a:pt x="315" y="0"/>
                    <a:pt x="0" y="315"/>
                    <a:pt x="0" y="725"/>
                  </a:cubicBezTo>
                  <a:lnTo>
                    <a:pt x="0" y="1071"/>
                  </a:lnTo>
                  <a:cubicBezTo>
                    <a:pt x="0" y="1260"/>
                    <a:pt x="158" y="1418"/>
                    <a:pt x="378" y="1418"/>
                  </a:cubicBezTo>
                  <a:lnTo>
                    <a:pt x="7309" y="1418"/>
                  </a:lnTo>
                  <a:cubicBezTo>
                    <a:pt x="7530" y="1418"/>
                    <a:pt x="7687" y="1260"/>
                    <a:pt x="7687" y="1071"/>
                  </a:cubicBezTo>
                  <a:lnTo>
                    <a:pt x="7687" y="725"/>
                  </a:lnTo>
                  <a:cubicBezTo>
                    <a:pt x="7687" y="315"/>
                    <a:pt x="7372" y="0"/>
                    <a:pt x="6994"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6" name="Google Shape;226;p18"/>
            <p:cNvSpPr/>
            <p:nvPr/>
          </p:nvSpPr>
          <p:spPr>
            <a:xfrm>
              <a:off x="-25764500" y="3635275"/>
              <a:ext cx="153600" cy="155175"/>
            </a:xfrm>
            <a:custGeom>
              <a:avLst/>
              <a:gdLst/>
              <a:ahLst/>
              <a:cxnLst/>
              <a:rect l="l" t="t" r="r" b="b"/>
              <a:pathLst>
                <a:path w="6144" h="6207" extrusionOk="0">
                  <a:moveTo>
                    <a:pt x="3025" y="0"/>
                  </a:moveTo>
                  <a:cubicBezTo>
                    <a:pt x="1355" y="0"/>
                    <a:pt x="0" y="1355"/>
                    <a:pt x="0" y="3087"/>
                  </a:cubicBezTo>
                  <a:lnTo>
                    <a:pt x="0" y="6206"/>
                  </a:lnTo>
                  <a:lnTo>
                    <a:pt x="2773" y="6206"/>
                  </a:lnTo>
                  <a:lnTo>
                    <a:pt x="2773" y="4064"/>
                  </a:lnTo>
                  <a:cubicBezTo>
                    <a:pt x="2363" y="3938"/>
                    <a:pt x="2048" y="3560"/>
                    <a:pt x="2048" y="3087"/>
                  </a:cubicBezTo>
                  <a:cubicBezTo>
                    <a:pt x="2048" y="2489"/>
                    <a:pt x="2521" y="2079"/>
                    <a:pt x="3088" y="2079"/>
                  </a:cubicBezTo>
                  <a:cubicBezTo>
                    <a:pt x="3655" y="2079"/>
                    <a:pt x="4096" y="2552"/>
                    <a:pt x="4096" y="3087"/>
                  </a:cubicBezTo>
                  <a:cubicBezTo>
                    <a:pt x="4096" y="3529"/>
                    <a:pt x="3812" y="3938"/>
                    <a:pt x="3403" y="4064"/>
                  </a:cubicBezTo>
                  <a:lnTo>
                    <a:pt x="3403" y="6206"/>
                  </a:lnTo>
                  <a:lnTo>
                    <a:pt x="6144" y="6206"/>
                  </a:lnTo>
                  <a:lnTo>
                    <a:pt x="6144" y="3087"/>
                  </a:lnTo>
                  <a:cubicBezTo>
                    <a:pt x="6144" y="1355"/>
                    <a:pt x="4726" y="0"/>
                    <a:pt x="3025"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227" name="Google Shape;227;p18"/>
          <p:cNvGrpSpPr/>
          <p:nvPr/>
        </p:nvGrpSpPr>
        <p:grpSpPr>
          <a:xfrm>
            <a:off x="5031953" y="3942492"/>
            <a:ext cx="2129836" cy="2100985"/>
            <a:chOff x="3773964" y="2956868"/>
            <a:chExt cx="1597377" cy="1575739"/>
          </a:xfrm>
        </p:grpSpPr>
        <p:sp>
          <p:nvSpPr>
            <p:cNvPr id="228" name="Google Shape;228;p18"/>
            <p:cNvSpPr/>
            <p:nvPr/>
          </p:nvSpPr>
          <p:spPr>
            <a:xfrm>
              <a:off x="3773964" y="2956868"/>
              <a:ext cx="1597377" cy="1575739"/>
            </a:xfrm>
            <a:custGeom>
              <a:avLst/>
              <a:gdLst/>
              <a:ahLst/>
              <a:cxnLst/>
              <a:rect l="l" t="t" r="r" b="b"/>
              <a:pathLst>
                <a:path w="65259" h="64375" extrusionOk="0">
                  <a:moveTo>
                    <a:pt x="32623" y="0"/>
                  </a:moveTo>
                  <a:cubicBezTo>
                    <a:pt x="31468" y="0"/>
                    <a:pt x="30313" y="441"/>
                    <a:pt x="29432" y="1322"/>
                  </a:cubicBezTo>
                  <a:lnTo>
                    <a:pt x="1762" y="28992"/>
                  </a:lnTo>
                  <a:cubicBezTo>
                    <a:pt x="0" y="30754"/>
                    <a:pt x="0" y="33611"/>
                    <a:pt x="1762" y="35374"/>
                  </a:cubicBezTo>
                  <a:lnTo>
                    <a:pt x="29432" y="63044"/>
                  </a:lnTo>
                  <a:cubicBezTo>
                    <a:pt x="30313" y="63931"/>
                    <a:pt x="31468" y="64374"/>
                    <a:pt x="32623" y="64374"/>
                  </a:cubicBezTo>
                  <a:cubicBezTo>
                    <a:pt x="33778" y="64374"/>
                    <a:pt x="34933" y="63931"/>
                    <a:pt x="35814" y="63044"/>
                  </a:cubicBezTo>
                  <a:lnTo>
                    <a:pt x="63484" y="35374"/>
                  </a:lnTo>
                  <a:cubicBezTo>
                    <a:pt x="65258" y="33611"/>
                    <a:pt x="65258" y="30754"/>
                    <a:pt x="63484" y="28992"/>
                  </a:cubicBezTo>
                  <a:lnTo>
                    <a:pt x="35814" y="1322"/>
                  </a:lnTo>
                  <a:cubicBezTo>
                    <a:pt x="34933" y="441"/>
                    <a:pt x="33778" y="0"/>
                    <a:pt x="32623" y="0"/>
                  </a:cubicBezTo>
                  <a:close/>
                </a:path>
              </a:pathLst>
            </a:custGeom>
            <a:solidFill>
              <a:srgbClr val="2FC948"/>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9" name="Google Shape;229;p18"/>
            <p:cNvSpPr/>
            <p:nvPr/>
          </p:nvSpPr>
          <p:spPr>
            <a:xfrm>
              <a:off x="3844780" y="3021271"/>
              <a:ext cx="1455457" cy="1446694"/>
            </a:xfrm>
            <a:custGeom>
              <a:avLst/>
              <a:gdLst/>
              <a:ahLst/>
              <a:cxnLst/>
              <a:rect l="l" t="t" r="r" b="b"/>
              <a:pathLst>
                <a:path w="59461" h="59103" extrusionOk="0">
                  <a:moveTo>
                    <a:pt x="29730" y="0"/>
                  </a:moveTo>
                  <a:cubicBezTo>
                    <a:pt x="29230" y="0"/>
                    <a:pt x="28766" y="203"/>
                    <a:pt x="28409" y="560"/>
                  </a:cubicBezTo>
                  <a:lnTo>
                    <a:pt x="739" y="28230"/>
                  </a:lnTo>
                  <a:cubicBezTo>
                    <a:pt x="0" y="28956"/>
                    <a:pt x="0" y="30147"/>
                    <a:pt x="739" y="30885"/>
                  </a:cubicBezTo>
                  <a:lnTo>
                    <a:pt x="28409" y="58555"/>
                  </a:lnTo>
                  <a:cubicBezTo>
                    <a:pt x="28766" y="58912"/>
                    <a:pt x="29230" y="59103"/>
                    <a:pt x="29730" y="59103"/>
                  </a:cubicBezTo>
                  <a:cubicBezTo>
                    <a:pt x="30230" y="59103"/>
                    <a:pt x="30707" y="58901"/>
                    <a:pt x="31064" y="58555"/>
                  </a:cubicBezTo>
                  <a:lnTo>
                    <a:pt x="58734" y="30885"/>
                  </a:lnTo>
                  <a:cubicBezTo>
                    <a:pt x="59460" y="30147"/>
                    <a:pt x="59460" y="28956"/>
                    <a:pt x="58734" y="28230"/>
                  </a:cubicBezTo>
                  <a:lnTo>
                    <a:pt x="31064" y="560"/>
                  </a:lnTo>
                  <a:cubicBezTo>
                    <a:pt x="30707" y="203"/>
                    <a:pt x="30230" y="0"/>
                    <a:pt x="29730" y="0"/>
                  </a:cubicBezTo>
                  <a:close/>
                </a:path>
              </a:pathLst>
            </a:custGeom>
            <a:solidFill>
              <a:srgbClr val="69E78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0" name="Google Shape;230;p18"/>
            <p:cNvSpPr/>
            <p:nvPr/>
          </p:nvSpPr>
          <p:spPr>
            <a:xfrm>
              <a:off x="3901031" y="3893853"/>
              <a:ext cx="538309" cy="538603"/>
            </a:xfrm>
            <a:custGeom>
              <a:avLst/>
              <a:gdLst/>
              <a:ahLst/>
              <a:cxnLst/>
              <a:rect l="l" t="t" r="r" b="b"/>
              <a:pathLst>
                <a:path w="21992" h="22004" extrusionOk="0">
                  <a:moveTo>
                    <a:pt x="11002" y="1"/>
                  </a:moveTo>
                  <a:cubicBezTo>
                    <a:pt x="4918" y="1"/>
                    <a:pt x="0" y="4930"/>
                    <a:pt x="0" y="11002"/>
                  </a:cubicBezTo>
                  <a:cubicBezTo>
                    <a:pt x="0" y="17074"/>
                    <a:pt x="4918" y="22003"/>
                    <a:pt x="11002" y="22003"/>
                  </a:cubicBezTo>
                  <a:cubicBezTo>
                    <a:pt x="17074" y="22003"/>
                    <a:pt x="21991" y="17074"/>
                    <a:pt x="21991" y="11002"/>
                  </a:cubicBezTo>
                  <a:cubicBezTo>
                    <a:pt x="21991" y="4930"/>
                    <a:pt x="17074" y="1"/>
                    <a:pt x="11002" y="1"/>
                  </a:cubicBezTo>
                  <a:close/>
                </a:path>
              </a:pathLst>
            </a:custGeom>
            <a:solidFill>
              <a:srgbClr val="EEEEE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1" name="Google Shape;231;p18"/>
            <p:cNvSpPr/>
            <p:nvPr/>
          </p:nvSpPr>
          <p:spPr>
            <a:xfrm>
              <a:off x="3953195" y="3946310"/>
              <a:ext cx="433962" cy="433986"/>
            </a:xfrm>
            <a:custGeom>
              <a:avLst/>
              <a:gdLst/>
              <a:ahLst/>
              <a:cxnLst/>
              <a:rect l="l" t="t" r="r" b="b"/>
              <a:pathLst>
                <a:path w="17729" h="17730" extrusionOk="0">
                  <a:moveTo>
                    <a:pt x="8871" y="1"/>
                  </a:moveTo>
                  <a:cubicBezTo>
                    <a:pt x="3977" y="1"/>
                    <a:pt x="0" y="3966"/>
                    <a:pt x="0" y="8859"/>
                  </a:cubicBezTo>
                  <a:cubicBezTo>
                    <a:pt x="0" y="13753"/>
                    <a:pt x="3977" y="17729"/>
                    <a:pt x="8871" y="17729"/>
                  </a:cubicBezTo>
                  <a:cubicBezTo>
                    <a:pt x="13764" y="17729"/>
                    <a:pt x="17729" y="13753"/>
                    <a:pt x="17729" y="8859"/>
                  </a:cubicBezTo>
                  <a:cubicBezTo>
                    <a:pt x="17729" y="3966"/>
                    <a:pt x="13764" y="1"/>
                    <a:pt x="8871" y="1"/>
                  </a:cubicBezTo>
                  <a:close/>
                </a:path>
              </a:pathLst>
            </a:custGeom>
            <a:solidFill>
              <a:srgbClr val="69E781"/>
            </a:solidFill>
            <a:ln>
              <a:noFill/>
            </a:ln>
          </p:spPr>
          <p:txBody>
            <a:bodyPr spcFirstLastPara="1" wrap="square" lIns="121900" tIns="121900" rIns="121900" bIns="121900" anchor="ctr" anchorCtr="0">
              <a:noAutofit/>
            </a:bodyPr>
            <a:lstStyle/>
            <a:p>
              <a:pPr algn="ctr" defTabSz="1219170">
                <a:buClr>
                  <a:srgbClr val="000000"/>
                </a:buClr>
                <a:buSzPts val="1100"/>
              </a:pPr>
              <a:r>
                <a:rPr lang="en" sz="2667" kern="0">
                  <a:solidFill>
                    <a:srgbClr val="FFFFFF"/>
                  </a:solidFill>
                  <a:latin typeface="Fira Sans Extra Condensed Medium"/>
                  <a:ea typeface="Fira Sans Extra Condensed Medium"/>
                  <a:cs typeface="Fira Sans Extra Condensed Medium"/>
                  <a:sym typeface="Fira Sans Extra Condensed Medium"/>
                </a:rPr>
                <a:t>04</a:t>
              </a:r>
              <a:endParaRPr sz="2667" kern="0">
                <a:solidFill>
                  <a:srgbClr val="000000"/>
                </a:solidFill>
                <a:latin typeface="Arial"/>
                <a:cs typeface="Arial"/>
                <a:sym typeface="Arial"/>
              </a:endParaRPr>
            </a:p>
          </p:txBody>
        </p:sp>
      </p:grpSp>
      <p:sp>
        <p:nvSpPr>
          <p:cNvPr id="232" name="Google Shape;232;p18"/>
          <p:cNvSpPr/>
          <p:nvPr/>
        </p:nvSpPr>
        <p:spPr>
          <a:xfrm>
            <a:off x="5883380" y="4878582"/>
            <a:ext cx="426509" cy="489951"/>
          </a:xfrm>
          <a:custGeom>
            <a:avLst/>
            <a:gdLst/>
            <a:ahLst/>
            <a:cxnLst/>
            <a:rect l="l" t="t" r="r" b="b"/>
            <a:pathLst>
              <a:path w="11059" h="12704" extrusionOk="0">
                <a:moveTo>
                  <a:pt x="5545" y="3449"/>
                </a:moveTo>
                <a:cubicBezTo>
                  <a:pt x="5797" y="3449"/>
                  <a:pt x="5955" y="3638"/>
                  <a:pt x="5955" y="3859"/>
                </a:cubicBezTo>
                <a:lnTo>
                  <a:pt x="5955" y="4111"/>
                </a:lnTo>
                <a:cubicBezTo>
                  <a:pt x="6427" y="4268"/>
                  <a:pt x="6774" y="4741"/>
                  <a:pt x="6774" y="5308"/>
                </a:cubicBezTo>
                <a:cubicBezTo>
                  <a:pt x="6774" y="5528"/>
                  <a:pt x="6585" y="5749"/>
                  <a:pt x="6333" y="5749"/>
                </a:cubicBezTo>
                <a:cubicBezTo>
                  <a:pt x="6081" y="5749"/>
                  <a:pt x="5955" y="5528"/>
                  <a:pt x="5955" y="5308"/>
                </a:cubicBezTo>
                <a:cubicBezTo>
                  <a:pt x="5955" y="5056"/>
                  <a:pt x="5734" y="4898"/>
                  <a:pt x="5545" y="4898"/>
                </a:cubicBezTo>
                <a:cubicBezTo>
                  <a:pt x="5293" y="4898"/>
                  <a:pt x="5104" y="5119"/>
                  <a:pt x="5104" y="5308"/>
                </a:cubicBezTo>
                <a:cubicBezTo>
                  <a:pt x="5104" y="5528"/>
                  <a:pt x="5419" y="5780"/>
                  <a:pt x="5766" y="6001"/>
                </a:cubicBezTo>
                <a:cubicBezTo>
                  <a:pt x="6207" y="6316"/>
                  <a:pt x="6774" y="6725"/>
                  <a:pt x="6774" y="7387"/>
                </a:cubicBezTo>
                <a:cubicBezTo>
                  <a:pt x="6774" y="7954"/>
                  <a:pt x="6427" y="8364"/>
                  <a:pt x="5923" y="8584"/>
                </a:cubicBezTo>
                <a:lnTo>
                  <a:pt x="5923" y="8836"/>
                </a:lnTo>
                <a:cubicBezTo>
                  <a:pt x="5923" y="9088"/>
                  <a:pt x="5734" y="9246"/>
                  <a:pt x="5545" y="9246"/>
                </a:cubicBezTo>
                <a:cubicBezTo>
                  <a:pt x="5293" y="9246"/>
                  <a:pt x="5104" y="9057"/>
                  <a:pt x="5104" y="8836"/>
                </a:cubicBezTo>
                <a:lnTo>
                  <a:pt x="5104" y="8584"/>
                </a:lnTo>
                <a:cubicBezTo>
                  <a:pt x="4632" y="8427"/>
                  <a:pt x="4285" y="7954"/>
                  <a:pt x="4285" y="7387"/>
                </a:cubicBezTo>
                <a:cubicBezTo>
                  <a:pt x="4285" y="7167"/>
                  <a:pt x="4474" y="7009"/>
                  <a:pt x="4726" y="7009"/>
                </a:cubicBezTo>
                <a:cubicBezTo>
                  <a:pt x="4947" y="7009"/>
                  <a:pt x="5104" y="7198"/>
                  <a:pt x="5104" y="7387"/>
                </a:cubicBezTo>
                <a:cubicBezTo>
                  <a:pt x="5104" y="7639"/>
                  <a:pt x="5293" y="7828"/>
                  <a:pt x="5545" y="7828"/>
                </a:cubicBezTo>
                <a:cubicBezTo>
                  <a:pt x="5766" y="7828"/>
                  <a:pt x="5923" y="7639"/>
                  <a:pt x="5923" y="7387"/>
                </a:cubicBezTo>
                <a:cubicBezTo>
                  <a:pt x="5923" y="7167"/>
                  <a:pt x="5608" y="6914"/>
                  <a:pt x="5262" y="6694"/>
                </a:cubicBezTo>
                <a:cubicBezTo>
                  <a:pt x="4821" y="6379"/>
                  <a:pt x="4285" y="5969"/>
                  <a:pt x="4285" y="5308"/>
                </a:cubicBezTo>
                <a:cubicBezTo>
                  <a:pt x="4285" y="4741"/>
                  <a:pt x="4632" y="4331"/>
                  <a:pt x="5104" y="4111"/>
                </a:cubicBezTo>
                <a:lnTo>
                  <a:pt x="5104" y="3859"/>
                </a:lnTo>
                <a:cubicBezTo>
                  <a:pt x="5104" y="3606"/>
                  <a:pt x="5293" y="3449"/>
                  <a:pt x="5545" y="3449"/>
                </a:cubicBezTo>
                <a:close/>
                <a:moveTo>
                  <a:pt x="10651" y="1"/>
                </a:moveTo>
                <a:cubicBezTo>
                  <a:pt x="10562" y="1"/>
                  <a:pt x="10473" y="34"/>
                  <a:pt x="10397" y="109"/>
                </a:cubicBezTo>
                <a:cubicBezTo>
                  <a:pt x="9389" y="834"/>
                  <a:pt x="8538" y="960"/>
                  <a:pt x="8034" y="960"/>
                </a:cubicBezTo>
                <a:cubicBezTo>
                  <a:pt x="7310" y="960"/>
                  <a:pt x="6396" y="645"/>
                  <a:pt x="5766" y="172"/>
                </a:cubicBezTo>
                <a:cubicBezTo>
                  <a:pt x="5703" y="109"/>
                  <a:pt x="5616" y="78"/>
                  <a:pt x="5526" y="78"/>
                </a:cubicBezTo>
                <a:cubicBezTo>
                  <a:pt x="5435" y="78"/>
                  <a:pt x="5341" y="109"/>
                  <a:pt x="5262" y="172"/>
                </a:cubicBezTo>
                <a:cubicBezTo>
                  <a:pt x="4632" y="645"/>
                  <a:pt x="3781" y="960"/>
                  <a:pt x="3025" y="960"/>
                </a:cubicBezTo>
                <a:cubicBezTo>
                  <a:pt x="2237" y="960"/>
                  <a:pt x="1418" y="645"/>
                  <a:pt x="662" y="109"/>
                </a:cubicBezTo>
                <a:cubicBezTo>
                  <a:pt x="582" y="47"/>
                  <a:pt x="495" y="20"/>
                  <a:pt x="411" y="20"/>
                </a:cubicBezTo>
                <a:cubicBezTo>
                  <a:pt x="196" y="20"/>
                  <a:pt x="0" y="198"/>
                  <a:pt x="0" y="424"/>
                </a:cubicBezTo>
                <a:lnTo>
                  <a:pt x="0" y="5276"/>
                </a:lnTo>
                <a:cubicBezTo>
                  <a:pt x="0" y="8616"/>
                  <a:pt x="2143" y="11609"/>
                  <a:pt x="5388" y="12680"/>
                </a:cubicBezTo>
                <a:cubicBezTo>
                  <a:pt x="5419" y="12696"/>
                  <a:pt x="5459" y="12703"/>
                  <a:pt x="5506" y="12703"/>
                </a:cubicBezTo>
                <a:cubicBezTo>
                  <a:pt x="5553" y="12703"/>
                  <a:pt x="5608" y="12696"/>
                  <a:pt x="5671" y="12680"/>
                </a:cubicBezTo>
                <a:cubicBezTo>
                  <a:pt x="8885" y="11609"/>
                  <a:pt x="11059" y="8616"/>
                  <a:pt x="11059" y="5276"/>
                </a:cubicBezTo>
                <a:lnTo>
                  <a:pt x="11059" y="424"/>
                </a:lnTo>
                <a:cubicBezTo>
                  <a:pt x="11059" y="182"/>
                  <a:pt x="10858" y="1"/>
                  <a:pt x="10651"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nvGrpSpPr>
          <p:cNvPr id="233" name="Google Shape;233;p18"/>
          <p:cNvGrpSpPr/>
          <p:nvPr/>
        </p:nvGrpSpPr>
        <p:grpSpPr>
          <a:xfrm>
            <a:off x="6196570" y="2777874"/>
            <a:ext cx="2129836" cy="2100692"/>
            <a:chOff x="4647427" y="2083405"/>
            <a:chExt cx="1597377" cy="1575519"/>
          </a:xfrm>
        </p:grpSpPr>
        <p:sp>
          <p:nvSpPr>
            <p:cNvPr id="234" name="Google Shape;234;p18"/>
            <p:cNvSpPr/>
            <p:nvPr/>
          </p:nvSpPr>
          <p:spPr>
            <a:xfrm>
              <a:off x="4647427" y="2083405"/>
              <a:ext cx="1597377" cy="1575519"/>
            </a:xfrm>
            <a:custGeom>
              <a:avLst/>
              <a:gdLst/>
              <a:ahLst/>
              <a:cxnLst/>
              <a:rect l="l" t="t" r="r" b="b"/>
              <a:pathLst>
                <a:path w="65259" h="64366" extrusionOk="0">
                  <a:moveTo>
                    <a:pt x="32623" y="0"/>
                  </a:moveTo>
                  <a:cubicBezTo>
                    <a:pt x="31468" y="0"/>
                    <a:pt x="30313" y="441"/>
                    <a:pt x="29432" y="1322"/>
                  </a:cubicBezTo>
                  <a:lnTo>
                    <a:pt x="1762" y="28992"/>
                  </a:lnTo>
                  <a:cubicBezTo>
                    <a:pt x="0" y="30754"/>
                    <a:pt x="0" y="33611"/>
                    <a:pt x="1762" y="35374"/>
                  </a:cubicBezTo>
                  <a:lnTo>
                    <a:pt x="29432" y="63044"/>
                  </a:lnTo>
                  <a:cubicBezTo>
                    <a:pt x="30313" y="63925"/>
                    <a:pt x="31468" y="64365"/>
                    <a:pt x="32623" y="64365"/>
                  </a:cubicBezTo>
                  <a:cubicBezTo>
                    <a:pt x="33778" y="64365"/>
                    <a:pt x="34933" y="63925"/>
                    <a:pt x="35814" y="63044"/>
                  </a:cubicBezTo>
                  <a:lnTo>
                    <a:pt x="63496" y="35374"/>
                  </a:lnTo>
                  <a:cubicBezTo>
                    <a:pt x="65258" y="33611"/>
                    <a:pt x="65258" y="30754"/>
                    <a:pt x="63496" y="28992"/>
                  </a:cubicBezTo>
                  <a:lnTo>
                    <a:pt x="35814" y="1322"/>
                  </a:lnTo>
                  <a:cubicBezTo>
                    <a:pt x="34933" y="441"/>
                    <a:pt x="33778" y="0"/>
                    <a:pt x="32623" y="0"/>
                  </a:cubicBezTo>
                  <a:close/>
                </a:path>
              </a:pathLst>
            </a:custGeom>
            <a:solidFill>
              <a:srgbClr val="4685B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5" name="Google Shape;235;p18"/>
            <p:cNvSpPr/>
            <p:nvPr/>
          </p:nvSpPr>
          <p:spPr>
            <a:xfrm>
              <a:off x="4718243" y="2147808"/>
              <a:ext cx="1451075" cy="1446694"/>
            </a:xfrm>
            <a:custGeom>
              <a:avLst/>
              <a:gdLst/>
              <a:ahLst/>
              <a:cxnLst/>
              <a:rect l="l" t="t" r="r" b="b"/>
              <a:pathLst>
                <a:path w="59282" h="59103" extrusionOk="0">
                  <a:moveTo>
                    <a:pt x="29730" y="0"/>
                  </a:moveTo>
                  <a:cubicBezTo>
                    <a:pt x="29230" y="0"/>
                    <a:pt x="28766" y="203"/>
                    <a:pt x="28409" y="548"/>
                  </a:cubicBezTo>
                  <a:lnTo>
                    <a:pt x="739" y="28230"/>
                  </a:lnTo>
                  <a:cubicBezTo>
                    <a:pt x="0" y="28956"/>
                    <a:pt x="0" y="30147"/>
                    <a:pt x="739" y="30873"/>
                  </a:cubicBezTo>
                  <a:lnTo>
                    <a:pt x="28409" y="58555"/>
                  </a:lnTo>
                  <a:cubicBezTo>
                    <a:pt x="28766" y="58901"/>
                    <a:pt x="29230" y="59103"/>
                    <a:pt x="29730" y="59103"/>
                  </a:cubicBezTo>
                  <a:cubicBezTo>
                    <a:pt x="30230" y="59103"/>
                    <a:pt x="30707" y="58901"/>
                    <a:pt x="31064" y="58555"/>
                  </a:cubicBezTo>
                  <a:lnTo>
                    <a:pt x="58734" y="30873"/>
                  </a:lnTo>
                  <a:cubicBezTo>
                    <a:pt x="59091" y="30528"/>
                    <a:pt x="59282" y="30052"/>
                    <a:pt x="59282" y="29552"/>
                  </a:cubicBezTo>
                  <a:cubicBezTo>
                    <a:pt x="59282" y="29052"/>
                    <a:pt x="59091" y="28575"/>
                    <a:pt x="58734" y="28230"/>
                  </a:cubicBezTo>
                  <a:lnTo>
                    <a:pt x="31064" y="548"/>
                  </a:lnTo>
                  <a:cubicBezTo>
                    <a:pt x="30707" y="203"/>
                    <a:pt x="30230" y="0"/>
                    <a:pt x="29730" y="0"/>
                  </a:cubicBezTo>
                  <a:close/>
                </a:path>
              </a:pathLst>
            </a:custGeom>
            <a:solidFill>
              <a:srgbClr val="5EB2F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6" name="Google Shape;236;p18"/>
            <p:cNvSpPr/>
            <p:nvPr/>
          </p:nvSpPr>
          <p:spPr>
            <a:xfrm>
              <a:off x="5594620" y="3016889"/>
              <a:ext cx="538603" cy="538603"/>
            </a:xfrm>
            <a:custGeom>
              <a:avLst/>
              <a:gdLst/>
              <a:ahLst/>
              <a:cxnLst/>
              <a:rect l="l" t="t" r="r" b="b"/>
              <a:pathLst>
                <a:path w="22004" h="22004" extrusionOk="0">
                  <a:moveTo>
                    <a:pt x="11002" y="1"/>
                  </a:moveTo>
                  <a:cubicBezTo>
                    <a:pt x="4930" y="1"/>
                    <a:pt x="0" y="4930"/>
                    <a:pt x="0" y="11002"/>
                  </a:cubicBezTo>
                  <a:cubicBezTo>
                    <a:pt x="0" y="17074"/>
                    <a:pt x="4930" y="22004"/>
                    <a:pt x="11002" y="22004"/>
                  </a:cubicBezTo>
                  <a:cubicBezTo>
                    <a:pt x="17074" y="22004"/>
                    <a:pt x="22003" y="17074"/>
                    <a:pt x="22003" y="11002"/>
                  </a:cubicBezTo>
                  <a:cubicBezTo>
                    <a:pt x="22003" y="4930"/>
                    <a:pt x="17074" y="1"/>
                    <a:pt x="11002" y="1"/>
                  </a:cubicBezTo>
                  <a:close/>
                </a:path>
              </a:pathLst>
            </a:custGeom>
            <a:solidFill>
              <a:srgbClr val="EEEEE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7" name="Google Shape;237;p18"/>
            <p:cNvSpPr/>
            <p:nvPr/>
          </p:nvSpPr>
          <p:spPr>
            <a:xfrm>
              <a:off x="5647077" y="3069346"/>
              <a:ext cx="433692" cy="433692"/>
            </a:xfrm>
            <a:custGeom>
              <a:avLst/>
              <a:gdLst/>
              <a:ahLst/>
              <a:cxnLst/>
              <a:rect l="l" t="t" r="r" b="b"/>
              <a:pathLst>
                <a:path w="17718" h="17718" extrusionOk="0">
                  <a:moveTo>
                    <a:pt x="8859" y="1"/>
                  </a:moveTo>
                  <a:cubicBezTo>
                    <a:pt x="3965" y="1"/>
                    <a:pt x="1" y="3966"/>
                    <a:pt x="1" y="8859"/>
                  </a:cubicBezTo>
                  <a:cubicBezTo>
                    <a:pt x="1" y="13753"/>
                    <a:pt x="3965" y="17717"/>
                    <a:pt x="8859" y="17717"/>
                  </a:cubicBezTo>
                  <a:cubicBezTo>
                    <a:pt x="13752" y="17717"/>
                    <a:pt x="17717" y="13753"/>
                    <a:pt x="17717" y="8859"/>
                  </a:cubicBezTo>
                  <a:cubicBezTo>
                    <a:pt x="17717" y="3966"/>
                    <a:pt x="13752" y="1"/>
                    <a:pt x="8859" y="1"/>
                  </a:cubicBezTo>
                  <a:close/>
                </a:path>
              </a:pathLst>
            </a:custGeom>
            <a:solidFill>
              <a:srgbClr val="5EB2FC"/>
            </a:solidFill>
            <a:ln>
              <a:noFill/>
            </a:ln>
          </p:spPr>
          <p:txBody>
            <a:bodyPr spcFirstLastPara="1" wrap="square" lIns="121900" tIns="121900" rIns="121900" bIns="121900" anchor="ctr" anchorCtr="0">
              <a:noAutofit/>
            </a:bodyPr>
            <a:lstStyle/>
            <a:p>
              <a:pPr algn="ctr" defTabSz="1219170">
                <a:buClr>
                  <a:srgbClr val="000000"/>
                </a:buClr>
                <a:buSzPts val="1100"/>
              </a:pPr>
              <a:r>
                <a:rPr lang="en" sz="2667" kern="0">
                  <a:solidFill>
                    <a:srgbClr val="FFFFFF"/>
                  </a:solidFill>
                  <a:latin typeface="Fira Sans Extra Condensed Medium"/>
                  <a:ea typeface="Fira Sans Extra Condensed Medium"/>
                  <a:cs typeface="Fira Sans Extra Condensed Medium"/>
                  <a:sym typeface="Fira Sans Extra Condensed Medium"/>
                </a:rPr>
                <a:t>03</a:t>
              </a:r>
              <a:endParaRPr sz="2667" kern="0">
                <a:solidFill>
                  <a:srgbClr val="000000"/>
                </a:solidFill>
                <a:latin typeface="Arial"/>
                <a:cs typeface="Arial"/>
                <a:sym typeface="Arial"/>
              </a:endParaRPr>
            </a:p>
          </p:txBody>
        </p:sp>
      </p:grpSp>
      <p:grpSp>
        <p:nvGrpSpPr>
          <p:cNvPr id="238" name="Google Shape;238;p18"/>
          <p:cNvGrpSpPr/>
          <p:nvPr/>
        </p:nvGrpSpPr>
        <p:grpSpPr>
          <a:xfrm>
            <a:off x="7013534" y="3585089"/>
            <a:ext cx="489681" cy="486248"/>
            <a:chOff x="-64781025" y="3361050"/>
            <a:chExt cx="317425" cy="315200"/>
          </a:xfrm>
        </p:grpSpPr>
        <p:sp>
          <p:nvSpPr>
            <p:cNvPr id="239" name="Google Shape;239;p18"/>
            <p:cNvSpPr/>
            <p:nvPr/>
          </p:nvSpPr>
          <p:spPr>
            <a:xfrm>
              <a:off x="-64764500" y="3388725"/>
              <a:ext cx="272550" cy="272550"/>
            </a:xfrm>
            <a:custGeom>
              <a:avLst/>
              <a:gdLst/>
              <a:ahLst/>
              <a:cxnLst/>
              <a:rect l="l" t="t" r="r" b="b"/>
              <a:pathLst>
                <a:path w="10902" h="10902" extrusionOk="0">
                  <a:moveTo>
                    <a:pt x="6554" y="2647"/>
                  </a:moveTo>
                  <a:cubicBezTo>
                    <a:pt x="6979" y="2647"/>
                    <a:pt x="7404" y="2805"/>
                    <a:pt x="7719" y="3120"/>
                  </a:cubicBezTo>
                  <a:cubicBezTo>
                    <a:pt x="8381" y="3782"/>
                    <a:pt x="8381" y="4821"/>
                    <a:pt x="7751" y="5483"/>
                  </a:cubicBezTo>
                  <a:cubicBezTo>
                    <a:pt x="7436" y="5798"/>
                    <a:pt x="7058" y="5955"/>
                    <a:pt x="6585" y="5955"/>
                  </a:cubicBezTo>
                  <a:cubicBezTo>
                    <a:pt x="6144" y="5955"/>
                    <a:pt x="5703" y="5798"/>
                    <a:pt x="5388" y="5483"/>
                  </a:cubicBezTo>
                  <a:cubicBezTo>
                    <a:pt x="5073" y="5168"/>
                    <a:pt x="4915" y="4758"/>
                    <a:pt x="4915" y="4286"/>
                  </a:cubicBezTo>
                  <a:cubicBezTo>
                    <a:pt x="4915" y="3813"/>
                    <a:pt x="5073" y="3435"/>
                    <a:pt x="5388" y="3120"/>
                  </a:cubicBezTo>
                  <a:cubicBezTo>
                    <a:pt x="5703" y="2805"/>
                    <a:pt x="6128" y="2647"/>
                    <a:pt x="6554" y="2647"/>
                  </a:cubicBezTo>
                  <a:close/>
                  <a:moveTo>
                    <a:pt x="2175" y="6901"/>
                  </a:moveTo>
                  <a:lnTo>
                    <a:pt x="4065" y="8791"/>
                  </a:lnTo>
                  <a:lnTo>
                    <a:pt x="3592" y="9484"/>
                  </a:lnTo>
                  <a:lnTo>
                    <a:pt x="1418" y="7342"/>
                  </a:lnTo>
                  <a:lnTo>
                    <a:pt x="2175" y="6901"/>
                  </a:lnTo>
                  <a:close/>
                  <a:moveTo>
                    <a:pt x="6907" y="1"/>
                  </a:moveTo>
                  <a:cubicBezTo>
                    <a:pt x="6851" y="1"/>
                    <a:pt x="6795" y="11"/>
                    <a:pt x="6743" y="33"/>
                  </a:cubicBezTo>
                  <a:cubicBezTo>
                    <a:pt x="5546" y="663"/>
                    <a:pt x="4474" y="1576"/>
                    <a:pt x="3655" y="2616"/>
                  </a:cubicBezTo>
                  <a:cubicBezTo>
                    <a:pt x="3025" y="3341"/>
                    <a:pt x="2553" y="4223"/>
                    <a:pt x="2175" y="5136"/>
                  </a:cubicBezTo>
                  <a:cubicBezTo>
                    <a:pt x="2048" y="5451"/>
                    <a:pt x="1922" y="5766"/>
                    <a:pt x="1859" y="6050"/>
                  </a:cubicBezTo>
                  <a:lnTo>
                    <a:pt x="505" y="6838"/>
                  </a:lnTo>
                  <a:cubicBezTo>
                    <a:pt x="379" y="6932"/>
                    <a:pt x="316" y="7058"/>
                    <a:pt x="316" y="7184"/>
                  </a:cubicBezTo>
                  <a:cubicBezTo>
                    <a:pt x="316" y="7279"/>
                    <a:pt x="347" y="7405"/>
                    <a:pt x="442" y="7531"/>
                  </a:cubicBezTo>
                  <a:lnTo>
                    <a:pt x="1072" y="8161"/>
                  </a:lnTo>
                  <a:cubicBezTo>
                    <a:pt x="631" y="8696"/>
                    <a:pt x="1" y="9673"/>
                    <a:pt x="1" y="10272"/>
                  </a:cubicBezTo>
                  <a:cubicBezTo>
                    <a:pt x="1" y="10524"/>
                    <a:pt x="64" y="10681"/>
                    <a:pt x="158" y="10744"/>
                  </a:cubicBezTo>
                  <a:cubicBezTo>
                    <a:pt x="221" y="10839"/>
                    <a:pt x="379" y="10902"/>
                    <a:pt x="631" y="10902"/>
                  </a:cubicBezTo>
                  <a:cubicBezTo>
                    <a:pt x="1229" y="10902"/>
                    <a:pt x="2238" y="10240"/>
                    <a:pt x="2742" y="9830"/>
                  </a:cubicBezTo>
                  <a:lnTo>
                    <a:pt x="3372" y="10461"/>
                  </a:lnTo>
                  <a:cubicBezTo>
                    <a:pt x="3466" y="10555"/>
                    <a:pt x="3592" y="10587"/>
                    <a:pt x="3655" y="10587"/>
                  </a:cubicBezTo>
                  <a:lnTo>
                    <a:pt x="3687" y="10587"/>
                  </a:lnTo>
                  <a:cubicBezTo>
                    <a:pt x="3813" y="10587"/>
                    <a:pt x="3939" y="10524"/>
                    <a:pt x="4002" y="10398"/>
                  </a:cubicBezTo>
                  <a:lnTo>
                    <a:pt x="4789" y="9074"/>
                  </a:lnTo>
                  <a:cubicBezTo>
                    <a:pt x="5104" y="8980"/>
                    <a:pt x="5420" y="8854"/>
                    <a:pt x="5735" y="8759"/>
                  </a:cubicBezTo>
                  <a:cubicBezTo>
                    <a:pt x="6648" y="8381"/>
                    <a:pt x="7530" y="7877"/>
                    <a:pt x="8255" y="7279"/>
                  </a:cubicBezTo>
                  <a:cubicBezTo>
                    <a:pt x="9295" y="6459"/>
                    <a:pt x="10208" y="5388"/>
                    <a:pt x="10838" y="4223"/>
                  </a:cubicBezTo>
                  <a:cubicBezTo>
                    <a:pt x="10901" y="4065"/>
                    <a:pt x="10870" y="3876"/>
                    <a:pt x="10744" y="3750"/>
                  </a:cubicBezTo>
                  <a:lnTo>
                    <a:pt x="7215" y="127"/>
                  </a:lnTo>
                  <a:cubicBezTo>
                    <a:pt x="7131" y="43"/>
                    <a:pt x="7019" y="1"/>
                    <a:pt x="690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40" name="Google Shape;240;p18"/>
            <p:cNvSpPr/>
            <p:nvPr/>
          </p:nvSpPr>
          <p:spPr>
            <a:xfrm>
              <a:off x="-64568375" y="3361050"/>
              <a:ext cx="104775" cy="105675"/>
            </a:xfrm>
            <a:custGeom>
              <a:avLst/>
              <a:gdLst/>
              <a:ahLst/>
              <a:cxnLst/>
              <a:rect l="l" t="t" r="r" b="b"/>
              <a:pathLst>
                <a:path w="4191" h="4227" extrusionOk="0">
                  <a:moveTo>
                    <a:pt x="2941" y="1"/>
                  </a:moveTo>
                  <a:cubicBezTo>
                    <a:pt x="2906" y="1"/>
                    <a:pt x="2871" y="2"/>
                    <a:pt x="2836" y="5"/>
                  </a:cubicBezTo>
                  <a:cubicBezTo>
                    <a:pt x="1828" y="100"/>
                    <a:pt x="883" y="320"/>
                    <a:pt x="0" y="667"/>
                  </a:cubicBezTo>
                  <a:lnTo>
                    <a:pt x="3529" y="4227"/>
                  </a:lnTo>
                  <a:cubicBezTo>
                    <a:pt x="3876" y="3313"/>
                    <a:pt x="4128" y="2368"/>
                    <a:pt x="4191" y="1392"/>
                  </a:cubicBezTo>
                  <a:cubicBezTo>
                    <a:pt x="4191" y="982"/>
                    <a:pt x="4033" y="635"/>
                    <a:pt x="3812" y="352"/>
                  </a:cubicBezTo>
                  <a:cubicBezTo>
                    <a:pt x="3558" y="125"/>
                    <a:pt x="3252" y="1"/>
                    <a:pt x="2941"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41" name="Google Shape;241;p18"/>
            <p:cNvSpPr/>
            <p:nvPr/>
          </p:nvSpPr>
          <p:spPr>
            <a:xfrm>
              <a:off x="-64645575" y="3596675"/>
              <a:ext cx="85100" cy="79575"/>
            </a:xfrm>
            <a:custGeom>
              <a:avLst/>
              <a:gdLst/>
              <a:ahLst/>
              <a:cxnLst/>
              <a:rect l="l" t="t" r="r" b="b"/>
              <a:pathLst>
                <a:path w="3404" h="3183" extrusionOk="0">
                  <a:moveTo>
                    <a:pt x="3403" y="0"/>
                  </a:moveTo>
                  <a:lnTo>
                    <a:pt x="3403" y="0"/>
                  </a:lnTo>
                  <a:cubicBezTo>
                    <a:pt x="2710" y="473"/>
                    <a:pt x="2017" y="819"/>
                    <a:pt x="1261" y="1134"/>
                  </a:cubicBezTo>
                  <a:cubicBezTo>
                    <a:pt x="1041" y="1292"/>
                    <a:pt x="726" y="1386"/>
                    <a:pt x="442" y="1449"/>
                  </a:cubicBezTo>
                  <a:cubicBezTo>
                    <a:pt x="347" y="1859"/>
                    <a:pt x="253" y="2237"/>
                    <a:pt x="95" y="2584"/>
                  </a:cubicBezTo>
                  <a:cubicBezTo>
                    <a:pt x="1" y="2741"/>
                    <a:pt x="32" y="2930"/>
                    <a:pt x="158" y="3056"/>
                  </a:cubicBezTo>
                  <a:cubicBezTo>
                    <a:pt x="253" y="3151"/>
                    <a:pt x="347" y="3182"/>
                    <a:pt x="442" y="3182"/>
                  </a:cubicBezTo>
                  <a:cubicBezTo>
                    <a:pt x="505" y="3182"/>
                    <a:pt x="568" y="3182"/>
                    <a:pt x="600" y="3151"/>
                  </a:cubicBezTo>
                  <a:cubicBezTo>
                    <a:pt x="1135" y="2867"/>
                    <a:pt x="1671" y="2521"/>
                    <a:pt x="2080" y="2080"/>
                  </a:cubicBezTo>
                  <a:cubicBezTo>
                    <a:pt x="2679" y="1481"/>
                    <a:pt x="3151" y="756"/>
                    <a:pt x="3403"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42" name="Google Shape;242;p18"/>
            <p:cNvSpPr/>
            <p:nvPr/>
          </p:nvSpPr>
          <p:spPr>
            <a:xfrm>
              <a:off x="-64781025" y="3456475"/>
              <a:ext cx="80350" cy="85075"/>
            </a:xfrm>
            <a:custGeom>
              <a:avLst/>
              <a:gdLst/>
              <a:ahLst/>
              <a:cxnLst/>
              <a:rect l="l" t="t" r="r" b="b"/>
              <a:pathLst>
                <a:path w="3214" h="3403" extrusionOk="0">
                  <a:moveTo>
                    <a:pt x="3214" y="0"/>
                  </a:moveTo>
                  <a:cubicBezTo>
                    <a:pt x="2426" y="252"/>
                    <a:pt x="1733" y="725"/>
                    <a:pt x="1134" y="1324"/>
                  </a:cubicBezTo>
                  <a:cubicBezTo>
                    <a:pt x="693" y="1733"/>
                    <a:pt x="347" y="2269"/>
                    <a:pt x="63" y="2804"/>
                  </a:cubicBezTo>
                  <a:cubicBezTo>
                    <a:pt x="0" y="2962"/>
                    <a:pt x="32" y="3151"/>
                    <a:pt x="158" y="3277"/>
                  </a:cubicBezTo>
                  <a:cubicBezTo>
                    <a:pt x="221" y="3371"/>
                    <a:pt x="347" y="3403"/>
                    <a:pt x="410" y="3403"/>
                  </a:cubicBezTo>
                  <a:cubicBezTo>
                    <a:pt x="504" y="3403"/>
                    <a:pt x="536" y="3403"/>
                    <a:pt x="630" y="3371"/>
                  </a:cubicBezTo>
                  <a:cubicBezTo>
                    <a:pt x="977" y="3214"/>
                    <a:pt x="1355" y="3088"/>
                    <a:pt x="1764" y="2993"/>
                  </a:cubicBezTo>
                  <a:cubicBezTo>
                    <a:pt x="1827" y="2678"/>
                    <a:pt x="1953" y="2426"/>
                    <a:pt x="2079" y="2143"/>
                  </a:cubicBezTo>
                  <a:cubicBezTo>
                    <a:pt x="2394" y="1387"/>
                    <a:pt x="2741" y="694"/>
                    <a:pt x="3214"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244" name="Google Shape;244;p18"/>
          <p:cNvSpPr/>
          <p:nvPr/>
        </p:nvSpPr>
        <p:spPr>
          <a:xfrm>
            <a:off x="5455135" y="3193354"/>
            <a:ext cx="1283111" cy="1265845"/>
          </a:xfrm>
          <a:custGeom>
            <a:avLst/>
            <a:gdLst/>
            <a:ahLst/>
            <a:cxnLst/>
            <a:rect l="l" t="t" r="r" b="b"/>
            <a:pathLst>
              <a:path w="39315" h="38786" extrusionOk="0">
                <a:moveTo>
                  <a:pt x="19659" y="1"/>
                </a:moveTo>
                <a:cubicBezTo>
                  <a:pt x="18964" y="1"/>
                  <a:pt x="18270" y="266"/>
                  <a:pt x="17740" y="796"/>
                </a:cubicBezTo>
                <a:lnTo>
                  <a:pt x="1072" y="17464"/>
                </a:lnTo>
                <a:cubicBezTo>
                  <a:pt x="0" y="18536"/>
                  <a:pt x="0" y="20250"/>
                  <a:pt x="1072" y="21322"/>
                </a:cubicBezTo>
                <a:lnTo>
                  <a:pt x="17740" y="37991"/>
                </a:lnTo>
                <a:cubicBezTo>
                  <a:pt x="18270" y="38521"/>
                  <a:pt x="18964" y="38785"/>
                  <a:pt x="19659" y="38785"/>
                </a:cubicBezTo>
                <a:cubicBezTo>
                  <a:pt x="20354" y="38785"/>
                  <a:pt x="21050" y="38521"/>
                  <a:pt x="21586" y="37991"/>
                </a:cubicBezTo>
                <a:lnTo>
                  <a:pt x="38255" y="21322"/>
                </a:lnTo>
                <a:cubicBezTo>
                  <a:pt x="39314" y="20250"/>
                  <a:pt x="39314" y="18536"/>
                  <a:pt x="38255" y="17464"/>
                </a:cubicBezTo>
                <a:lnTo>
                  <a:pt x="21586" y="796"/>
                </a:lnTo>
                <a:cubicBezTo>
                  <a:pt x="21050" y="266"/>
                  <a:pt x="20354" y="1"/>
                  <a:pt x="19659" y="1"/>
                </a:cubicBezTo>
                <a:close/>
              </a:path>
            </a:pathLst>
          </a:custGeom>
          <a:solidFill>
            <a:srgbClr val="EEEEE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nvGrpSpPr>
          <p:cNvPr id="245" name="Google Shape;245;p18"/>
          <p:cNvGrpSpPr/>
          <p:nvPr/>
        </p:nvGrpSpPr>
        <p:grpSpPr>
          <a:xfrm>
            <a:off x="5353697" y="3093319"/>
            <a:ext cx="1485948" cy="1465941"/>
            <a:chOff x="4015272" y="2319989"/>
            <a:chExt cx="1114461" cy="1099456"/>
          </a:xfrm>
        </p:grpSpPr>
        <p:sp>
          <p:nvSpPr>
            <p:cNvPr id="246" name="Google Shape;246;p18"/>
            <p:cNvSpPr/>
            <p:nvPr/>
          </p:nvSpPr>
          <p:spPr>
            <a:xfrm>
              <a:off x="4015272" y="2319989"/>
              <a:ext cx="1114461" cy="1099456"/>
            </a:xfrm>
            <a:custGeom>
              <a:avLst/>
              <a:gdLst/>
              <a:ahLst/>
              <a:cxnLst/>
              <a:rect l="l" t="t" r="r" b="b"/>
              <a:pathLst>
                <a:path w="45530" h="44917" extrusionOk="0">
                  <a:moveTo>
                    <a:pt x="22765" y="0"/>
                  </a:moveTo>
                  <a:cubicBezTo>
                    <a:pt x="21959" y="0"/>
                    <a:pt x="21152" y="307"/>
                    <a:pt x="20539" y="920"/>
                  </a:cubicBezTo>
                  <a:lnTo>
                    <a:pt x="1227" y="20232"/>
                  </a:lnTo>
                  <a:cubicBezTo>
                    <a:pt x="0" y="21458"/>
                    <a:pt x="0" y="23458"/>
                    <a:pt x="1227" y="24685"/>
                  </a:cubicBezTo>
                  <a:lnTo>
                    <a:pt x="20539" y="43997"/>
                  </a:lnTo>
                  <a:cubicBezTo>
                    <a:pt x="21152" y="44610"/>
                    <a:pt x="21959" y="44916"/>
                    <a:pt x="22765" y="44916"/>
                  </a:cubicBezTo>
                  <a:cubicBezTo>
                    <a:pt x="23572" y="44916"/>
                    <a:pt x="24379" y="44610"/>
                    <a:pt x="24992" y="43997"/>
                  </a:cubicBezTo>
                  <a:lnTo>
                    <a:pt x="44304" y="24685"/>
                  </a:lnTo>
                  <a:cubicBezTo>
                    <a:pt x="45530" y="23458"/>
                    <a:pt x="45530" y="21458"/>
                    <a:pt x="44304" y="20232"/>
                  </a:cubicBezTo>
                  <a:lnTo>
                    <a:pt x="24992" y="920"/>
                  </a:lnTo>
                  <a:cubicBezTo>
                    <a:pt x="24379" y="307"/>
                    <a:pt x="23572" y="0"/>
                    <a:pt x="22765" y="0"/>
                  </a:cubicBezTo>
                  <a:close/>
                </a:path>
              </a:pathLst>
            </a:custGeom>
            <a:solidFill>
              <a:srgbClr val="FFFFFF">
                <a:alpha val="2514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47" name="Google Shape;247;p18"/>
            <p:cNvSpPr/>
            <p:nvPr/>
          </p:nvSpPr>
          <p:spPr>
            <a:xfrm>
              <a:off x="4091624" y="2395263"/>
              <a:ext cx="962089" cy="949145"/>
            </a:xfrm>
            <a:custGeom>
              <a:avLst/>
              <a:gdLst/>
              <a:ahLst/>
              <a:cxnLst/>
              <a:rect l="l" t="t" r="r" b="b"/>
              <a:pathLst>
                <a:path w="33374" h="32925" extrusionOk="0">
                  <a:moveTo>
                    <a:pt x="16686" y="1"/>
                  </a:moveTo>
                  <a:cubicBezTo>
                    <a:pt x="16095" y="1"/>
                    <a:pt x="15503" y="224"/>
                    <a:pt x="15050" y="671"/>
                  </a:cubicBezTo>
                  <a:lnTo>
                    <a:pt x="894" y="14827"/>
                  </a:lnTo>
                  <a:cubicBezTo>
                    <a:pt x="1" y="15732"/>
                    <a:pt x="1" y="17184"/>
                    <a:pt x="894" y="18089"/>
                  </a:cubicBezTo>
                  <a:lnTo>
                    <a:pt x="15050" y="32246"/>
                  </a:lnTo>
                  <a:cubicBezTo>
                    <a:pt x="15503" y="32698"/>
                    <a:pt x="16095" y="32925"/>
                    <a:pt x="16686" y="32925"/>
                  </a:cubicBezTo>
                  <a:cubicBezTo>
                    <a:pt x="17277" y="32925"/>
                    <a:pt x="17866" y="32698"/>
                    <a:pt x="18312" y="32246"/>
                  </a:cubicBezTo>
                  <a:lnTo>
                    <a:pt x="32469" y="18089"/>
                  </a:lnTo>
                  <a:cubicBezTo>
                    <a:pt x="33374" y="17184"/>
                    <a:pt x="33374" y="15732"/>
                    <a:pt x="32469" y="14827"/>
                  </a:cubicBezTo>
                  <a:lnTo>
                    <a:pt x="18312" y="671"/>
                  </a:lnTo>
                  <a:cubicBezTo>
                    <a:pt x="17866" y="224"/>
                    <a:pt x="17277" y="1"/>
                    <a:pt x="16686" y="1"/>
                  </a:cubicBezTo>
                  <a:close/>
                </a:path>
              </a:pathLst>
            </a:custGeom>
            <a:solidFill>
              <a:srgbClr val="FFFFFF"/>
            </a:solidFill>
            <a:ln>
              <a:noFill/>
            </a:ln>
          </p:spPr>
          <p:txBody>
            <a:bodyPr spcFirstLastPara="1" wrap="square" lIns="121900" tIns="121900" rIns="121900" bIns="121900" anchor="ctr" anchorCtr="0">
              <a:noAutofit/>
            </a:bodyPr>
            <a:lstStyle/>
            <a:p>
              <a:pPr algn="ctr" defTabSz="1219170">
                <a:buClr>
                  <a:srgbClr val="000000"/>
                </a:buClr>
                <a:buSzPts val="1100"/>
              </a:pPr>
              <a:r>
                <a:rPr lang="en" sz="2400" kern="0">
                  <a:solidFill>
                    <a:srgbClr val="434343"/>
                  </a:solidFill>
                  <a:latin typeface="Fira Sans Extra Condensed Medium"/>
                  <a:ea typeface="Fira Sans Extra Condensed Medium"/>
                  <a:cs typeface="Fira Sans Extra Condensed Medium"/>
                  <a:sym typeface="Fira Sans Extra Condensed Medium"/>
                </a:rPr>
                <a:t>SWOT</a:t>
              </a:r>
              <a:endParaRPr sz="2400" kern="0">
                <a:solidFill>
                  <a:srgbClr val="000000"/>
                </a:solidFill>
                <a:latin typeface="Arial"/>
                <a:cs typeface="Arial"/>
                <a:sym typeface="Arial"/>
              </a:endParaRPr>
            </a:p>
          </p:txBody>
        </p:sp>
      </p:grpSp>
      <p:grpSp>
        <p:nvGrpSpPr>
          <p:cNvPr id="248" name="Google Shape;248;p18"/>
          <p:cNvGrpSpPr/>
          <p:nvPr/>
        </p:nvGrpSpPr>
        <p:grpSpPr>
          <a:xfrm>
            <a:off x="7856075" y="34182"/>
            <a:ext cx="4119705" cy="2416099"/>
            <a:chOff x="5915310" y="-51395"/>
            <a:chExt cx="3089779" cy="1812074"/>
          </a:xfrm>
        </p:grpSpPr>
        <p:sp>
          <p:nvSpPr>
            <p:cNvPr id="249" name="Google Shape;249;p18"/>
            <p:cNvSpPr txBox="1"/>
            <p:nvPr/>
          </p:nvSpPr>
          <p:spPr>
            <a:xfrm>
              <a:off x="6769808" y="-51395"/>
              <a:ext cx="1884600" cy="429600"/>
            </a:xfrm>
            <a:prstGeom prst="rect">
              <a:avLst/>
            </a:prstGeom>
            <a:noFill/>
            <a:ln>
              <a:noFill/>
            </a:ln>
          </p:spPr>
          <p:txBody>
            <a:bodyPr spcFirstLastPara="1" wrap="square" lIns="121900" tIns="121900" rIns="121900" bIns="121900" anchor="ctr" anchorCtr="0">
              <a:noAutofit/>
            </a:bodyPr>
            <a:lstStyle/>
            <a:p>
              <a:pPr defTabSz="1219170">
                <a:buClr>
                  <a:srgbClr val="000000"/>
                </a:buClr>
              </a:pPr>
              <a:r>
                <a:rPr lang="ru-RU" sz="2267" kern="0" dirty="0">
                  <a:solidFill>
                    <a:srgbClr val="EC3A3B"/>
                  </a:solidFill>
                  <a:latin typeface="Fira Sans Extra Condensed Medium"/>
                  <a:ea typeface="Fira Sans Extra Condensed Medium"/>
                  <a:cs typeface="Fira Sans Extra Condensed Medium"/>
                  <a:sym typeface="Fira Sans Extra Condensed Medium"/>
                </a:rPr>
                <a:t>Слабые стороны</a:t>
              </a:r>
              <a:endParaRPr lang="en-US" sz="2267" kern="0" dirty="0">
                <a:solidFill>
                  <a:srgbClr val="EC3A3B"/>
                </a:solidFill>
                <a:latin typeface="Fira Sans Extra Condensed Medium"/>
                <a:ea typeface="Fira Sans Extra Condensed Medium"/>
                <a:cs typeface="Fira Sans Extra Condensed Medium"/>
                <a:sym typeface="Fira Sans Extra Condensed Medium"/>
              </a:endParaRPr>
            </a:p>
          </p:txBody>
        </p:sp>
        <p:sp>
          <p:nvSpPr>
            <p:cNvPr id="250" name="Google Shape;250;p18"/>
            <p:cNvSpPr txBox="1"/>
            <p:nvPr/>
          </p:nvSpPr>
          <p:spPr>
            <a:xfrm>
              <a:off x="5915310" y="995679"/>
              <a:ext cx="3089779" cy="765000"/>
            </a:xfrm>
            <a:prstGeom prst="rect">
              <a:avLst/>
            </a:prstGeom>
            <a:noFill/>
            <a:ln>
              <a:noFill/>
            </a:ln>
          </p:spPr>
          <p:txBody>
            <a:bodyPr spcFirstLastPara="1" wrap="square" lIns="121900" tIns="121900" rIns="121900" bIns="121900" anchor="ctr" anchorCtr="0">
              <a:noAutofit/>
            </a:bodyPr>
            <a:lstStyle/>
            <a:p>
              <a:pPr marL="285750" indent="-285750" defTabSz="1219170">
                <a:buClr>
                  <a:srgbClr val="000000"/>
                </a:buClr>
                <a:buFont typeface="Arial" panose="020B0604020202020204" pitchFamily="34" charset="0"/>
                <a:buChar char="•"/>
              </a:pPr>
              <a:r>
                <a:rPr lang="ru-RU" sz="1400" kern="0" dirty="0">
                  <a:ln w="0"/>
                  <a:effectLst>
                    <a:outerShdw blurRad="38100" dist="19050" dir="2700000" algn="tl" rotWithShape="0">
                      <a:schemeClr val="dk1">
                        <a:alpha val="40000"/>
                      </a:schemeClr>
                    </a:outerShdw>
                  </a:effectLst>
                  <a:latin typeface="Roboto"/>
                  <a:ea typeface="Roboto"/>
                  <a:cs typeface="Roboto"/>
                  <a:sym typeface="Roboto"/>
                </a:rPr>
                <a:t>Учет рабочего времени, смен и отпусков ведется вручную (Excel, бумажные формы)</a:t>
              </a:r>
            </a:p>
            <a:p>
              <a:pPr marL="285750" indent="-285750" defTabSz="1219170">
                <a:buClr>
                  <a:srgbClr val="000000"/>
                </a:buClr>
                <a:buFont typeface="Arial" panose="020B0604020202020204" pitchFamily="34" charset="0"/>
                <a:buChar char="•"/>
              </a:pPr>
              <a:r>
                <a:rPr lang="ru-RU" sz="1400" kern="0" dirty="0">
                  <a:ln w="0"/>
                  <a:effectLst>
                    <a:outerShdw blurRad="38100" dist="19050" dir="2700000" algn="tl" rotWithShape="0">
                      <a:schemeClr val="dk1">
                        <a:alpha val="40000"/>
                      </a:schemeClr>
                    </a:outerShdw>
                  </a:effectLst>
                  <a:latin typeface="Roboto"/>
                  <a:ea typeface="Roboto"/>
                  <a:cs typeface="Roboto"/>
                  <a:sym typeface="Roboto"/>
                </a:rPr>
                <a:t>Данные HR разрознены между офисами, заводами и фермами → отсутствие единой системы</a:t>
              </a:r>
            </a:p>
            <a:p>
              <a:pPr marL="285750" indent="-285750" defTabSz="1219170">
                <a:buClr>
                  <a:srgbClr val="000000"/>
                </a:buClr>
                <a:buFont typeface="Arial" panose="020B0604020202020204" pitchFamily="34" charset="0"/>
                <a:buChar char="•"/>
              </a:pPr>
              <a:r>
                <a:rPr lang="ru-RU" sz="1400" kern="0" dirty="0">
                  <a:ln w="0"/>
                  <a:effectLst>
                    <a:outerShdw blurRad="38100" dist="19050" dir="2700000" algn="tl" rotWithShape="0">
                      <a:schemeClr val="dk1">
                        <a:alpha val="40000"/>
                      </a:schemeClr>
                    </a:outerShdw>
                  </a:effectLst>
                  <a:latin typeface="Roboto"/>
                  <a:ea typeface="Roboto"/>
                  <a:cs typeface="Roboto"/>
                  <a:sym typeface="Roboto"/>
                </a:rPr>
                <a:t>Нет интегрированной HRM-системы в реальном времени</a:t>
              </a:r>
            </a:p>
            <a:p>
              <a:pPr marL="285750" indent="-285750" defTabSz="1219170">
                <a:buClr>
                  <a:srgbClr val="000000"/>
                </a:buClr>
                <a:buFont typeface="Arial" panose="020B0604020202020204" pitchFamily="34" charset="0"/>
                <a:buChar char="•"/>
              </a:pPr>
              <a:r>
                <a:rPr lang="ru-RU" sz="1400" kern="0" dirty="0">
                  <a:ln w="0"/>
                  <a:effectLst>
                    <a:outerShdw blurRad="38100" dist="19050" dir="2700000" algn="tl" rotWithShape="0">
                      <a:schemeClr val="dk1">
                        <a:alpha val="40000"/>
                      </a:schemeClr>
                    </a:outerShdw>
                  </a:effectLst>
                  <a:latin typeface="Roboto"/>
                  <a:ea typeface="Roboto"/>
                  <a:cs typeface="Roboto"/>
                  <a:sym typeface="Roboto"/>
                </a:rPr>
                <a:t>Устаревший процесс подбора кандидатов (без ATS, ручная фильтрация резюме по </a:t>
              </a:r>
              <a:r>
                <a:rPr lang="ru-RU" sz="1400" kern="0" dirty="0" err="1">
                  <a:ln w="0"/>
                  <a:effectLst>
                    <a:outerShdw blurRad="38100" dist="19050" dir="2700000" algn="tl" rotWithShape="0">
                      <a:schemeClr val="dk1">
                        <a:alpha val="40000"/>
                      </a:schemeClr>
                    </a:outerShdw>
                  </a:effectLst>
                  <a:latin typeface="Roboto"/>
                  <a:ea typeface="Roboto"/>
                  <a:cs typeface="Roboto"/>
                  <a:sym typeface="Roboto"/>
                </a:rPr>
                <a:t>email</a:t>
              </a:r>
              <a:r>
                <a:rPr lang="ru-RU" sz="1400" kern="0" dirty="0">
                  <a:ln w="0"/>
                  <a:effectLst>
                    <a:outerShdw blurRad="38100" dist="19050" dir="2700000" algn="tl" rotWithShape="0">
                      <a:schemeClr val="dk1">
                        <a:alpha val="40000"/>
                      </a:schemeClr>
                    </a:outerShdw>
                  </a:effectLst>
                  <a:latin typeface="Roboto"/>
                  <a:ea typeface="Roboto"/>
                  <a:cs typeface="Roboto"/>
                  <a:sym typeface="Roboto"/>
                </a:rPr>
                <a:t>)</a:t>
              </a:r>
            </a:p>
            <a:p>
              <a:pPr marL="285750" indent="-285750" defTabSz="1219170">
                <a:buClr>
                  <a:srgbClr val="000000"/>
                </a:buClr>
                <a:buFont typeface="Arial" panose="020B0604020202020204" pitchFamily="34" charset="0"/>
                <a:buChar char="•"/>
              </a:pPr>
              <a:r>
                <a:rPr lang="ru-RU" sz="1400" kern="0" dirty="0">
                  <a:ln w="0"/>
                  <a:effectLst>
                    <a:outerShdw blurRad="38100" dist="19050" dir="2700000" algn="tl" rotWithShape="0">
                      <a:schemeClr val="dk1">
                        <a:alpha val="40000"/>
                      </a:schemeClr>
                    </a:outerShdw>
                  </a:effectLst>
                  <a:latin typeface="Roboto"/>
                  <a:ea typeface="Roboto"/>
                  <a:cs typeface="Roboto"/>
                  <a:sym typeface="Roboto"/>
                </a:rPr>
                <a:t>Оценка KPI вручную, нет </a:t>
              </a:r>
              <a:r>
                <a:rPr lang="ru-RU" sz="1400" kern="0" dirty="0" err="1">
                  <a:ln w="0"/>
                  <a:effectLst>
                    <a:outerShdw blurRad="38100" dist="19050" dir="2700000" algn="tl" rotWithShape="0">
                      <a:schemeClr val="dk1">
                        <a:alpha val="40000"/>
                      </a:schemeClr>
                    </a:outerShdw>
                  </a:effectLst>
                  <a:latin typeface="Roboto"/>
                  <a:ea typeface="Roboto"/>
                  <a:cs typeface="Roboto"/>
                  <a:sym typeface="Roboto"/>
                </a:rPr>
                <a:t>дашбордов</a:t>
              </a:r>
              <a:r>
                <a:rPr lang="ru-RU" sz="1400" kern="0" dirty="0">
                  <a:ln w="0"/>
                  <a:effectLst>
                    <a:outerShdw blurRad="38100" dist="19050" dir="2700000" algn="tl" rotWithShape="0">
                      <a:schemeClr val="dk1">
                        <a:alpha val="40000"/>
                      </a:schemeClr>
                    </a:outerShdw>
                  </a:effectLst>
                  <a:latin typeface="Roboto"/>
                  <a:ea typeface="Roboto"/>
                  <a:cs typeface="Roboto"/>
                  <a:sym typeface="Roboto"/>
                </a:rPr>
                <a:t> для анализа эффективности</a:t>
              </a:r>
              <a:endParaRPr lang="en-US" sz="1400" kern="0" dirty="0">
                <a:ln w="0"/>
                <a:effectLst>
                  <a:outerShdw blurRad="38100" dist="19050" dir="2700000" algn="tl" rotWithShape="0">
                    <a:schemeClr val="dk1">
                      <a:alpha val="40000"/>
                    </a:schemeClr>
                  </a:outerShdw>
                </a:effectLst>
                <a:latin typeface="Roboto"/>
                <a:ea typeface="Roboto"/>
                <a:cs typeface="Roboto"/>
                <a:sym typeface="Roboto"/>
              </a:endParaRPr>
            </a:p>
          </p:txBody>
        </p:sp>
      </p:grpSp>
      <p:grpSp>
        <p:nvGrpSpPr>
          <p:cNvPr id="251" name="Google Shape;251;p18"/>
          <p:cNvGrpSpPr/>
          <p:nvPr/>
        </p:nvGrpSpPr>
        <p:grpSpPr>
          <a:xfrm>
            <a:off x="-182064" y="3519661"/>
            <a:ext cx="4509023" cy="2355628"/>
            <a:chOff x="-49916" y="2386008"/>
            <a:chExt cx="2950396" cy="1766722"/>
          </a:xfrm>
        </p:grpSpPr>
        <p:sp>
          <p:nvSpPr>
            <p:cNvPr id="252" name="Google Shape;252;p18"/>
            <p:cNvSpPr txBox="1"/>
            <p:nvPr/>
          </p:nvSpPr>
          <p:spPr>
            <a:xfrm>
              <a:off x="-49916" y="2386008"/>
              <a:ext cx="1884600" cy="429600"/>
            </a:xfrm>
            <a:prstGeom prst="rect">
              <a:avLst/>
            </a:prstGeom>
            <a:noFill/>
            <a:ln>
              <a:noFill/>
            </a:ln>
          </p:spPr>
          <p:txBody>
            <a:bodyPr spcFirstLastPara="1" wrap="square" lIns="121900" tIns="121900" rIns="121900" bIns="121900" anchor="ctr" anchorCtr="0">
              <a:noAutofit/>
            </a:bodyPr>
            <a:lstStyle/>
            <a:p>
              <a:pPr algn="r" defTabSz="1219170">
                <a:buClr>
                  <a:srgbClr val="000000"/>
                </a:buClr>
              </a:pPr>
              <a:r>
                <a:rPr lang="ru-RU" sz="2267" kern="0" dirty="0">
                  <a:solidFill>
                    <a:srgbClr val="69E781"/>
                  </a:solidFill>
                  <a:latin typeface="Fira Sans Extra Condensed Medium"/>
                  <a:ea typeface="Fira Sans Extra Condensed Medium"/>
                  <a:cs typeface="Fira Sans Extra Condensed Medium"/>
                  <a:sym typeface="Fira Sans Extra Condensed Medium"/>
                </a:rPr>
                <a:t>Угрозы</a:t>
              </a:r>
              <a:endParaRPr lang="en-US" sz="2267" kern="0" dirty="0">
                <a:solidFill>
                  <a:srgbClr val="69E781"/>
                </a:solidFill>
                <a:latin typeface="Fira Sans Extra Condensed Medium"/>
                <a:ea typeface="Fira Sans Extra Condensed Medium"/>
                <a:cs typeface="Fira Sans Extra Condensed Medium"/>
                <a:sym typeface="Fira Sans Extra Condensed Medium"/>
              </a:endParaRPr>
            </a:p>
          </p:txBody>
        </p:sp>
        <p:sp>
          <p:nvSpPr>
            <p:cNvPr id="253" name="Google Shape;253;p18"/>
            <p:cNvSpPr txBox="1"/>
            <p:nvPr/>
          </p:nvSpPr>
          <p:spPr>
            <a:xfrm>
              <a:off x="235283" y="3387730"/>
              <a:ext cx="2665197" cy="765000"/>
            </a:xfrm>
            <a:prstGeom prst="rect">
              <a:avLst/>
            </a:prstGeom>
            <a:noFill/>
            <a:ln>
              <a:noFill/>
            </a:ln>
          </p:spPr>
          <p:txBody>
            <a:bodyPr spcFirstLastPara="1" wrap="square" lIns="121900" tIns="121900" rIns="121900" bIns="121900" anchor="ctr" anchorCtr="0">
              <a:noAutofit/>
            </a:bodyPr>
            <a:lstStyle/>
            <a:p>
              <a:pPr marL="285750" indent="-285750" defTabSz="1219170">
                <a:buClr>
                  <a:srgbClr val="000000"/>
                </a:buClr>
                <a:buFont typeface="Arial" panose="020B0604020202020204" pitchFamily="34" charset="0"/>
                <a:buChar char="•"/>
              </a:pPr>
              <a:r>
                <a:rPr lang="ru-RU" sz="1400" kern="0" dirty="0">
                  <a:ln w="0"/>
                  <a:effectLst>
                    <a:outerShdw blurRad="38100" dist="19050" dir="2700000" algn="tl" rotWithShape="0">
                      <a:schemeClr val="dk1">
                        <a:alpha val="40000"/>
                      </a:schemeClr>
                    </a:outerShdw>
                  </a:effectLst>
                  <a:latin typeface="Roboto"/>
                  <a:ea typeface="Roboto"/>
                  <a:cs typeface="Roboto"/>
                  <a:sym typeface="Roboto"/>
                </a:rPr>
                <a:t>Большой и географически распределенный штат → сложности синхронного внедрения HRM</a:t>
              </a:r>
            </a:p>
            <a:p>
              <a:pPr marL="285750" indent="-285750" defTabSz="1219170">
                <a:buClr>
                  <a:srgbClr val="000000"/>
                </a:buClr>
                <a:buFont typeface="Arial" panose="020B0604020202020204" pitchFamily="34" charset="0"/>
                <a:buChar char="•"/>
              </a:pPr>
              <a:r>
                <a:rPr lang="ru-RU" sz="1400" kern="0" dirty="0">
                  <a:ln w="0"/>
                  <a:effectLst>
                    <a:outerShdw blurRad="38100" dist="19050" dir="2700000" algn="tl" rotWithShape="0">
                      <a:schemeClr val="dk1">
                        <a:alpha val="40000"/>
                      </a:schemeClr>
                    </a:outerShdw>
                  </a:effectLst>
                  <a:latin typeface="Roboto"/>
                  <a:ea typeface="Roboto"/>
                  <a:cs typeface="Roboto"/>
                  <a:sym typeface="Roboto"/>
                </a:rPr>
                <a:t>Сопротивление со стороны опытных сотрудников → риск низкой адаптации к новой системе</a:t>
              </a:r>
            </a:p>
            <a:p>
              <a:pPr marL="285750" indent="-285750" defTabSz="1219170">
                <a:buClr>
                  <a:srgbClr val="000000"/>
                </a:buClr>
                <a:buFont typeface="Arial" panose="020B0604020202020204" pitchFamily="34" charset="0"/>
                <a:buChar char="•"/>
              </a:pPr>
              <a:r>
                <a:rPr lang="ru-RU" sz="1400" kern="0" dirty="0">
                  <a:ln w="0"/>
                  <a:effectLst>
                    <a:outerShdw blurRad="38100" dist="19050" dir="2700000" algn="tl" rotWithShape="0">
                      <a:schemeClr val="dk1">
                        <a:alpha val="40000"/>
                      </a:schemeClr>
                    </a:outerShdw>
                  </a:effectLst>
                  <a:latin typeface="Roboto"/>
                  <a:ea typeface="Roboto"/>
                  <a:cs typeface="Roboto"/>
                  <a:sym typeface="Roboto"/>
                </a:rPr>
                <a:t>Высокие затраты на внедрение HRM и переобучение (особенно при множестве локаций)</a:t>
              </a:r>
            </a:p>
            <a:p>
              <a:pPr marL="285750" indent="-285750" defTabSz="1219170">
                <a:buClr>
                  <a:srgbClr val="000000"/>
                </a:buClr>
                <a:buFont typeface="Arial" panose="020B0604020202020204" pitchFamily="34" charset="0"/>
                <a:buChar char="•"/>
              </a:pPr>
              <a:r>
                <a:rPr lang="ru-RU" sz="1400" kern="0" dirty="0">
                  <a:ln w="0"/>
                  <a:effectLst>
                    <a:outerShdw blurRad="38100" dist="19050" dir="2700000" algn="tl" rotWithShape="0">
                      <a:schemeClr val="dk1">
                        <a:alpha val="40000"/>
                      </a:schemeClr>
                    </a:outerShdw>
                  </a:effectLst>
                  <a:latin typeface="Roboto"/>
                  <a:ea typeface="Roboto"/>
                  <a:cs typeface="Roboto"/>
                  <a:sym typeface="Roboto"/>
                </a:rPr>
                <a:t>Риск потери данных или сбоев при переходе без четкого плана реализации</a:t>
              </a:r>
              <a:endParaRPr sz="1400" kern="0" dirty="0">
                <a:ln w="0"/>
                <a:effectLst>
                  <a:outerShdw blurRad="38100" dist="19050" dir="2700000" algn="tl" rotWithShape="0">
                    <a:schemeClr val="dk1">
                      <a:alpha val="40000"/>
                    </a:schemeClr>
                  </a:outerShdw>
                </a:effectLst>
                <a:latin typeface="Roboto"/>
                <a:ea typeface="Roboto"/>
                <a:cs typeface="Roboto"/>
                <a:sym typeface="Roboto"/>
              </a:endParaRPr>
            </a:p>
          </p:txBody>
        </p:sp>
      </p:grpSp>
      <p:grpSp>
        <p:nvGrpSpPr>
          <p:cNvPr id="254" name="Google Shape;254;p18"/>
          <p:cNvGrpSpPr/>
          <p:nvPr/>
        </p:nvGrpSpPr>
        <p:grpSpPr>
          <a:xfrm>
            <a:off x="-752768" y="34182"/>
            <a:ext cx="5150534" cy="2251595"/>
            <a:chOff x="344454" y="415103"/>
            <a:chExt cx="2356163" cy="1688697"/>
          </a:xfrm>
        </p:grpSpPr>
        <p:sp>
          <p:nvSpPr>
            <p:cNvPr id="255" name="Google Shape;255;p18"/>
            <p:cNvSpPr txBox="1"/>
            <p:nvPr/>
          </p:nvSpPr>
          <p:spPr>
            <a:xfrm>
              <a:off x="816017" y="1338800"/>
              <a:ext cx="1884600" cy="765000"/>
            </a:xfrm>
            <a:prstGeom prst="rect">
              <a:avLst/>
            </a:prstGeom>
            <a:noFill/>
            <a:ln>
              <a:noFill/>
            </a:ln>
          </p:spPr>
          <p:txBody>
            <a:bodyPr spcFirstLastPara="1" wrap="square" lIns="121900" tIns="121900" rIns="121900" bIns="121900" anchor="ctr" anchorCtr="0">
              <a:noAutofit/>
            </a:bodyPr>
            <a:lstStyle/>
            <a:p>
              <a:pPr marL="285750" indent="-285750" defTabSz="1219170">
                <a:buClr>
                  <a:srgbClr val="000000"/>
                </a:buClr>
                <a:buFont typeface="Arial" panose="020B0604020202020204" pitchFamily="34" charset="0"/>
                <a:buChar char="•"/>
              </a:pPr>
              <a:r>
                <a:rPr lang="ru-RU" sz="1400" kern="0" dirty="0">
                  <a:ln w="0"/>
                  <a:effectLst>
                    <a:outerShdw blurRad="38100" dist="19050" dir="2700000" algn="tl" rotWithShape="0">
                      <a:schemeClr val="dk1">
                        <a:alpha val="40000"/>
                      </a:schemeClr>
                    </a:outerShdw>
                  </a:effectLst>
                  <a:latin typeface="Roboto"/>
                  <a:ea typeface="Roboto"/>
                  <a:cs typeface="Roboto"/>
                  <a:sym typeface="Roboto"/>
                </a:rPr>
                <a:t>Конкурентная и прозрачная система оплаты труда и премирования</a:t>
              </a:r>
            </a:p>
            <a:p>
              <a:pPr marL="285750" indent="-285750" defTabSz="1219170">
                <a:buClr>
                  <a:srgbClr val="000000"/>
                </a:buClr>
                <a:buFont typeface="Arial" panose="020B0604020202020204" pitchFamily="34" charset="0"/>
                <a:buChar char="•"/>
              </a:pPr>
              <a:r>
                <a:rPr lang="ru-RU" sz="1400" kern="0" dirty="0">
                  <a:ln w="0"/>
                  <a:effectLst>
                    <a:outerShdw blurRad="38100" dist="19050" dir="2700000" algn="tl" rotWithShape="0">
                      <a:schemeClr val="dk1">
                        <a:alpha val="40000"/>
                      </a:schemeClr>
                    </a:outerShdw>
                  </a:effectLst>
                  <a:latin typeface="Roboto"/>
                  <a:ea typeface="Roboto"/>
                  <a:cs typeface="Roboto"/>
                  <a:sym typeface="Roboto"/>
                </a:rPr>
                <a:t>Стабильная и дружелюбная рабочая среда, низкая текучесть кадров</a:t>
              </a:r>
            </a:p>
            <a:p>
              <a:pPr marL="285750" indent="-285750" defTabSz="1219170">
                <a:buClr>
                  <a:srgbClr val="000000"/>
                </a:buClr>
                <a:buFont typeface="Arial" panose="020B0604020202020204" pitchFamily="34" charset="0"/>
                <a:buChar char="•"/>
              </a:pPr>
              <a:r>
                <a:rPr lang="ru-RU" sz="1400" kern="0" dirty="0">
                  <a:ln w="0"/>
                  <a:effectLst>
                    <a:outerShdw blurRad="38100" dist="19050" dir="2700000" algn="tl" rotWithShape="0">
                      <a:schemeClr val="dk1">
                        <a:alpha val="40000"/>
                      </a:schemeClr>
                    </a:outerShdw>
                  </a:effectLst>
                  <a:latin typeface="Roboto"/>
                  <a:ea typeface="Roboto"/>
                  <a:cs typeface="Roboto"/>
                  <a:sym typeface="Roboto"/>
                </a:rPr>
                <a:t>Четкие карьерные перспективы для сотрудников</a:t>
              </a:r>
            </a:p>
            <a:p>
              <a:pPr marL="285750" indent="-285750" defTabSz="1219170">
                <a:buClr>
                  <a:srgbClr val="000000"/>
                </a:buClr>
                <a:buFont typeface="Arial" panose="020B0604020202020204" pitchFamily="34" charset="0"/>
                <a:buChar char="•"/>
              </a:pPr>
              <a:r>
                <a:rPr lang="ru-RU" sz="1400" kern="0" dirty="0">
                  <a:ln w="0"/>
                  <a:effectLst>
                    <a:outerShdw blurRad="38100" dist="19050" dir="2700000" algn="tl" rotWithShape="0">
                      <a:schemeClr val="dk1">
                        <a:alpha val="40000"/>
                      </a:schemeClr>
                    </a:outerShdw>
                  </a:effectLst>
                  <a:latin typeface="Roboto"/>
                  <a:ea typeface="Roboto"/>
                  <a:cs typeface="Roboto"/>
                  <a:sym typeface="Roboto"/>
                </a:rPr>
                <a:t>Регулярное внутреннее обучение и программы стажировок за рубежом</a:t>
              </a:r>
            </a:p>
            <a:p>
              <a:pPr marL="285750" indent="-285750" defTabSz="1219170">
                <a:buClr>
                  <a:srgbClr val="000000"/>
                </a:buClr>
                <a:buFont typeface="Arial" panose="020B0604020202020204" pitchFamily="34" charset="0"/>
                <a:buChar char="•"/>
              </a:pPr>
              <a:r>
                <a:rPr lang="ru-RU" sz="1400" kern="0" dirty="0">
                  <a:ln w="0"/>
                  <a:effectLst>
                    <a:outerShdw blurRad="38100" dist="19050" dir="2700000" algn="tl" rotWithShape="0">
                      <a:schemeClr val="dk1">
                        <a:alpha val="40000"/>
                      </a:schemeClr>
                    </a:outerShdw>
                  </a:effectLst>
                  <a:latin typeface="Roboto"/>
                  <a:ea typeface="Roboto"/>
                  <a:cs typeface="Roboto"/>
                  <a:sym typeface="Roboto"/>
                </a:rPr>
                <a:t>Сильный бренд → привлекает высококвалифицированных специалистов</a:t>
              </a:r>
              <a:endParaRPr lang="en-US" sz="1400" kern="0" dirty="0">
                <a:ln w="0"/>
                <a:effectLst>
                  <a:outerShdw blurRad="38100" dist="19050" dir="2700000" algn="tl" rotWithShape="0">
                    <a:schemeClr val="dk1">
                      <a:alpha val="40000"/>
                    </a:schemeClr>
                  </a:outerShdw>
                </a:effectLst>
                <a:latin typeface="Roboto"/>
                <a:ea typeface="Roboto"/>
                <a:cs typeface="Roboto"/>
                <a:sym typeface="Roboto"/>
              </a:endParaRPr>
            </a:p>
          </p:txBody>
        </p:sp>
        <p:sp>
          <p:nvSpPr>
            <p:cNvPr id="256" name="Google Shape;256;p18"/>
            <p:cNvSpPr txBox="1"/>
            <p:nvPr/>
          </p:nvSpPr>
          <p:spPr>
            <a:xfrm>
              <a:off x="344454" y="415103"/>
              <a:ext cx="1884600" cy="429600"/>
            </a:xfrm>
            <a:prstGeom prst="rect">
              <a:avLst/>
            </a:prstGeom>
            <a:noFill/>
            <a:ln>
              <a:noFill/>
            </a:ln>
          </p:spPr>
          <p:txBody>
            <a:bodyPr spcFirstLastPara="1" wrap="square" lIns="121900" tIns="121900" rIns="121900" bIns="121900" anchor="ctr" anchorCtr="0">
              <a:noAutofit/>
            </a:bodyPr>
            <a:lstStyle/>
            <a:p>
              <a:pPr algn="r" defTabSz="1219170">
                <a:buClr>
                  <a:srgbClr val="000000"/>
                </a:buClr>
              </a:pPr>
              <a:r>
                <a:rPr lang="ru-RU" sz="2267" kern="0" dirty="0">
                  <a:solidFill>
                    <a:srgbClr val="FCBD24"/>
                  </a:solidFill>
                  <a:latin typeface="Fira Sans Extra Condensed Medium"/>
                  <a:ea typeface="Fira Sans Extra Condensed Medium"/>
                  <a:cs typeface="Fira Sans Extra Condensed Medium"/>
                  <a:sym typeface="Fira Sans Extra Condensed Medium"/>
                </a:rPr>
                <a:t>Сильные стороны</a:t>
              </a:r>
              <a:endParaRPr lang="en-US" sz="2267" kern="0" dirty="0">
                <a:solidFill>
                  <a:srgbClr val="FCBD24"/>
                </a:solidFill>
                <a:latin typeface="Fira Sans Extra Condensed Medium"/>
                <a:ea typeface="Fira Sans Extra Condensed Medium"/>
                <a:cs typeface="Fira Sans Extra Condensed Medium"/>
                <a:sym typeface="Fira Sans Extra Condensed Medium"/>
              </a:endParaRPr>
            </a:p>
          </p:txBody>
        </p:sp>
      </p:grpSp>
      <p:grpSp>
        <p:nvGrpSpPr>
          <p:cNvPr id="257" name="Google Shape;257;p18"/>
          <p:cNvGrpSpPr/>
          <p:nvPr/>
        </p:nvGrpSpPr>
        <p:grpSpPr>
          <a:xfrm>
            <a:off x="8009538" y="3469262"/>
            <a:ext cx="3966242" cy="2372144"/>
            <a:chOff x="6007396" y="2416779"/>
            <a:chExt cx="2974681" cy="1779109"/>
          </a:xfrm>
        </p:grpSpPr>
        <p:sp>
          <p:nvSpPr>
            <p:cNvPr id="258" name="Google Shape;258;p18"/>
            <p:cNvSpPr txBox="1"/>
            <p:nvPr/>
          </p:nvSpPr>
          <p:spPr>
            <a:xfrm>
              <a:off x="6859952" y="2416779"/>
              <a:ext cx="1884600" cy="429600"/>
            </a:xfrm>
            <a:prstGeom prst="rect">
              <a:avLst/>
            </a:prstGeom>
            <a:noFill/>
            <a:ln>
              <a:noFill/>
            </a:ln>
          </p:spPr>
          <p:txBody>
            <a:bodyPr spcFirstLastPara="1" wrap="square" lIns="121900" tIns="121900" rIns="121900" bIns="121900" anchor="ctr" anchorCtr="0">
              <a:noAutofit/>
            </a:bodyPr>
            <a:lstStyle/>
            <a:p>
              <a:pPr defTabSz="1219170">
                <a:buClr>
                  <a:srgbClr val="000000"/>
                </a:buClr>
              </a:pPr>
              <a:r>
                <a:rPr lang="ru-RU" sz="2267" kern="0" dirty="0">
                  <a:solidFill>
                    <a:srgbClr val="5EB2FC"/>
                  </a:solidFill>
                  <a:latin typeface="Fira Sans Extra Condensed Medium"/>
                  <a:ea typeface="Fira Sans Extra Condensed Medium"/>
                  <a:cs typeface="Fira Sans Extra Condensed Medium"/>
                  <a:sym typeface="Fira Sans Extra Condensed Medium"/>
                </a:rPr>
                <a:t>Возможности</a:t>
              </a:r>
              <a:endParaRPr lang="en-US" sz="2267" kern="0" dirty="0">
                <a:solidFill>
                  <a:srgbClr val="5EB2FC"/>
                </a:solidFill>
                <a:latin typeface="Fira Sans Extra Condensed Medium"/>
                <a:ea typeface="Fira Sans Extra Condensed Medium"/>
                <a:cs typeface="Fira Sans Extra Condensed Medium"/>
                <a:sym typeface="Fira Sans Extra Condensed Medium"/>
              </a:endParaRPr>
            </a:p>
          </p:txBody>
        </p:sp>
        <p:sp>
          <p:nvSpPr>
            <p:cNvPr id="259" name="Google Shape;259;p18"/>
            <p:cNvSpPr txBox="1"/>
            <p:nvPr/>
          </p:nvSpPr>
          <p:spPr>
            <a:xfrm>
              <a:off x="6007396" y="3430888"/>
              <a:ext cx="2974681" cy="765000"/>
            </a:xfrm>
            <a:prstGeom prst="rect">
              <a:avLst/>
            </a:prstGeom>
            <a:noFill/>
            <a:ln>
              <a:noFill/>
            </a:ln>
          </p:spPr>
          <p:txBody>
            <a:bodyPr spcFirstLastPara="1" wrap="square" lIns="121900" tIns="121900" rIns="121900" bIns="121900" anchor="ctr" anchorCtr="0">
              <a:noAutofit/>
            </a:bodyPr>
            <a:lstStyle/>
            <a:p>
              <a:pPr marL="285750" indent="-285750" defTabSz="1219170">
                <a:buClr>
                  <a:srgbClr val="000000"/>
                </a:buClr>
                <a:buSzPts val="1100"/>
                <a:buFont typeface="Arial" panose="020B0604020202020204" pitchFamily="34" charset="0"/>
                <a:buChar char="•"/>
              </a:pPr>
              <a:r>
                <a:rPr lang="ru-RU" sz="1400" kern="0" dirty="0">
                  <a:ln w="0"/>
                  <a:effectLst>
                    <a:outerShdw blurRad="38100" dist="19050" dir="2700000" algn="tl" rotWithShape="0">
                      <a:schemeClr val="dk1">
                        <a:alpha val="40000"/>
                      </a:schemeClr>
                    </a:outerShdw>
                  </a:effectLst>
                  <a:latin typeface="Roboto"/>
                  <a:ea typeface="Roboto"/>
                  <a:cs typeface="Roboto"/>
                  <a:sym typeface="Roboto"/>
                </a:rPr>
                <a:t>Активная цифровая трансформация </a:t>
              </a:r>
              <a:r>
                <a:rPr lang="ru-RU" sz="1400" kern="0" dirty="0" err="1">
                  <a:ln w="0"/>
                  <a:effectLst>
                    <a:outerShdw blurRad="38100" dist="19050" dir="2700000" algn="tl" rotWithShape="0">
                      <a:schemeClr val="dk1">
                        <a:alpha val="40000"/>
                      </a:schemeClr>
                    </a:outerShdw>
                  </a:effectLst>
                  <a:latin typeface="Roboto"/>
                  <a:ea typeface="Roboto"/>
                  <a:cs typeface="Roboto"/>
                  <a:sym typeface="Roboto"/>
                </a:rPr>
                <a:t>Vinamilk</a:t>
              </a:r>
              <a:r>
                <a:rPr lang="ru-RU" sz="1400" kern="0" dirty="0">
                  <a:ln w="0"/>
                  <a:effectLst>
                    <a:outerShdw blurRad="38100" dist="19050" dir="2700000" algn="tl" rotWithShape="0">
                      <a:schemeClr val="dk1">
                        <a:alpha val="40000"/>
                      </a:schemeClr>
                    </a:outerShdw>
                  </a:effectLst>
                  <a:latin typeface="Roboto"/>
                  <a:ea typeface="Roboto"/>
                  <a:cs typeface="Roboto"/>
                  <a:sym typeface="Roboto"/>
                </a:rPr>
                <a:t> (уже внедрены ERP и CRM) → упрощает интеграцию HRM</a:t>
              </a:r>
            </a:p>
            <a:p>
              <a:pPr marL="285750" indent="-285750" defTabSz="1219170">
                <a:buClr>
                  <a:srgbClr val="000000"/>
                </a:buClr>
                <a:buSzPts val="1100"/>
                <a:buFont typeface="Arial" panose="020B0604020202020204" pitchFamily="34" charset="0"/>
                <a:buChar char="•"/>
              </a:pPr>
              <a:r>
                <a:rPr lang="ru-RU" sz="1400" kern="0" dirty="0">
                  <a:ln w="0"/>
                  <a:effectLst>
                    <a:outerShdw blurRad="38100" dist="19050" dir="2700000" algn="tl" rotWithShape="0">
                      <a:schemeClr val="dk1">
                        <a:alpha val="40000"/>
                      </a:schemeClr>
                    </a:outerShdw>
                  </a:effectLst>
                  <a:latin typeface="Roboto"/>
                  <a:ea typeface="Roboto"/>
                  <a:cs typeface="Roboto"/>
                  <a:sym typeface="Roboto"/>
                </a:rPr>
                <a:t>Современные технологии (ИИ, e-</a:t>
              </a:r>
              <a:r>
                <a:rPr lang="ru-RU" sz="1400" kern="0" dirty="0" err="1">
                  <a:ln w="0"/>
                  <a:effectLst>
                    <a:outerShdw blurRad="38100" dist="19050" dir="2700000" algn="tl" rotWithShape="0">
                      <a:schemeClr val="dk1">
                        <a:alpha val="40000"/>
                      </a:schemeClr>
                    </a:outerShdw>
                  </a:effectLst>
                  <a:latin typeface="Roboto"/>
                  <a:ea typeface="Roboto"/>
                  <a:cs typeface="Roboto"/>
                  <a:sym typeface="Roboto"/>
                </a:rPr>
                <a:t>learning</a:t>
              </a:r>
              <a:r>
                <a:rPr lang="ru-RU" sz="1400" kern="0" dirty="0">
                  <a:ln w="0"/>
                  <a:effectLst>
                    <a:outerShdw blurRad="38100" dist="19050" dir="2700000" algn="tl" rotWithShape="0">
                      <a:schemeClr val="dk1">
                        <a:alpha val="40000"/>
                      </a:schemeClr>
                    </a:outerShdw>
                  </a:effectLst>
                  <a:latin typeface="Roboto"/>
                  <a:ea typeface="Roboto"/>
                  <a:cs typeface="Roboto"/>
                  <a:sym typeface="Roboto"/>
                </a:rPr>
                <a:t>, аналитика данных) для обучения, оценки и рекрутинга</a:t>
              </a:r>
            </a:p>
            <a:p>
              <a:pPr marL="285750" indent="-285750" defTabSz="1219170">
                <a:buClr>
                  <a:srgbClr val="000000"/>
                </a:buClr>
                <a:buSzPts val="1100"/>
                <a:buFont typeface="Arial" panose="020B0604020202020204" pitchFamily="34" charset="0"/>
                <a:buChar char="•"/>
              </a:pPr>
              <a:r>
                <a:rPr lang="ru-RU" sz="1400" kern="0" dirty="0">
                  <a:ln w="0"/>
                  <a:effectLst>
                    <a:outerShdw blurRad="38100" dist="19050" dir="2700000" algn="tl" rotWithShape="0">
                      <a:schemeClr val="dk1">
                        <a:alpha val="40000"/>
                      </a:schemeClr>
                    </a:outerShdw>
                  </a:effectLst>
                  <a:latin typeface="Roboto"/>
                  <a:ea typeface="Roboto"/>
                  <a:cs typeface="Roboto"/>
                  <a:sym typeface="Roboto"/>
                </a:rPr>
                <a:t>Глобальный тренд автоматизации HR-процессов</a:t>
              </a:r>
            </a:p>
            <a:p>
              <a:pPr marL="285750" indent="-285750" defTabSz="1219170">
                <a:buClr>
                  <a:srgbClr val="000000"/>
                </a:buClr>
                <a:buSzPts val="1100"/>
                <a:buFont typeface="Arial" panose="020B0604020202020204" pitchFamily="34" charset="0"/>
                <a:buChar char="•"/>
              </a:pPr>
              <a:r>
                <a:rPr lang="ru-RU" sz="1400" kern="0" dirty="0">
                  <a:ln w="0"/>
                  <a:effectLst>
                    <a:outerShdw blurRad="38100" dist="19050" dir="2700000" algn="tl" rotWithShape="0">
                      <a:schemeClr val="dk1">
                        <a:alpha val="40000"/>
                      </a:schemeClr>
                    </a:outerShdw>
                  </a:effectLst>
                  <a:latin typeface="Roboto"/>
                  <a:ea typeface="Roboto"/>
                  <a:cs typeface="Roboto"/>
                  <a:sym typeface="Roboto"/>
                </a:rPr>
                <a:t>Возможность интеграции HRM с существующими системами для оптимизации управления</a:t>
              </a:r>
              <a:endParaRPr sz="1400" kern="0" dirty="0">
                <a:ln w="0"/>
                <a:effectLst>
                  <a:outerShdw blurRad="38100" dist="19050" dir="2700000" algn="tl" rotWithShape="0">
                    <a:schemeClr val="dk1">
                      <a:alpha val="40000"/>
                    </a:schemeClr>
                  </a:outerShdw>
                </a:effectLst>
                <a:latin typeface="Roboto"/>
                <a:ea typeface="Roboto"/>
                <a:cs typeface="Roboto"/>
                <a:sym typeface="Roboto"/>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Рисунок 7">
            <a:extLst>
              <a:ext uri="{FF2B5EF4-FFF2-40B4-BE49-F238E27FC236}">
                <a16:creationId xmlns:a16="http://schemas.microsoft.com/office/drawing/2014/main" id="{15D2D334-762D-FE76-F59E-CAA7B731C068}"/>
              </a:ext>
            </a:extLst>
          </p:cNvPr>
          <p:cNvPicPr>
            <a:picLocks noChangeAspect="1"/>
          </p:cNvPicPr>
          <p:nvPr/>
        </p:nvPicPr>
        <p:blipFill>
          <a:blip r:embed="rId2"/>
          <a:stretch>
            <a:fillRect/>
          </a:stretch>
        </p:blipFill>
        <p:spPr>
          <a:xfrm>
            <a:off x="4176593" y="98090"/>
            <a:ext cx="3108960" cy="1028548"/>
          </a:xfrm>
          <a:prstGeom prst="rect">
            <a:avLst/>
          </a:prstGeom>
        </p:spPr>
      </p:pic>
      <p:graphicFrame>
        <p:nvGraphicFramePr>
          <p:cNvPr id="2" name="Таблица 1">
            <a:extLst>
              <a:ext uri="{FF2B5EF4-FFF2-40B4-BE49-F238E27FC236}">
                <a16:creationId xmlns:a16="http://schemas.microsoft.com/office/drawing/2014/main" id="{7199ADB1-E66E-3CD3-35A6-DF83D3B4BAC9}"/>
              </a:ext>
            </a:extLst>
          </p:cNvPr>
          <p:cNvGraphicFramePr>
            <a:graphicFrameLocks noGrp="1"/>
          </p:cNvGraphicFramePr>
          <p:nvPr>
            <p:extLst>
              <p:ext uri="{D42A27DB-BD31-4B8C-83A1-F6EECF244321}">
                <p14:modId xmlns:p14="http://schemas.microsoft.com/office/powerpoint/2010/main" val="2064447901"/>
              </p:ext>
            </p:extLst>
          </p:nvPr>
        </p:nvGraphicFramePr>
        <p:xfrm>
          <a:off x="507634" y="2220141"/>
          <a:ext cx="10446878" cy="4351404"/>
        </p:xfrm>
        <a:graphic>
          <a:graphicData uri="http://schemas.openxmlformats.org/drawingml/2006/table">
            <a:tbl>
              <a:tblPr firstRow="1" firstCol="1" bandRow="1">
                <a:effectLst>
                  <a:outerShdw blurRad="63500" sx="102000" sy="102000" algn="ctr" rotWithShape="0">
                    <a:prstClr val="black">
                      <a:alpha val="40000"/>
                    </a:prstClr>
                  </a:outerShdw>
                </a:effectLst>
                <a:tableStyleId>{C4B1156A-380E-4F78-BDF5-A606A8083BF9}</a:tableStyleId>
              </a:tblPr>
              <a:tblGrid>
                <a:gridCol w="5223439">
                  <a:extLst>
                    <a:ext uri="{9D8B030D-6E8A-4147-A177-3AD203B41FA5}">
                      <a16:colId xmlns:a16="http://schemas.microsoft.com/office/drawing/2014/main" val="2331293218"/>
                    </a:ext>
                  </a:extLst>
                </a:gridCol>
                <a:gridCol w="5223439">
                  <a:extLst>
                    <a:ext uri="{9D8B030D-6E8A-4147-A177-3AD203B41FA5}">
                      <a16:colId xmlns:a16="http://schemas.microsoft.com/office/drawing/2014/main" val="3112089189"/>
                    </a:ext>
                  </a:extLst>
                </a:gridCol>
              </a:tblGrid>
              <a:tr h="173605">
                <a:tc>
                  <a:txBody>
                    <a:bodyPr/>
                    <a:lstStyle/>
                    <a:p>
                      <a:pPr marL="0" marR="0" algn="ctr">
                        <a:lnSpc>
                          <a:spcPct val="115000"/>
                        </a:lnSpc>
                        <a:spcAft>
                          <a:spcPts val="800"/>
                        </a:spcAft>
                        <a:buNone/>
                      </a:pPr>
                      <a:r>
                        <a:rPr lang="en-US" sz="1200" kern="0" dirty="0" err="1">
                          <a:effectLst/>
                        </a:rPr>
                        <a:t>Категория</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tx2">
                        <a:lumMod val="10000"/>
                        <a:lumOff val="90000"/>
                      </a:schemeClr>
                    </a:solidFill>
                  </a:tcPr>
                </a:tc>
                <a:tc>
                  <a:txBody>
                    <a:bodyPr/>
                    <a:lstStyle/>
                    <a:p>
                      <a:pPr marL="0" marR="0" algn="ctr">
                        <a:lnSpc>
                          <a:spcPct val="115000"/>
                        </a:lnSpc>
                        <a:spcAft>
                          <a:spcPts val="800"/>
                        </a:spcAft>
                        <a:buNone/>
                      </a:pPr>
                      <a:r>
                        <a:rPr lang="en-US" sz="1200" kern="0" dirty="0" err="1">
                          <a:effectLst/>
                        </a:rPr>
                        <a:t>Краткое</a:t>
                      </a:r>
                      <a:r>
                        <a:rPr lang="en-US" sz="1200" kern="0" dirty="0">
                          <a:effectLst/>
                        </a:rPr>
                        <a:t> </a:t>
                      </a:r>
                      <a:r>
                        <a:rPr lang="en-US" sz="1200" kern="0" dirty="0" err="1">
                          <a:effectLst/>
                        </a:rPr>
                        <a:t>описание</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tx2">
                        <a:lumMod val="10000"/>
                        <a:lumOff val="90000"/>
                      </a:schemeClr>
                    </a:solidFill>
                  </a:tcPr>
                </a:tc>
                <a:extLst>
                  <a:ext uri="{0D108BD9-81ED-4DB2-BD59-A6C34878D82A}">
                    <a16:rowId xmlns:a16="http://schemas.microsoft.com/office/drawing/2014/main" val="2170413004"/>
                  </a:ext>
                </a:extLst>
              </a:tr>
              <a:tr h="722772">
                <a:tc>
                  <a:txBody>
                    <a:bodyPr/>
                    <a:lstStyle/>
                    <a:p>
                      <a:pPr marL="0" marR="0">
                        <a:lnSpc>
                          <a:spcPct val="115000"/>
                        </a:lnSpc>
                        <a:spcAft>
                          <a:spcPts val="800"/>
                        </a:spcAft>
                        <a:buNone/>
                      </a:pPr>
                      <a:r>
                        <a:rPr lang="en-US" sz="1200" kern="0" dirty="0" err="1">
                          <a:effectLst/>
                        </a:rPr>
                        <a:t>Сегментация</a:t>
                      </a:r>
                      <a:r>
                        <a:rPr lang="en-US" sz="1200" kern="0" dirty="0">
                          <a:effectLst/>
                        </a:rPr>
                        <a:t> </a:t>
                      </a:r>
                      <a:r>
                        <a:rPr lang="en-US" sz="1200" kern="0" dirty="0" err="1">
                          <a:effectLst/>
                        </a:rPr>
                        <a:t>рынка</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tx2">
                        <a:lumMod val="10000"/>
                        <a:lumOff val="90000"/>
                      </a:schemeClr>
                    </a:solidFill>
                  </a:tcPr>
                </a:tc>
                <a:tc>
                  <a:txBody>
                    <a:bodyPr/>
                    <a:lstStyle/>
                    <a:p>
                      <a:pPr marL="0" marR="0">
                        <a:lnSpc>
                          <a:spcPct val="115000"/>
                        </a:lnSpc>
                        <a:spcAft>
                          <a:spcPts val="800"/>
                        </a:spcAft>
                        <a:buNone/>
                      </a:pPr>
                      <a:r>
                        <a:rPr lang="en-US" sz="1200" kern="0" dirty="0" err="1">
                          <a:effectLst/>
                        </a:rPr>
                        <a:t>Vinamilk</a:t>
                      </a:r>
                      <a:r>
                        <a:rPr lang="ru-RU" sz="1200" kern="0" dirty="0">
                          <a:effectLst/>
                        </a:rPr>
                        <a:t> ориентируется на две основные группы клиентов: организации (дистрибьюторы, супермаркеты, розничные точки) с акцентом на скидки и точные сроки поставки; и частные потребители, заинтересованные в качестве, питательной ценности и разнообразии продукции.</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tx2">
                        <a:lumMod val="10000"/>
                        <a:lumOff val="90000"/>
                      </a:schemeClr>
                    </a:solidFill>
                  </a:tcPr>
                </a:tc>
                <a:extLst>
                  <a:ext uri="{0D108BD9-81ED-4DB2-BD59-A6C34878D82A}">
                    <a16:rowId xmlns:a16="http://schemas.microsoft.com/office/drawing/2014/main" val="701069315"/>
                  </a:ext>
                </a:extLst>
              </a:tr>
              <a:tr h="539717">
                <a:tc>
                  <a:txBody>
                    <a:bodyPr/>
                    <a:lstStyle/>
                    <a:p>
                      <a:pPr marL="0" marR="0">
                        <a:lnSpc>
                          <a:spcPct val="115000"/>
                        </a:lnSpc>
                        <a:spcAft>
                          <a:spcPts val="800"/>
                        </a:spcAft>
                        <a:buNone/>
                      </a:pPr>
                      <a:r>
                        <a:rPr lang="en-US" sz="1200" kern="0" dirty="0" err="1">
                          <a:effectLst/>
                        </a:rPr>
                        <a:t>Конкурентные</a:t>
                      </a:r>
                      <a:r>
                        <a:rPr lang="en-US" sz="1200" kern="0" dirty="0">
                          <a:effectLst/>
                        </a:rPr>
                        <a:t> </a:t>
                      </a:r>
                      <a:r>
                        <a:rPr lang="en-US" sz="1200" kern="0" dirty="0" err="1">
                          <a:effectLst/>
                        </a:rPr>
                        <a:t>преимущества</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tx2">
                        <a:lumMod val="10000"/>
                        <a:lumOff val="90000"/>
                      </a:schemeClr>
                    </a:solidFill>
                  </a:tcPr>
                </a:tc>
                <a:tc>
                  <a:txBody>
                    <a:bodyPr/>
                    <a:lstStyle/>
                    <a:p>
                      <a:pPr marL="0" marR="0">
                        <a:lnSpc>
                          <a:spcPct val="115000"/>
                        </a:lnSpc>
                        <a:spcAft>
                          <a:spcPts val="800"/>
                        </a:spcAft>
                        <a:buNone/>
                      </a:pPr>
                      <a:r>
                        <a:rPr lang="ru-RU" sz="1200" kern="0" dirty="0">
                          <a:effectLst/>
                        </a:rPr>
                        <a:t>Репутация бренда, накопленная за десятилетия, стабильное качество продукции и широкая дистрибуционная сеть обеспечивают </a:t>
                      </a:r>
                      <a:r>
                        <a:rPr lang="en-US" sz="1200" kern="0" dirty="0" err="1">
                          <a:effectLst/>
                        </a:rPr>
                        <a:t>Vinamilk</a:t>
                      </a:r>
                      <a:r>
                        <a:rPr lang="ru-RU" sz="1200" kern="0" dirty="0">
                          <a:effectLst/>
                        </a:rPr>
                        <a:t> лидерские позиции на рынке.</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tx2">
                        <a:lumMod val="10000"/>
                        <a:lumOff val="90000"/>
                      </a:schemeClr>
                    </a:solidFill>
                  </a:tcPr>
                </a:tc>
                <a:extLst>
                  <a:ext uri="{0D108BD9-81ED-4DB2-BD59-A6C34878D82A}">
                    <a16:rowId xmlns:a16="http://schemas.microsoft.com/office/drawing/2014/main" val="1016156220"/>
                  </a:ext>
                </a:extLst>
              </a:tr>
              <a:tr h="722772">
                <a:tc>
                  <a:txBody>
                    <a:bodyPr/>
                    <a:lstStyle/>
                    <a:p>
                      <a:pPr marL="0" marR="0">
                        <a:lnSpc>
                          <a:spcPct val="115000"/>
                        </a:lnSpc>
                        <a:spcAft>
                          <a:spcPts val="800"/>
                        </a:spcAft>
                        <a:buNone/>
                      </a:pPr>
                      <a:r>
                        <a:rPr lang="en-US" sz="1200" kern="0" dirty="0" err="1">
                          <a:effectLst/>
                        </a:rPr>
                        <a:t>Организация</a:t>
                      </a:r>
                      <a:r>
                        <a:rPr lang="en-US" sz="1200" kern="0" dirty="0">
                          <a:effectLst/>
                        </a:rPr>
                        <a:t> и </a:t>
                      </a:r>
                      <a:r>
                        <a:rPr lang="en-US" sz="1200" kern="0" dirty="0" err="1">
                          <a:effectLst/>
                        </a:rPr>
                        <a:t>ресурсы</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tx2">
                        <a:lumMod val="10000"/>
                        <a:lumOff val="90000"/>
                      </a:schemeClr>
                    </a:solidFill>
                  </a:tcPr>
                </a:tc>
                <a:tc>
                  <a:txBody>
                    <a:bodyPr/>
                    <a:lstStyle/>
                    <a:p>
                      <a:pPr marL="0" marR="0">
                        <a:lnSpc>
                          <a:spcPct val="115000"/>
                        </a:lnSpc>
                        <a:spcAft>
                          <a:spcPts val="800"/>
                        </a:spcAft>
                        <a:buNone/>
                      </a:pPr>
                      <a:r>
                        <a:rPr lang="ru-RU" sz="1200" kern="0" dirty="0">
                          <a:effectLst/>
                        </a:rPr>
                        <a:t>Широкий масштаб деятельности внутри страны и за её пределами требует скоординированной работы между фермами, заводами, офисами и логистическими подразделениями. Финансовая устойчивость позволяет компании инвестировать в технологии и развитие персонала.</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tx2">
                        <a:lumMod val="10000"/>
                        <a:lumOff val="90000"/>
                      </a:schemeClr>
                    </a:solidFill>
                  </a:tcPr>
                </a:tc>
                <a:extLst>
                  <a:ext uri="{0D108BD9-81ED-4DB2-BD59-A6C34878D82A}">
                    <a16:rowId xmlns:a16="http://schemas.microsoft.com/office/drawing/2014/main" val="3968738676"/>
                  </a:ext>
                </a:extLst>
              </a:tr>
              <a:tr h="722772">
                <a:tc>
                  <a:txBody>
                    <a:bodyPr/>
                    <a:lstStyle/>
                    <a:p>
                      <a:pPr marL="0" marR="0">
                        <a:lnSpc>
                          <a:spcPct val="115000"/>
                        </a:lnSpc>
                        <a:spcAft>
                          <a:spcPts val="800"/>
                        </a:spcAft>
                        <a:buNone/>
                      </a:pPr>
                      <a:r>
                        <a:rPr lang="en-US" sz="1200" kern="0">
                          <a:effectLst/>
                        </a:rPr>
                        <a:t>Кадровая стратегия и обучение</a:t>
                      </a:r>
                      <a:endParaRPr lang="ru-RU"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tx2">
                        <a:lumMod val="10000"/>
                        <a:lumOff val="90000"/>
                      </a:schemeClr>
                    </a:solidFill>
                  </a:tcPr>
                </a:tc>
                <a:tc>
                  <a:txBody>
                    <a:bodyPr/>
                    <a:lstStyle/>
                    <a:p>
                      <a:pPr marL="0" marR="0">
                        <a:lnSpc>
                          <a:spcPct val="115000"/>
                        </a:lnSpc>
                        <a:spcAft>
                          <a:spcPts val="800"/>
                        </a:spcAft>
                        <a:buNone/>
                      </a:pPr>
                      <a:r>
                        <a:rPr lang="en-US" sz="1200" kern="0" dirty="0" err="1">
                          <a:effectLst/>
                        </a:rPr>
                        <a:t>Vinamilk</a:t>
                      </a:r>
                      <a:r>
                        <a:rPr lang="ru-RU" sz="1200" kern="0" dirty="0">
                          <a:effectLst/>
                        </a:rPr>
                        <a:t> делает ставку на долгосрочное развитие персонала, предлагая регулярные программы обучения, поддержку профессионального роста как внутри страны, так и за рубежом, а также поощряя креативность и инициативность сотрудников.</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tx2">
                        <a:lumMod val="10000"/>
                        <a:lumOff val="90000"/>
                      </a:schemeClr>
                    </a:solidFill>
                  </a:tcPr>
                </a:tc>
                <a:extLst>
                  <a:ext uri="{0D108BD9-81ED-4DB2-BD59-A6C34878D82A}">
                    <a16:rowId xmlns:a16="http://schemas.microsoft.com/office/drawing/2014/main" val="1162034381"/>
                  </a:ext>
                </a:extLst>
              </a:tr>
              <a:tr h="905828">
                <a:tc>
                  <a:txBody>
                    <a:bodyPr/>
                    <a:lstStyle/>
                    <a:p>
                      <a:pPr marL="0" marR="0">
                        <a:lnSpc>
                          <a:spcPct val="115000"/>
                        </a:lnSpc>
                        <a:spcAft>
                          <a:spcPts val="800"/>
                        </a:spcAft>
                        <a:buNone/>
                      </a:pPr>
                      <a:r>
                        <a:rPr lang="en-US" sz="1200" kern="0" dirty="0" err="1">
                          <a:effectLst/>
                        </a:rPr>
                        <a:t>Текущие</a:t>
                      </a:r>
                      <a:r>
                        <a:rPr lang="en-US" sz="1200" kern="0" dirty="0">
                          <a:effectLst/>
                        </a:rPr>
                        <a:t> </a:t>
                      </a:r>
                      <a:r>
                        <a:rPr lang="en-US" sz="1200" kern="0" dirty="0" err="1">
                          <a:effectLst/>
                        </a:rPr>
                        <a:t>кадровые</a:t>
                      </a:r>
                      <a:r>
                        <a:rPr lang="en-US" sz="1200" kern="0" dirty="0">
                          <a:effectLst/>
                        </a:rPr>
                        <a:t> </a:t>
                      </a:r>
                      <a:r>
                        <a:rPr lang="en-US" sz="1200" kern="0" dirty="0" err="1">
                          <a:effectLst/>
                        </a:rPr>
                        <a:t>вызовы</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tx2">
                        <a:lumMod val="10000"/>
                        <a:lumOff val="90000"/>
                      </a:schemeClr>
                    </a:solidFill>
                  </a:tcPr>
                </a:tc>
                <a:tc>
                  <a:txBody>
                    <a:bodyPr/>
                    <a:lstStyle/>
                    <a:p>
                      <a:pPr marL="0" marR="0">
                        <a:lnSpc>
                          <a:spcPct val="115000"/>
                        </a:lnSpc>
                        <a:spcAft>
                          <a:spcPts val="800"/>
                        </a:spcAft>
                        <a:buNone/>
                      </a:pPr>
                      <a:r>
                        <a:rPr lang="ru-RU" sz="1200" kern="0" dirty="0">
                          <a:effectLst/>
                        </a:rPr>
                        <a:t>Персональные данные сотрудников хранятся разрозненно в разных подразделениях. Основные </a:t>
                      </a:r>
                      <a:r>
                        <a:rPr lang="en-US" sz="1200" kern="0" dirty="0">
                          <a:effectLst/>
                        </a:rPr>
                        <a:t>HR</a:t>
                      </a:r>
                      <a:r>
                        <a:rPr lang="ru-RU" sz="1200" kern="0" dirty="0">
                          <a:effectLst/>
                        </a:rPr>
                        <a:t>-процессы (учёт рабочего времени, расчёт зарплаты, отпуска) до сих пор ведутся вручную. Отсутствие единой </a:t>
                      </a:r>
                      <a:r>
                        <a:rPr lang="en-US" sz="1200" kern="0" dirty="0">
                          <a:effectLst/>
                        </a:rPr>
                        <a:t>HRM</a:t>
                      </a:r>
                      <a:r>
                        <a:rPr lang="ru-RU" sz="1200" kern="0" dirty="0">
                          <a:effectLst/>
                        </a:rPr>
                        <a:t>-системы препятствует эффективному управлению сменами и производительностью.</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tx2">
                        <a:lumMod val="10000"/>
                        <a:lumOff val="90000"/>
                      </a:schemeClr>
                    </a:solidFill>
                  </a:tcPr>
                </a:tc>
                <a:extLst>
                  <a:ext uri="{0D108BD9-81ED-4DB2-BD59-A6C34878D82A}">
                    <a16:rowId xmlns:a16="http://schemas.microsoft.com/office/drawing/2014/main" val="3493376795"/>
                  </a:ext>
                </a:extLst>
              </a:tr>
            </a:tbl>
          </a:graphicData>
        </a:graphic>
      </p:graphicFrame>
      <p:sp>
        <p:nvSpPr>
          <p:cNvPr id="4" name="TextBox 3">
            <a:extLst>
              <a:ext uri="{FF2B5EF4-FFF2-40B4-BE49-F238E27FC236}">
                <a16:creationId xmlns:a16="http://schemas.microsoft.com/office/drawing/2014/main" id="{9515F9D9-4F5F-0427-D5F3-F23EACCB61D1}"/>
              </a:ext>
            </a:extLst>
          </p:cNvPr>
          <p:cNvSpPr txBox="1"/>
          <p:nvPr/>
        </p:nvSpPr>
        <p:spPr>
          <a:xfrm>
            <a:off x="2949011" y="1254728"/>
            <a:ext cx="6094476" cy="709233"/>
          </a:xfrm>
          <a:prstGeom prst="rect">
            <a:avLst/>
          </a:prstGeom>
          <a:noFill/>
        </p:spPr>
        <p:txBody>
          <a:bodyPr wrap="square">
            <a:spAutoFit/>
          </a:bodyPr>
          <a:lstStyle/>
          <a:p>
            <a:pPr marL="0" marR="0">
              <a:lnSpc>
                <a:spcPct val="115000"/>
              </a:lnSpc>
              <a:spcAft>
                <a:spcPts val="800"/>
              </a:spcAft>
            </a:pPr>
            <a:r>
              <a:rPr lang="ru-RU" sz="1800" kern="100" dirty="0">
                <a:ln w="0"/>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АНАЛИТИЧЕСКАЯ ТАБЛИЦА – ОБЗОР СОСТОЯНИЯ </a:t>
            </a:r>
            <a:r>
              <a:rPr lang="en-US" sz="1800" kern="100" dirty="0">
                <a:ln w="0"/>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VINAMILK</a:t>
            </a:r>
            <a:r>
              <a:rPr lang="ru-RU" sz="1800" kern="100" dirty="0">
                <a:ln w="0"/>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КАК ОСНОВА ДЛЯ </a:t>
            </a:r>
            <a:r>
              <a:rPr lang="en-US" sz="1800" kern="100" dirty="0">
                <a:ln w="0"/>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SWOT</a:t>
            </a:r>
            <a:r>
              <a:rPr lang="ru-RU" sz="1800" kern="100" dirty="0">
                <a:ln w="0"/>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АНАЛИЗА </a:t>
            </a:r>
            <a:r>
              <a:rPr lang="en-US" sz="1800" kern="100" dirty="0">
                <a:ln w="0"/>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HRM</a:t>
            </a:r>
            <a:endParaRPr lang="ru-RU" sz="1600" kern="100" dirty="0">
              <a:ln w="0"/>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942896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cxnSp>
        <p:nvCxnSpPr>
          <p:cNvPr id="518" name="Google Shape;518;p59"/>
          <p:cNvCxnSpPr/>
          <p:nvPr/>
        </p:nvCxnSpPr>
        <p:spPr>
          <a:xfrm flipH="1">
            <a:off x="6089833" y="-138000"/>
            <a:ext cx="6000" cy="7166800"/>
          </a:xfrm>
          <a:prstGeom prst="straightConnector1">
            <a:avLst/>
          </a:prstGeom>
          <a:noFill/>
          <a:ln w="19050" cap="flat" cmpd="sng">
            <a:solidFill>
              <a:schemeClr val="accent1"/>
            </a:solidFill>
            <a:prstDash val="solid"/>
            <a:round/>
            <a:headEnd type="none" w="med" len="med"/>
            <a:tailEnd type="none" w="med" len="med"/>
          </a:ln>
        </p:spPr>
      </p:cxnSp>
      <p:sp>
        <p:nvSpPr>
          <p:cNvPr id="519" name="Google Shape;519;p59"/>
          <p:cNvSpPr/>
          <p:nvPr/>
        </p:nvSpPr>
        <p:spPr>
          <a:xfrm>
            <a:off x="571833" y="1063736"/>
            <a:ext cx="11036000" cy="4847200"/>
          </a:xfrm>
          <a:prstGeom prst="roundRect">
            <a:avLst>
              <a:gd name="adj" fmla="val 50000"/>
            </a:avLst>
          </a:prstGeom>
          <a:solidFill>
            <a:schemeClr val="dk2"/>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algn="r" defTabSz="1219170">
              <a:buClr>
                <a:srgbClr val="000000"/>
              </a:buClr>
            </a:pPr>
            <a:endParaRPr sz="1333" kern="0">
              <a:solidFill>
                <a:srgbClr val="000000"/>
              </a:solidFill>
              <a:latin typeface="Arial"/>
              <a:cs typeface="Arial"/>
              <a:sym typeface="Arial"/>
            </a:endParaRPr>
          </a:p>
        </p:txBody>
      </p:sp>
      <p:sp>
        <p:nvSpPr>
          <p:cNvPr id="520" name="Google Shape;520;p59"/>
          <p:cNvSpPr txBox="1">
            <a:spLocks noGrp="1"/>
          </p:cNvSpPr>
          <p:nvPr>
            <p:ph type="title"/>
          </p:nvPr>
        </p:nvSpPr>
        <p:spPr>
          <a:xfrm>
            <a:off x="1544075" y="2413411"/>
            <a:ext cx="5331189" cy="884800"/>
          </a:xfrm>
          <a:prstGeom prst="rect">
            <a:avLst/>
          </a:prstGeom>
        </p:spPr>
        <p:txBody>
          <a:bodyPr spcFirstLastPara="1" wrap="square" lIns="121900" tIns="121900" rIns="121900" bIns="121900" anchor="t" anchorCtr="0">
            <a:noAutofit/>
          </a:bodyPr>
          <a:lstStyle/>
          <a:p>
            <a:pPr algn="l"/>
            <a:r>
              <a:rPr lang="vi-VN" sz="2133" dirty="0"/>
              <a:t>_ </a:t>
            </a:r>
            <a:r>
              <a:rPr lang="ru-RU" sz="2133" dirty="0" err="1"/>
              <a:t>Vinamilk</a:t>
            </a:r>
            <a:r>
              <a:rPr lang="ru-RU" sz="2133" dirty="0"/>
              <a:t> предоставляет программы обучения для развития сотрудников и достижения их карьерных целей.</a:t>
            </a:r>
            <a:br>
              <a:rPr lang="vi-VN" sz="2133" dirty="0"/>
            </a:br>
            <a:br>
              <a:rPr lang="vi-VN" sz="2133" dirty="0"/>
            </a:br>
            <a:r>
              <a:rPr lang="vi-VN" sz="2133" dirty="0"/>
              <a:t>_ </a:t>
            </a:r>
            <a:r>
              <a:rPr lang="ru-RU" sz="2133" dirty="0"/>
              <a:t>Корпоративная культура компании ориентирована на креативность и мотивацию, создавая дружелюбную и профессиональную среду, где сотрудники могут раскрывать свой творческий потенциал.</a:t>
            </a:r>
          </a:p>
        </p:txBody>
      </p:sp>
      <p:sp>
        <p:nvSpPr>
          <p:cNvPr id="521" name="Google Shape;521;p59"/>
          <p:cNvSpPr txBox="1">
            <a:spLocks noGrp="1"/>
          </p:cNvSpPr>
          <p:nvPr>
            <p:ph type="subTitle" idx="1"/>
          </p:nvPr>
        </p:nvSpPr>
        <p:spPr>
          <a:xfrm>
            <a:off x="1199051" y="1345571"/>
            <a:ext cx="5393600" cy="1098497"/>
          </a:xfrm>
          <a:prstGeom prst="rect">
            <a:avLst/>
          </a:prstGeom>
        </p:spPr>
        <p:txBody>
          <a:bodyPr spcFirstLastPara="1" wrap="square" lIns="121900" tIns="121900" rIns="121900" bIns="121900" anchor="t" anchorCtr="0">
            <a:noAutofit/>
          </a:bodyPr>
          <a:lstStyle/>
          <a:p>
            <a:r>
              <a:rPr lang="ru-RU" dirty="0"/>
              <a:t>Обучение и развитие персонала:</a:t>
            </a:r>
            <a:endParaRPr lang="ru-RU" b="0" dirty="0"/>
          </a:p>
          <a:p>
            <a:pPr marL="0" indent="0"/>
            <a:endParaRPr dirty="0"/>
          </a:p>
        </p:txBody>
      </p:sp>
      <p:sp>
        <p:nvSpPr>
          <p:cNvPr id="522" name="Google Shape;522;p59">
            <a:hlinkClick r:id="" action="ppaction://hlinkshowjump?jump=firstslide"/>
          </p:cNvPr>
          <p:cNvSpPr/>
          <p:nvPr/>
        </p:nvSpPr>
        <p:spPr>
          <a:xfrm>
            <a:off x="10291666" y="142867"/>
            <a:ext cx="1783496" cy="4556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algn="ctr" defTabSz="1219170">
              <a:buClr>
                <a:srgbClr val="000000"/>
              </a:buClr>
            </a:pPr>
            <a:r>
              <a:rPr lang="ru-RU" sz="1600" b="1" kern="0" dirty="0">
                <a:solidFill>
                  <a:srgbClr val="FFFFFF"/>
                </a:solidFill>
                <a:uFill>
                  <a:noFill/>
                </a:uFill>
                <a:latin typeface="Oswald"/>
                <a:cs typeface="Arial"/>
                <a:sym typeface="Oswald"/>
              </a:rPr>
              <a:t>ВИНАМОЛОКО</a:t>
            </a:r>
            <a:endParaRPr sz="1867" kern="0" dirty="0">
              <a:solidFill>
                <a:srgbClr val="FFFFFF"/>
              </a:solidFill>
              <a:latin typeface="Arial"/>
              <a:cs typeface="Arial"/>
              <a:sym typeface="Arial"/>
            </a:endParaRPr>
          </a:p>
        </p:txBody>
      </p:sp>
      <p:grpSp>
        <p:nvGrpSpPr>
          <p:cNvPr id="523" name="Google Shape;523;p59"/>
          <p:cNvGrpSpPr/>
          <p:nvPr/>
        </p:nvGrpSpPr>
        <p:grpSpPr>
          <a:xfrm>
            <a:off x="6834622" y="1823371"/>
            <a:ext cx="4412260" cy="3970893"/>
            <a:chOff x="841400" y="238125"/>
            <a:chExt cx="5819900" cy="5237725"/>
          </a:xfrm>
        </p:grpSpPr>
        <p:sp>
          <p:nvSpPr>
            <p:cNvPr id="524" name="Google Shape;524;p59"/>
            <p:cNvSpPr/>
            <p:nvPr/>
          </p:nvSpPr>
          <p:spPr>
            <a:xfrm>
              <a:off x="5977200" y="2464050"/>
              <a:ext cx="429050" cy="569225"/>
            </a:xfrm>
            <a:custGeom>
              <a:avLst/>
              <a:gdLst/>
              <a:ahLst/>
              <a:cxnLst/>
              <a:rect l="l" t="t" r="r" b="b"/>
              <a:pathLst>
                <a:path w="17162" h="22769" extrusionOk="0">
                  <a:moveTo>
                    <a:pt x="14721" y="1"/>
                  </a:moveTo>
                  <a:cubicBezTo>
                    <a:pt x="14721" y="1"/>
                    <a:pt x="12185" y="2026"/>
                    <a:pt x="11156" y="2738"/>
                  </a:cubicBezTo>
                  <a:cubicBezTo>
                    <a:pt x="10125" y="3451"/>
                    <a:pt x="6459" y="4708"/>
                    <a:pt x="3229" y="7610"/>
                  </a:cubicBezTo>
                  <a:cubicBezTo>
                    <a:pt x="1" y="10509"/>
                    <a:pt x="12368" y="22768"/>
                    <a:pt x="12368" y="22768"/>
                  </a:cubicBezTo>
                  <a:lnTo>
                    <a:pt x="17162" y="14808"/>
                  </a:lnTo>
                  <a:lnTo>
                    <a:pt x="14721" y="1"/>
                  </a:lnTo>
                  <a:close/>
                </a:path>
              </a:pathLst>
            </a:custGeom>
            <a:solidFill>
              <a:schemeClr val="accent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25" name="Google Shape;525;p59"/>
            <p:cNvSpPr/>
            <p:nvPr/>
          </p:nvSpPr>
          <p:spPr>
            <a:xfrm>
              <a:off x="5640625" y="2236350"/>
              <a:ext cx="778725" cy="1222375"/>
            </a:xfrm>
            <a:custGeom>
              <a:avLst/>
              <a:gdLst/>
              <a:ahLst/>
              <a:cxnLst/>
              <a:rect l="l" t="t" r="r" b="b"/>
              <a:pathLst>
                <a:path w="31149" h="48895" extrusionOk="0">
                  <a:moveTo>
                    <a:pt x="21013" y="1"/>
                  </a:moveTo>
                  <a:cubicBezTo>
                    <a:pt x="19870" y="1"/>
                    <a:pt x="17503" y="3080"/>
                    <a:pt x="15871" y="5278"/>
                  </a:cubicBezTo>
                  <a:cubicBezTo>
                    <a:pt x="13984" y="7822"/>
                    <a:pt x="10316" y="13033"/>
                    <a:pt x="9413" y="15238"/>
                  </a:cubicBezTo>
                  <a:cubicBezTo>
                    <a:pt x="8534" y="17387"/>
                    <a:pt x="8046" y="28866"/>
                    <a:pt x="7225" y="30015"/>
                  </a:cubicBezTo>
                  <a:cubicBezTo>
                    <a:pt x="6404" y="31163"/>
                    <a:pt x="0" y="39537"/>
                    <a:pt x="0" y="39537"/>
                  </a:cubicBezTo>
                  <a:lnTo>
                    <a:pt x="11329" y="48895"/>
                  </a:lnTo>
                  <a:cubicBezTo>
                    <a:pt x="11329" y="48895"/>
                    <a:pt x="15780" y="42025"/>
                    <a:pt x="17584" y="39481"/>
                  </a:cubicBezTo>
                  <a:cubicBezTo>
                    <a:pt x="19391" y="36935"/>
                    <a:pt x="28029" y="33730"/>
                    <a:pt x="29589" y="29133"/>
                  </a:cubicBezTo>
                  <a:cubicBezTo>
                    <a:pt x="31148" y="24537"/>
                    <a:pt x="17378" y="17963"/>
                    <a:pt x="17458" y="16157"/>
                  </a:cubicBezTo>
                  <a:cubicBezTo>
                    <a:pt x="17540" y="14352"/>
                    <a:pt x="19867" y="10561"/>
                    <a:pt x="21016" y="7276"/>
                  </a:cubicBezTo>
                  <a:cubicBezTo>
                    <a:pt x="22164" y="3992"/>
                    <a:pt x="22274" y="1475"/>
                    <a:pt x="21453" y="244"/>
                  </a:cubicBezTo>
                  <a:cubicBezTo>
                    <a:pt x="21341" y="77"/>
                    <a:pt x="21192" y="1"/>
                    <a:pt x="21013" y="1"/>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26" name="Google Shape;526;p59"/>
            <p:cNvSpPr/>
            <p:nvPr/>
          </p:nvSpPr>
          <p:spPr>
            <a:xfrm>
              <a:off x="6013400" y="1727750"/>
              <a:ext cx="582475" cy="1328325"/>
            </a:xfrm>
            <a:custGeom>
              <a:avLst/>
              <a:gdLst/>
              <a:ahLst/>
              <a:cxnLst/>
              <a:rect l="l" t="t" r="r" b="b"/>
              <a:pathLst>
                <a:path w="23299" h="53133" extrusionOk="0">
                  <a:moveTo>
                    <a:pt x="9811" y="1"/>
                  </a:moveTo>
                  <a:cubicBezTo>
                    <a:pt x="9705" y="1"/>
                    <a:pt x="9600" y="18"/>
                    <a:pt x="9498" y="52"/>
                  </a:cubicBezTo>
                  <a:lnTo>
                    <a:pt x="8427" y="411"/>
                  </a:lnTo>
                  <a:cubicBezTo>
                    <a:pt x="8081" y="527"/>
                    <a:pt x="7827" y="825"/>
                    <a:pt x="7767" y="1185"/>
                  </a:cubicBezTo>
                  <a:lnTo>
                    <a:pt x="79" y="47522"/>
                  </a:lnTo>
                  <a:cubicBezTo>
                    <a:pt x="0" y="48001"/>
                    <a:pt x="280" y="48468"/>
                    <a:pt x="741" y="48621"/>
                  </a:cubicBezTo>
                  <a:lnTo>
                    <a:pt x="14140" y="53081"/>
                  </a:lnTo>
                  <a:cubicBezTo>
                    <a:pt x="14245" y="53116"/>
                    <a:pt x="14350" y="53133"/>
                    <a:pt x="14454" y="53133"/>
                  </a:cubicBezTo>
                  <a:cubicBezTo>
                    <a:pt x="14921" y="53133"/>
                    <a:pt x="15344" y="52796"/>
                    <a:pt x="15427" y="52307"/>
                  </a:cubicBezTo>
                  <a:lnTo>
                    <a:pt x="23220" y="5297"/>
                  </a:lnTo>
                  <a:cubicBezTo>
                    <a:pt x="23299" y="4818"/>
                    <a:pt x="23017" y="4354"/>
                    <a:pt x="22558" y="4199"/>
                  </a:cubicBezTo>
                  <a:lnTo>
                    <a:pt x="10124" y="52"/>
                  </a:lnTo>
                  <a:cubicBezTo>
                    <a:pt x="10022" y="18"/>
                    <a:pt x="9917" y="1"/>
                    <a:pt x="9811" y="1"/>
                  </a:cubicBezTo>
                  <a:close/>
                </a:path>
              </a:pathLst>
            </a:custGeom>
            <a:solidFill>
              <a:schemeClr val="accent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27" name="Google Shape;527;p59"/>
            <p:cNvSpPr/>
            <p:nvPr/>
          </p:nvSpPr>
          <p:spPr>
            <a:xfrm>
              <a:off x="6045050" y="1815725"/>
              <a:ext cx="469400" cy="1099275"/>
            </a:xfrm>
            <a:custGeom>
              <a:avLst/>
              <a:gdLst/>
              <a:ahLst/>
              <a:cxnLst/>
              <a:rect l="l" t="t" r="r" b="b"/>
              <a:pathLst>
                <a:path w="18776" h="43971" extrusionOk="0">
                  <a:moveTo>
                    <a:pt x="7007" y="1"/>
                  </a:moveTo>
                  <a:cubicBezTo>
                    <a:pt x="6815" y="1"/>
                    <a:pt x="6640" y="138"/>
                    <a:pt x="6606" y="339"/>
                  </a:cubicBezTo>
                  <a:lnTo>
                    <a:pt x="34" y="39718"/>
                  </a:lnTo>
                  <a:cubicBezTo>
                    <a:pt x="1" y="39914"/>
                    <a:pt x="116" y="40106"/>
                    <a:pt x="307" y="40169"/>
                  </a:cubicBezTo>
                  <a:lnTo>
                    <a:pt x="11642" y="43950"/>
                  </a:lnTo>
                  <a:cubicBezTo>
                    <a:pt x="11685" y="43964"/>
                    <a:pt x="11728" y="43970"/>
                    <a:pt x="11770" y="43970"/>
                  </a:cubicBezTo>
                  <a:cubicBezTo>
                    <a:pt x="11963" y="43970"/>
                    <a:pt x="12138" y="43832"/>
                    <a:pt x="12170" y="43630"/>
                  </a:cubicBezTo>
                  <a:lnTo>
                    <a:pt x="18744" y="4253"/>
                  </a:lnTo>
                  <a:cubicBezTo>
                    <a:pt x="18776" y="4056"/>
                    <a:pt x="18660" y="3866"/>
                    <a:pt x="18471" y="3802"/>
                  </a:cubicBezTo>
                  <a:lnTo>
                    <a:pt x="7134" y="21"/>
                  </a:lnTo>
                  <a:cubicBezTo>
                    <a:pt x="7092" y="8"/>
                    <a:pt x="7049" y="1"/>
                    <a:pt x="7007" y="1"/>
                  </a:cubicBezTo>
                  <a:close/>
                </a:path>
              </a:pathLst>
            </a:custGeom>
            <a:solidFill>
              <a:schemeClr val="l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28" name="Google Shape;528;p59"/>
            <p:cNvSpPr/>
            <p:nvPr/>
          </p:nvSpPr>
          <p:spPr>
            <a:xfrm>
              <a:off x="6308475" y="1813775"/>
              <a:ext cx="118625" cy="53700"/>
            </a:xfrm>
            <a:custGeom>
              <a:avLst/>
              <a:gdLst/>
              <a:ahLst/>
              <a:cxnLst/>
              <a:rect l="l" t="t" r="r" b="b"/>
              <a:pathLst>
                <a:path w="4745" h="2148" extrusionOk="0">
                  <a:moveTo>
                    <a:pt x="97" y="1"/>
                  </a:moveTo>
                  <a:lnTo>
                    <a:pt x="0" y="598"/>
                  </a:lnTo>
                  <a:lnTo>
                    <a:pt x="4645" y="2148"/>
                  </a:lnTo>
                  <a:lnTo>
                    <a:pt x="4744" y="1553"/>
                  </a:lnTo>
                  <a:lnTo>
                    <a:pt x="97"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29" name="Google Shape;529;p59"/>
            <p:cNvSpPr/>
            <p:nvPr/>
          </p:nvSpPr>
          <p:spPr>
            <a:xfrm>
              <a:off x="6141325" y="2895475"/>
              <a:ext cx="104100" cy="66700"/>
            </a:xfrm>
            <a:custGeom>
              <a:avLst/>
              <a:gdLst/>
              <a:ahLst/>
              <a:cxnLst/>
              <a:rect l="l" t="t" r="r" b="b"/>
              <a:pathLst>
                <a:path w="4164" h="2668" extrusionOk="0">
                  <a:moveTo>
                    <a:pt x="1582" y="1"/>
                  </a:moveTo>
                  <a:cubicBezTo>
                    <a:pt x="908" y="1"/>
                    <a:pt x="360" y="269"/>
                    <a:pt x="211" y="735"/>
                  </a:cubicBezTo>
                  <a:cubicBezTo>
                    <a:pt x="0" y="1392"/>
                    <a:pt x="668" y="2194"/>
                    <a:pt x="1700" y="2525"/>
                  </a:cubicBezTo>
                  <a:cubicBezTo>
                    <a:pt x="2003" y="2622"/>
                    <a:pt x="2303" y="2668"/>
                    <a:pt x="2582" y="2668"/>
                  </a:cubicBezTo>
                  <a:cubicBezTo>
                    <a:pt x="3256" y="2668"/>
                    <a:pt x="3804" y="2399"/>
                    <a:pt x="3952" y="1933"/>
                  </a:cubicBezTo>
                  <a:cubicBezTo>
                    <a:pt x="4163" y="1275"/>
                    <a:pt x="3496" y="475"/>
                    <a:pt x="2463" y="144"/>
                  </a:cubicBezTo>
                  <a:cubicBezTo>
                    <a:pt x="2161" y="47"/>
                    <a:pt x="1861" y="1"/>
                    <a:pt x="1582" y="1"/>
                  </a:cubicBez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0" name="Google Shape;530;p59"/>
            <p:cNvSpPr/>
            <p:nvPr/>
          </p:nvSpPr>
          <p:spPr>
            <a:xfrm>
              <a:off x="6239200" y="1761975"/>
              <a:ext cx="298100" cy="831625"/>
            </a:xfrm>
            <a:custGeom>
              <a:avLst/>
              <a:gdLst/>
              <a:ahLst/>
              <a:cxnLst/>
              <a:rect l="l" t="t" r="r" b="b"/>
              <a:pathLst>
                <a:path w="11924" h="33265" fill="none" extrusionOk="0">
                  <a:moveTo>
                    <a:pt x="1" y="0"/>
                  </a:moveTo>
                  <a:lnTo>
                    <a:pt x="11598" y="3878"/>
                  </a:lnTo>
                  <a:cubicBezTo>
                    <a:pt x="11800" y="3946"/>
                    <a:pt x="11923" y="4150"/>
                    <a:pt x="11888" y="4360"/>
                  </a:cubicBezTo>
                  <a:lnTo>
                    <a:pt x="7099" y="33264"/>
                  </a:lnTo>
                </a:path>
              </a:pathLst>
            </a:custGeom>
            <a:noFill/>
            <a:ln w="5350" cap="rnd" cmpd="sng">
              <a:solidFill>
                <a:schemeClr val="accent4"/>
              </a:solidFill>
              <a:prstDash val="solid"/>
              <a:miter lim="1520"/>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1" name="Google Shape;531;p59"/>
            <p:cNvSpPr/>
            <p:nvPr/>
          </p:nvSpPr>
          <p:spPr>
            <a:xfrm>
              <a:off x="6027875" y="2222500"/>
              <a:ext cx="170875" cy="385125"/>
            </a:xfrm>
            <a:custGeom>
              <a:avLst/>
              <a:gdLst/>
              <a:ahLst/>
              <a:cxnLst/>
              <a:rect l="l" t="t" r="r" b="b"/>
              <a:pathLst>
                <a:path w="6835" h="15405" extrusionOk="0">
                  <a:moveTo>
                    <a:pt x="5136" y="1"/>
                  </a:moveTo>
                  <a:cubicBezTo>
                    <a:pt x="4517" y="1"/>
                    <a:pt x="1" y="6349"/>
                    <a:pt x="1" y="6349"/>
                  </a:cubicBezTo>
                  <a:lnTo>
                    <a:pt x="1444" y="15404"/>
                  </a:lnTo>
                  <a:cubicBezTo>
                    <a:pt x="1444" y="15404"/>
                    <a:pt x="5680" y="8627"/>
                    <a:pt x="6256" y="5217"/>
                  </a:cubicBezTo>
                  <a:cubicBezTo>
                    <a:pt x="6834" y="1807"/>
                    <a:pt x="5733" y="54"/>
                    <a:pt x="5143" y="1"/>
                  </a:cubicBezTo>
                  <a:cubicBezTo>
                    <a:pt x="5141" y="1"/>
                    <a:pt x="5138" y="1"/>
                    <a:pt x="5136" y="1"/>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2" name="Google Shape;532;p59"/>
            <p:cNvSpPr/>
            <p:nvPr/>
          </p:nvSpPr>
          <p:spPr>
            <a:xfrm>
              <a:off x="3545600" y="2749050"/>
              <a:ext cx="1481275" cy="2339275"/>
            </a:xfrm>
            <a:custGeom>
              <a:avLst/>
              <a:gdLst/>
              <a:ahLst/>
              <a:cxnLst/>
              <a:rect l="l" t="t" r="r" b="b"/>
              <a:pathLst>
                <a:path w="59251" h="93571" extrusionOk="0">
                  <a:moveTo>
                    <a:pt x="25387" y="1"/>
                  </a:moveTo>
                  <a:lnTo>
                    <a:pt x="1" y="48331"/>
                  </a:lnTo>
                  <a:cubicBezTo>
                    <a:pt x="1" y="48331"/>
                    <a:pt x="1658" y="50561"/>
                    <a:pt x="4476" y="54085"/>
                  </a:cubicBezTo>
                  <a:cubicBezTo>
                    <a:pt x="8984" y="59717"/>
                    <a:pt x="16438" y="68688"/>
                    <a:pt x="24727" y="77140"/>
                  </a:cubicBezTo>
                  <a:cubicBezTo>
                    <a:pt x="28572" y="81051"/>
                    <a:pt x="32581" y="84854"/>
                    <a:pt x="36568" y="88159"/>
                  </a:cubicBezTo>
                  <a:cubicBezTo>
                    <a:pt x="41235" y="92033"/>
                    <a:pt x="45036" y="93570"/>
                    <a:pt x="48068" y="93570"/>
                  </a:cubicBezTo>
                  <a:cubicBezTo>
                    <a:pt x="56986" y="93570"/>
                    <a:pt x="59250" y="80267"/>
                    <a:pt x="57349" y="73977"/>
                  </a:cubicBezTo>
                  <a:cubicBezTo>
                    <a:pt x="55443" y="67659"/>
                    <a:pt x="25387" y="1"/>
                    <a:pt x="25387" y="1"/>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3" name="Google Shape;533;p59"/>
            <p:cNvSpPr/>
            <p:nvPr/>
          </p:nvSpPr>
          <p:spPr>
            <a:xfrm>
              <a:off x="4247950" y="3134475"/>
              <a:ext cx="1778500" cy="1995200"/>
            </a:xfrm>
            <a:custGeom>
              <a:avLst/>
              <a:gdLst/>
              <a:ahLst/>
              <a:cxnLst/>
              <a:rect l="l" t="t" r="r" b="b"/>
              <a:pathLst>
                <a:path w="71140" h="79808" extrusionOk="0">
                  <a:moveTo>
                    <a:pt x="56529" y="1"/>
                  </a:moveTo>
                  <a:lnTo>
                    <a:pt x="16464" y="45969"/>
                  </a:lnTo>
                  <a:lnTo>
                    <a:pt x="1" y="65071"/>
                  </a:lnTo>
                  <a:cubicBezTo>
                    <a:pt x="1" y="65071"/>
                    <a:pt x="12831" y="79807"/>
                    <a:pt x="21574" y="79807"/>
                  </a:cubicBezTo>
                  <a:cubicBezTo>
                    <a:pt x="23168" y="79807"/>
                    <a:pt x="24625" y="79318"/>
                    <a:pt x="25845" y="78160"/>
                  </a:cubicBezTo>
                  <a:cubicBezTo>
                    <a:pt x="33753" y="70652"/>
                    <a:pt x="71140" y="10015"/>
                    <a:pt x="71140" y="10015"/>
                  </a:cubicBezTo>
                  <a:cubicBezTo>
                    <a:pt x="71140" y="10015"/>
                    <a:pt x="62933" y="4234"/>
                    <a:pt x="56529" y="1"/>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4" name="Google Shape;534;p59"/>
            <p:cNvSpPr/>
            <p:nvPr/>
          </p:nvSpPr>
          <p:spPr>
            <a:xfrm>
              <a:off x="1860225" y="2398975"/>
              <a:ext cx="2359325" cy="3071975"/>
            </a:xfrm>
            <a:custGeom>
              <a:avLst/>
              <a:gdLst/>
              <a:ahLst/>
              <a:cxnLst/>
              <a:rect l="l" t="t" r="r" b="b"/>
              <a:pathLst>
                <a:path w="94373" h="122879" extrusionOk="0">
                  <a:moveTo>
                    <a:pt x="38389" y="0"/>
                  </a:moveTo>
                  <a:cubicBezTo>
                    <a:pt x="38389" y="0"/>
                    <a:pt x="2818" y="8669"/>
                    <a:pt x="1009" y="15364"/>
                  </a:cubicBezTo>
                  <a:cubicBezTo>
                    <a:pt x="1" y="19104"/>
                    <a:pt x="2277" y="53449"/>
                    <a:pt x="4888" y="83602"/>
                  </a:cubicBezTo>
                  <a:cubicBezTo>
                    <a:pt x="5418" y="89745"/>
                    <a:pt x="5960" y="95717"/>
                    <a:pt x="6490" y="101209"/>
                  </a:cubicBezTo>
                  <a:cubicBezTo>
                    <a:pt x="7347" y="110051"/>
                    <a:pt x="8181" y="117678"/>
                    <a:pt x="8875" y="122879"/>
                  </a:cubicBezTo>
                  <a:lnTo>
                    <a:pt x="78683" y="122879"/>
                  </a:lnTo>
                  <a:cubicBezTo>
                    <a:pt x="79399" y="116952"/>
                    <a:pt x="80525" y="108295"/>
                    <a:pt x="81913" y="99139"/>
                  </a:cubicBezTo>
                  <a:cubicBezTo>
                    <a:pt x="84437" y="82541"/>
                    <a:pt x="94373" y="22949"/>
                    <a:pt x="93290" y="15364"/>
                  </a:cubicBezTo>
                  <a:cubicBezTo>
                    <a:pt x="92206" y="7780"/>
                    <a:pt x="63309" y="738"/>
                    <a:pt x="63309" y="738"/>
                  </a:cubicBezTo>
                  <a:lnTo>
                    <a:pt x="38389" y="0"/>
                  </a:ln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5" name="Google Shape;535;p59"/>
            <p:cNvSpPr/>
            <p:nvPr/>
          </p:nvSpPr>
          <p:spPr>
            <a:xfrm>
              <a:off x="1982400" y="4179950"/>
              <a:ext cx="286900" cy="749250"/>
            </a:xfrm>
            <a:custGeom>
              <a:avLst/>
              <a:gdLst/>
              <a:ahLst/>
              <a:cxnLst/>
              <a:rect l="l" t="t" r="r" b="b"/>
              <a:pathLst>
                <a:path w="11476" h="29970" extrusionOk="0">
                  <a:moveTo>
                    <a:pt x="11475" y="1"/>
                  </a:moveTo>
                  <a:lnTo>
                    <a:pt x="1" y="12363"/>
                  </a:lnTo>
                  <a:cubicBezTo>
                    <a:pt x="531" y="18506"/>
                    <a:pt x="1074" y="24476"/>
                    <a:pt x="1605" y="29970"/>
                  </a:cubicBezTo>
                  <a:cubicBezTo>
                    <a:pt x="7131" y="17661"/>
                    <a:pt x="11475" y="1"/>
                    <a:pt x="11475"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6" name="Google Shape;536;p59"/>
            <p:cNvSpPr/>
            <p:nvPr/>
          </p:nvSpPr>
          <p:spPr>
            <a:xfrm>
              <a:off x="928425" y="2762300"/>
              <a:ext cx="1596250" cy="2320950"/>
            </a:xfrm>
            <a:custGeom>
              <a:avLst/>
              <a:gdLst/>
              <a:ahLst/>
              <a:cxnLst/>
              <a:rect l="l" t="t" r="r" b="b"/>
              <a:pathLst>
                <a:path w="63850" h="92838" extrusionOk="0">
                  <a:moveTo>
                    <a:pt x="41755" y="0"/>
                  </a:moveTo>
                  <a:cubicBezTo>
                    <a:pt x="40727" y="0"/>
                    <a:pt x="39629" y="123"/>
                    <a:pt x="38457" y="380"/>
                  </a:cubicBezTo>
                  <a:cubicBezTo>
                    <a:pt x="38457" y="380"/>
                    <a:pt x="0" y="78923"/>
                    <a:pt x="2980" y="87862"/>
                  </a:cubicBezTo>
                  <a:cubicBezTo>
                    <a:pt x="4188" y="91487"/>
                    <a:pt x="8863" y="92838"/>
                    <a:pt x="14410" y="92838"/>
                  </a:cubicBezTo>
                  <a:cubicBezTo>
                    <a:pt x="22540" y="92838"/>
                    <a:pt x="32543" y="89935"/>
                    <a:pt x="36246" y="87036"/>
                  </a:cubicBezTo>
                  <a:cubicBezTo>
                    <a:pt x="42478" y="82161"/>
                    <a:pt x="53634" y="56711"/>
                    <a:pt x="53634" y="56711"/>
                  </a:cubicBezTo>
                  <a:cubicBezTo>
                    <a:pt x="53634" y="56711"/>
                    <a:pt x="63850" y="0"/>
                    <a:pt x="41755" y="0"/>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7" name="Google Shape;537;p59"/>
            <p:cNvSpPr/>
            <p:nvPr/>
          </p:nvSpPr>
          <p:spPr>
            <a:xfrm>
              <a:off x="3393550" y="5307275"/>
              <a:ext cx="531150" cy="161725"/>
            </a:xfrm>
            <a:custGeom>
              <a:avLst/>
              <a:gdLst/>
              <a:ahLst/>
              <a:cxnLst/>
              <a:rect l="l" t="t" r="r" b="b"/>
              <a:pathLst>
                <a:path w="21246" h="6469" extrusionOk="0">
                  <a:moveTo>
                    <a:pt x="6851" y="1"/>
                  </a:moveTo>
                  <a:lnTo>
                    <a:pt x="0" y="6189"/>
                  </a:lnTo>
                  <a:cubicBezTo>
                    <a:pt x="0" y="6189"/>
                    <a:pt x="18092" y="6380"/>
                    <a:pt x="18769" y="6463"/>
                  </a:cubicBezTo>
                  <a:cubicBezTo>
                    <a:pt x="18798" y="6467"/>
                    <a:pt x="18828" y="6468"/>
                    <a:pt x="18861" y="6468"/>
                  </a:cubicBezTo>
                  <a:cubicBezTo>
                    <a:pt x="19598" y="6468"/>
                    <a:pt x="21246" y="5563"/>
                    <a:pt x="20078" y="3747"/>
                  </a:cubicBezTo>
                  <a:cubicBezTo>
                    <a:pt x="18860" y="1851"/>
                    <a:pt x="14165" y="1851"/>
                    <a:pt x="12449" y="1716"/>
                  </a:cubicBezTo>
                  <a:cubicBezTo>
                    <a:pt x="10733" y="1581"/>
                    <a:pt x="9966" y="452"/>
                    <a:pt x="6851" y="1"/>
                  </a:cubicBezTo>
                  <a:close/>
                </a:path>
              </a:pathLst>
            </a:custGeom>
            <a:solidFill>
              <a:srgbClr val="FF8D7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8" name="Google Shape;538;p59"/>
            <p:cNvSpPr/>
            <p:nvPr/>
          </p:nvSpPr>
          <p:spPr>
            <a:xfrm>
              <a:off x="2915825" y="5098050"/>
              <a:ext cx="1336325" cy="370850"/>
            </a:xfrm>
            <a:custGeom>
              <a:avLst/>
              <a:gdLst/>
              <a:ahLst/>
              <a:cxnLst/>
              <a:rect l="l" t="t" r="r" b="b"/>
              <a:pathLst>
                <a:path w="53453" h="14834" extrusionOk="0">
                  <a:moveTo>
                    <a:pt x="32697" y="0"/>
                  </a:moveTo>
                  <a:cubicBezTo>
                    <a:pt x="32605" y="0"/>
                    <a:pt x="32519" y="6"/>
                    <a:pt x="32437" y="17"/>
                  </a:cubicBezTo>
                  <a:cubicBezTo>
                    <a:pt x="28632" y="554"/>
                    <a:pt x="21017" y="3064"/>
                    <a:pt x="17407" y="3064"/>
                  </a:cubicBezTo>
                  <a:cubicBezTo>
                    <a:pt x="17078" y="3064"/>
                    <a:pt x="16781" y="3043"/>
                    <a:pt x="16524" y="2997"/>
                  </a:cubicBezTo>
                  <a:cubicBezTo>
                    <a:pt x="13453" y="2455"/>
                    <a:pt x="6230" y="1264"/>
                    <a:pt x="6230" y="1264"/>
                  </a:cubicBezTo>
                  <a:lnTo>
                    <a:pt x="0" y="14171"/>
                  </a:lnTo>
                  <a:cubicBezTo>
                    <a:pt x="6063" y="14683"/>
                    <a:pt x="11990" y="14834"/>
                    <a:pt x="15563" y="14834"/>
                  </a:cubicBezTo>
                  <a:cubicBezTo>
                    <a:pt x="16087" y="14834"/>
                    <a:pt x="16560" y="14830"/>
                    <a:pt x="16976" y="14825"/>
                  </a:cubicBezTo>
                  <a:cubicBezTo>
                    <a:pt x="20225" y="14780"/>
                    <a:pt x="22800" y="13109"/>
                    <a:pt x="24967" y="11710"/>
                  </a:cubicBezTo>
                  <a:cubicBezTo>
                    <a:pt x="27133" y="10310"/>
                    <a:pt x="32820" y="7827"/>
                    <a:pt x="34040" y="7783"/>
                  </a:cubicBezTo>
                  <a:cubicBezTo>
                    <a:pt x="34048" y="7782"/>
                    <a:pt x="34056" y="7782"/>
                    <a:pt x="34064" y="7782"/>
                  </a:cubicBezTo>
                  <a:cubicBezTo>
                    <a:pt x="35337" y="7782"/>
                    <a:pt x="41284" y="11227"/>
                    <a:pt x="44468" y="13290"/>
                  </a:cubicBezTo>
                  <a:cubicBezTo>
                    <a:pt x="46303" y="14478"/>
                    <a:pt x="48249" y="14831"/>
                    <a:pt x="49789" y="14831"/>
                  </a:cubicBezTo>
                  <a:cubicBezTo>
                    <a:pt x="50940" y="14831"/>
                    <a:pt x="51864" y="14634"/>
                    <a:pt x="52346" y="14441"/>
                  </a:cubicBezTo>
                  <a:cubicBezTo>
                    <a:pt x="53452" y="13999"/>
                    <a:pt x="37247" y="0"/>
                    <a:pt x="32697" y="0"/>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9" name="Google Shape;539;p59"/>
            <p:cNvSpPr/>
            <p:nvPr/>
          </p:nvSpPr>
          <p:spPr>
            <a:xfrm>
              <a:off x="841400" y="4764975"/>
              <a:ext cx="2284900" cy="710875"/>
            </a:xfrm>
            <a:custGeom>
              <a:avLst/>
              <a:gdLst/>
              <a:ahLst/>
              <a:cxnLst/>
              <a:rect l="l" t="t" r="r" b="b"/>
              <a:pathLst>
                <a:path w="91396" h="28435" extrusionOk="0">
                  <a:moveTo>
                    <a:pt x="32121" y="0"/>
                  </a:moveTo>
                  <a:lnTo>
                    <a:pt x="7108" y="1505"/>
                  </a:lnTo>
                  <a:cubicBezTo>
                    <a:pt x="7108" y="1505"/>
                    <a:pt x="0" y="23858"/>
                    <a:pt x="10564" y="26568"/>
                  </a:cubicBezTo>
                  <a:cubicBezTo>
                    <a:pt x="16545" y="28102"/>
                    <a:pt x="41519" y="28434"/>
                    <a:pt x="62067" y="28434"/>
                  </a:cubicBezTo>
                  <a:cubicBezTo>
                    <a:pt x="77818" y="28434"/>
                    <a:pt x="90968" y="28239"/>
                    <a:pt x="90968" y="28239"/>
                  </a:cubicBezTo>
                  <a:cubicBezTo>
                    <a:pt x="90968" y="28239"/>
                    <a:pt x="91395" y="18258"/>
                    <a:pt x="91395" y="12730"/>
                  </a:cubicBezTo>
                  <a:cubicBezTo>
                    <a:pt x="91395" y="12730"/>
                    <a:pt x="63048" y="6279"/>
                    <a:pt x="52911" y="4221"/>
                  </a:cubicBezTo>
                  <a:cubicBezTo>
                    <a:pt x="47925" y="3210"/>
                    <a:pt x="32121" y="0"/>
                    <a:pt x="32121" y="0"/>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0" name="Google Shape;540;p59"/>
            <p:cNvSpPr/>
            <p:nvPr/>
          </p:nvSpPr>
          <p:spPr>
            <a:xfrm>
              <a:off x="2727300" y="1883200"/>
              <a:ext cx="842175" cy="1125550"/>
            </a:xfrm>
            <a:custGeom>
              <a:avLst/>
              <a:gdLst/>
              <a:ahLst/>
              <a:cxnLst/>
              <a:rect l="l" t="t" r="r" b="b"/>
              <a:pathLst>
                <a:path w="33687" h="45022" extrusionOk="0">
                  <a:moveTo>
                    <a:pt x="8049" y="1"/>
                  </a:moveTo>
                  <a:cubicBezTo>
                    <a:pt x="5050" y="1"/>
                    <a:pt x="3072" y="665"/>
                    <a:pt x="3381" y="2515"/>
                  </a:cubicBezTo>
                  <a:cubicBezTo>
                    <a:pt x="4736" y="10577"/>
                    <a:pt x="3565" y="18085"/>
                    <a:pt x="3565" y="18085"/>
                  </a:cubicBezTo>
                  <a:cubicBezTo>
                    <a:pt x="3402" y="19677"/>
                    <a:pt x="2265" y="20999"/>
                    <a:pt x="715" y="21401"/>
                  </a:cubicBezTo>
                  <a:lnTo>
                    <a:pt x="1" y="21585"/>
                  </a:lnTo>
                  <a:cubicBezTo>
                    <a:pt x="1" y="21585"/>
                    <a:pt x="5891" y="45022"/>
                    <a:pt x="18950" y="45022"/>
                  </a:cubicBezTo>
                  <a:cubicBezTo>
                    <a:pt x="19274" y="45022"/>
                    <a:pt x="19603" y="45007"/>
                    <a:pt x="19937" y="44978"/>
                  </a:cubicBezTo>
                  <a:cubicBezTo>
                    <a:pt x="33686" y="43764"/>
                    <a:pt x="31931" y="22245"/>
                    <a:pt x="31931" y="22245"/>
                  </a:cubicBezTo>
                  <a:cubicBezTo>
                    <a:pt x="30175" y="21780"/>
                    <a:pt x="28995" y="20133"/>
                    <a:pt x="29092" y="18323"/>
                  </a:cubicBezTo>
                  <a:lnTo>
                    <a:pt x="29450" y="12060"/>
                  </a:lnTo>
                  <a:lnTo>
                    <a:pt x="29894" y="4293"/>
                  </a:lnTo>
                  <a:cubicBezTo>
                    <a:pt x="29894" y="4293"/>
                    <a:pt x="15673" y="1"/>
                    <a:pt x="8049" y="1"/>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1" name="Google Shape;541;p59"/>
            <p:cNvSpPr/>
            <p:nvPr/>
          </p:nvSpPr>
          <p:spPr>
            <a:xfrm>
              <a:off x="3036900" y="2028675"/>
              <a:ext cx="488700" cy="410650"/>
            </a:xfrm>
            <a:custGeom>
              <a:avLst/>
              <a:gdLst/>
              <a:ahLst/>
              <a:cxnLst/>
              <a:rect l="l" t="t" r="r" b="b"/>
              <a:pathLst>
                <a:path w="19548" h="16426" extrusionOk="0">
                  <a:moveTo>
                    <a:pt x="0" y="0"/>
                  </a:moveTo>
                  <a:cubicBezTo>
                    <a:pt x="0" y="1"/>
                    <a:pt x="3761" y="13436"/>
                    <a:pt x="19547" y="16426"/>
                  </a:cubicBezTo>
                  <a:cubicBezTo>
                    <a:pt x="17791" y="15961"/>
                    <a:pt x="16611" y="14314"/>
                    <a:pt x="16708" y="12504"/>
                  </a:cubicBezTo>
                  <a:lnTo>
                    <a:pt x="17066" y="6242"/>
                  </a:lnTo>
                  <a:lnTo>
                    <a:pt x="10240" y="2797"/>
                  </a:lnTo>
                  <a:lnTo>
                    <a:pt x="0" y="0"/>
                  </a:lnTo>
                  <a:close/>
                </a:path>
              </a:pathLst>
            </a:custGeom>
            <a:solidFill>
              <a:schemeClr val="accent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2" name="Google Shape;542;p59"/>
            <p:cNvSpPr/>
            <p:nvPr/>
          </p:nvSpPr>
          <p:spPr>
            <a:xfrm>
              <a:off x="3820975" y="962600"/>
              <a:ext cx="171725" cy="575125"/>
            </a:xfrm>
            <a:custGeom>
              <a:avLst/>
              <a:gdLst/>
              <a:ahLst/>
              <a:cxnLst/>
              <a:rect l="l" t="t" r="r" b="b"/>
              <a:pathLst>
                <a:path w="6869" h="23005" extrusionOk="0">
                  <a:moveTo>
                    <a:pt x="5268" y="0"/>
                  </a:moveTo>
                  <a:lnTo>
                    <a:pt x="1" y="2347"/>
                  </a:lnTo>
                  <a:lnTo>
                    <a:pt x="723" y="22957"/>
                  </a:lnTo>
                  <a:cubicBezTo>
                    <a:pt x="882" y="22989"/>
                    <a:pt x="1035" y="23004"/>
                    <a:pt x="1183" y="23004"/>
                  </a:cubicBezTo>
                  <a:cubicBezTo>
                    <a:pt x="6868" y="23004"/>
                    <a:pt x="5268" y="1"/>
                    <a:pt x="5268" y="0"/>
                  </a:cubicBez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3" name="Google Shape;543;p59"/>
            <p:cNvSpPr/>
            <p:nvPr/>
          </p:nvSpPr>
          <p:spPr>
            <a:xfrm>
              <a:off x="3847550" y="1477150"/>
              <a:ext cx="142000" cy="6650"/>
            </a:xfrm>
            <a:custGeom>
              <a:avLst/>
              <a:gdLst/>
              <a:ahLst/>
              <a:cxnLst/>
              <a:rect l="l" t="t" r="r" b="b"/>
              <a:pathLst>
                <a:path w="5680" h="266" fill="none" extrusionOk="0">
                  <a:moveTo>
                    <a:pt x="5680" y="1"/>
                  </a:moveTo>
                  <a:lnTo>
                    <a:pt x="1" y="265"/>
                  </a:lnTo>
                </a:path>
              </a:pathLst>
            </a:custGeom>
            <a:solidFill>
              <a:schemeClr val="accent3"/>
            </a:solidFill>
            <a:ln w="21450" cap="rnd" cmpd="sng">
              <a:solidFill>
                <a:schemeClr val="accent1"/>
              </a:solidFill>
              <a:prstDash val="solid"/>
              <a:miter lim="1520"/>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4" name="Google Shape;544;p59"/>
            <p:cNvSpPr/>
            <p:nvPr/>
          </p:nvSpPr>
          <p:spPr>
            <a:xfrm>
              <a:off x="2506200" y="1010950"/>
              <a:ext cx="1374800" cy="1322075"/>
            </a:xfrm>
            <a:custGeom>
              <a:avLst/>
              <a:gdLst/>
              <a:ahLst/>
              <a:cxnLst/>
              <a:rect l="l" t="t" r="r" b="b"/>
              <a:pathLst>
                <a:path w="54992" h="52883" extrusionOk="0">
                  <a:moveTo>
                    <a:pt x="2616" y="0"/>
                  </a:moveTo>
                  <a:cubicBezTo>
                    <a:pt x="2616" y="0"/>
                    <a:pt x="1" y="13915"/>
                    <a:pt x="8463" y="30908"/>
                  </a:cubicBezTo>
                  <a:cubicBezTo>
                    <a:pt x="12467" y="38950"/>
                    <a:pt x="17491" y="46024"/>
                    <a:pt x="25833" y="49368"/>
                  </a:cubicBezTo>
                  <a:cubicBezTo>
                    <a:pt x="30445" y="51212"/>
                    <a:pt x="35927" y="52882"/>
                    <a:pt x="40647" y="52882"/>
                  </a:cubicBezTo>
                  <a:cubicBezTo>
                    <a:pt x="43279" y="52882"/>
                    <a:pt x="45674" y="52363"/>
                    <a:pt x="47549" y="51065"/>
                  </a:cubicBezTo>
                  <a:cubicBezTo>
                    <a:pt x="51348" y="48433"/>
                    <a:pt x="53165" y="39542"/>
                    <a:pt x="53989" y="29906"/>
                  </a:cubicBezTo>
                  <a:cubicBezTo>
                    <a:pt x="54117" y="28353"/>
                    <a:pt x="54229" y="26784"/>
                    <a:pt x="54305" y="25216"/>
                  </a:cubicBezTo>
                  <a:cubicBezTo>
                    <a:pt x="54991" y="12492"/>
                    <a:pt x="54246" y="0"/>
                    <a:pt x="54246" y="0"/>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5" name="Google Shape;545;p59"/>
            <p:cNvSpPr/>
            <p:nvPr/>
          </p:nvSpPr>
          <p:spPr>
            <a:xfrm>
              <a:off x="2364875" y="238125"/>
              <a:ext cx="1812825" cy="1448950"/>
            </a:xfrm>
            <a:custGeom>
              <a:avLst/>
              <a:gdLst/>
              <a:ahLst/>
              <a:cxnLst/>
              <a:rect l="l" t="t" r="r" b="b"/>
              <a:pathLst>
                <a:path w="72513" h="57958" extrusionOk="0">
                  <a:moveTo>
                    <a:pt x="60538" y="0"/>
                  </a:moveTo>
                  <a:cubicBezTo>
                    <a:pt x="59289" y="7858"/>
                    <a:pt x="52301" y="8369"/>
                    <a:pt x="43961" y="8369"/>
                  </a:cubicBezTo>
                  <a:cubicBezTo>
                    <a:pt x="42713" y="8369"/>
                    <a:pt x="41434" y="8358"/>
                    <a:pt x="40140" y="8358"/>
                  </a:cubicBezTo>
                  <a:cubicBezTo>
                    <a:pt x="31083" y="8358"/>
                    <a:pt x="21263" y="8919"/>
                    <a:pt x="15719" y="17896"/>
                  </a:cubicBezTo>
                  <a:cubicBezTo>
                    <a:pt x="14964" y="17642"/>
                    <a:pt x="13999" y="17484"/>
                    <a:pt x="12927" y="17484"/>
                  </a:cubicBezTo>
                  <a:cubicBezTo>
                    <a:pt x="8842" y="17484"/>
                    <a:pt x="3209" y="19774"/>
                    <a:pt x="1792" y="27751"/>
                  </a:cubicBezTo>
                  <a:cubicBezTo>
                    <a:pt x="0" y="37821"/>
                    <a:pt x="8392" y="50579"/>
                    <a:pt x="8392" y="50579"/>
                  </a:cubicBezTo>
                  <a:cubicBezTo>
                    <a:pt x="8392" y="50579"/>
                    <a:pt x="12644" y="50933"/>
                    <a:pt x="14922" y="50933"/>
                  </a:cubicBezTo>
                  <a:cubicBezTo>
                    <a:pt x="15204" y="50933"/>
                    <a:pt x="15457" y="50927"/>
                    <a:pt x="15667" y="50915"/>
                  </a:cubicBezTo>
                  <a:cubicBezTo>
                    <a:pt x="15680" y="50914"/>
                    <a:pt x="15693" y="50914"/>
                    <a:pt x="15706" y="50914"/>
                  </a:cubicBezTo>
                  <a:cubicBezTo>
                    <a:pt x="17475" y="50914"/>
                    <a:pt x="19345" y="57957"/>
                    <a:pt x="22127" y="57957"/>
                  </a:cubicBezTo>
                  <a:cubicBezTo>
                    <a:pt x="22319" y="57957"/>
                    <a:pt x="22515" y="57924"/>
                    <a:pt x="22716" y="57852"/>
                  </a:cubicBezTo>
                  <a:cubicBezTo>
                    <a:pt x="25849" y="56733"/>
                    <a:pt x="24252" y="34081"/>
                    <a:pt x="24252" y="34081"/>
                  </a:cubicBezTo>
                  <a:cubicBezTo>
                    <a:pt x="31427" y="32137"/>
                    <a:pt x="44939" y="31814"/>
                    <a:pt x="53123" y="31814"/>
                  </a:cubicBezTo>
                  <a:cubicBezTo>
                    <a:pt x="57195" y="31814"/>
                    <a:pt x="59948" y="31894"/>
                    <a:pt x="59948" y="31894"/>
                  </a:cubicBezTo>
                  <a:cubicBezTo>
                    <a:pt x="59948" y="31894"/>
                    <a:pt x="63518" y="30501"/>
                    <a:pt x="66327" y="26746"/>
                  </a:cubicBezTo>
                  <a:cubicBezTo>
                    <a:pt x="71337" y="20041"/>
                    <a:pt x="72512" y="9203"/>
                    <a:pt x="60538" y="0"/>
                  </a:cubicBez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6" name="Google Shape;546;p59"/>
            <p:cNvSpPr/>
            <p:nvPr/>
          </p:nvSpPr>
          <p:spPr>
            <a:xfrm>
              <a:off x="3071325" y="1267275"/>
              <a:ext cx="419800" cy="419800"/>
            </a:xfrm>
            <a:custGeom>
              <a:avLst/>
              <a:gdLst/>
              <a:ahLst/>
              <a:cxnLst/>
              <a:rect l="l" t="t" r="r" b="b"/>
              <a:pathLst>
                <a:path w="16792" h="16792" fill="none" extrusionOk="0">
                  <a:moveTo>
                    <a:pt x="16791" y="8396"/>
                  </a:moveTo>
                  <a:cubicBezTo>
                    <a:pt x="16791" y="10622"/>
                    <a:pt x="15906" y="12758"/>
                    <a:pt x="14332" y="14332"/>
                  </a:cubicBezTo>
                  <a:cubicBezTo>
                    <a:pt x="12759" y="15906"/>
                    <a:pt x="10622" y="16791"/>
                    <a:pt x="8396" y="16791"/>
                  </a:cubicBezTo>
                  <a:cubicBezTo>
                    <a:pt x="6170" y="16791"/>
                    <a:pt x="4035" y="15906"/>
                    <a:pt x="2460" y="14332"/>
                  </a:cubicBezTo>
                  <a:cubicBezTo>
                    <a:pt x="886" y="12758"/>
                    <a:pt x="1" y="10622"/>
                    <a:pt x="1" y="8396"/>
                  </a:cubicBezTo>
                  <a:cubicBezTo>
                    <a:pt x="1" y="6170"/>
                    <a:pt x="886" y="4035"/>
                    <a:pt x="2460" y="2460"/>
                  </a:cubicBezTo>
                  <a:cubicBezTo>
                    <a:pt x="4035" y="886"/>
                    <a:pt x="6170" y="1"/>
                    <a:pt x="8396" y="1"/>
                  </a:cubicBezTo>
                  <a:cubicBezTo>
                    <a:pt x="10622" y="1"/>
                    <a:pt x="12759" y="886"/>
                    <a:pt x="14332" y="2460"/>
                  </a:cubicBezTo>
                  <a:cubicBezTo>
                    <a:pt x="15906" y="4035"/>
                    <a:pt x="16791" y="6170"/>
                    <a:pt x="16791" y="8396"/>
                  </a:cubicBezTo>
                  <a:close/>
                </a:path>
              </a:pathLst>
            </a:custGeom>
            <a:solidFill>
              <a:schemeClr val="accent3"/>
            </a:solidFill>
            <a:ln w="21450" cap="flat" cmpd="sng">
              <a:solidFill>
                <a:schemeClr val="accent1"/>
              </a:solidFill>
              <a:prstDash val="solid"/>
              <a:miter lim="1520"/>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7" name="Google Shape;547;p59"/>
            <p:cNvSpPr/>
            <p:nvPr/>
          </p:nvSpPr>
          <p:spPr>
            <a:xfrm>
              <a:off x="3569775" y="1267275"/>
              <a:ext cx="419775" cy="419800"/>
            </a:xfrm>
            <a:custGeom>
              <a:avLst/>
              <a:gdLst/>
              <a:ahLst/>
              <a:cxnLst/>
              <a:rect l="l" t="t" r="r" b="b"/>
              <a:pathLst>
                <a:path w="16791" h="16792" fill="none" extrusionOk="0">
                  <a:moveTo>
                    <a:pt x="16791" y="8396"/>
                  </a:moveTo>
                  <a:cubicBezTo>
                    <a:pt x="16791" y="10622"/>
                    <a:pt x="15906" y="12758"/>
                    <a:pt x="14332" y="14332"/>
                  </a:cubicBezTo>
                  <a:cubicBezTo>
                    <a:pt x="12758" y="15906"/>
                    <a:pt x="10622" y="16791"/>
                    <a:pt x="8396" y="16791"/>
                  </a:cubicBezTo>
                  <a:cubicBezTo>
                    <a:pt x="6170" y="16791"/>
                    <a:pt x="4035" y="15906"/>
                    <a:pt x="2459" y="14332"/>
                  </a:cubicBezTo>
                  <a:cubicBezTo>
                    <a:pt x="886" y="12758"/>
                    <a:pt x="1" y="10622"/>
                    <a:pt x="1" y="8396"/>
                  </a:cubicBezTo>
                  <a:cubicBezTo>
                    <a:pt x="1" y="6170"/>
                    <a:pt x="886" y="4035"/>
                    <a:pt x="2459" y="2460"/>
                  </a:cubicBezTo>
                  <a:cubicBezTo>
                    <a:pt x="4035" y="886"/>
                    <a:pt x="6170" y="1"/>
                    <a:pt x="8396" y="1"/>
                  </a:cubicBezTo>
                  <a:cubicBezTo>
                    <a:pt x="10622" y="1"/>
                    <a:pt x="12758" y="886"/>
                    <a:pt x="14332" y="2460"/>
                  </a:cubicBezTo>
                  <a:cubicBezTo>
                    <a:pt x="15906" y="4035"/>
                    <a:pt x="16791" y="6170"/>
                    <a:pt x="16791" y="8396"/>
                  </a:cubicBezTo>
                  <a:close/>
                </a:path>
              </a:pathLst>
            </a:custGeom>
            <a:solidFill>
              <a:schemeClr val="accent3"/>
            </a:solidFill>
            <a:ln w="21450" cap="flat" cmpd="sng">
              <a:solidFill>
                <a:schemeClr val="accent1"/>
              </a:solidFill>
              <a:prstDash val="solid"/>
              <a:miter lim="1520"/>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8" name="Google Shape;548;p59"/>
            <p:cNvSpPr/>
            <p:nvPr/>
          </p:nvSpPr>
          <p:spPr>
            <a:xfrm>
              <a:off x="3491100" y="1446300"/>
              <a:ext cx="78700" cy="30875"/>
            </a:xfrm>
            <a:custGeom>
              <a:avLst/>
              <a:gdLst/>
              <a:ahLst/>
              <a:cxnLst/>
              <a:rect l="l" t="t" r="r" b="b"/>
              <a:pathLst>
                <a:path w="3148" h="1235" fill="none" extrusionOk="0">
                  <a:moveTo>
                    <a:pt x="0" y="1235"/>
                  </a:moveTo>
                  <a:cubicBezTo>
                    <a:pt x="0" y="1235"/>
                    <a:pt x="1220" y="0"/>
                    <a:pt x="3148" y="1235"/>
                  </a:cubicBezTo>
                </a:path>
              </a:pathLst>
            </a:custGeom>
            <a:solidFill>
              <a:schemeClr val="accent3"/>
            </a:solidFill>
            <a:ln w="21450" cap="flat" cmpd="sng">
              <a:solidFill>
                <a:schemeClr val="accent1"/>
              </a:solidFill>
              <a:prstDash val="solid"/>
              <a:miter lim="1520"/>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9" name="Google Shape;549;p59"/>
            <p:cNvSpPr/>
            <p:nvPr/>
          </p:nvSpPr>
          <p:spPr>
            <a:xfrm>
              <a:off x="2690775" y="1477150"/>
              <a:ext cx="380575" cy="13300"/>
            </a:xfrm>
            <a:custGeom>
              <a:avLst/>
              <a:gdLst/>
              <a:ahLst/>
              <a:cxnLst/>
              <a:rect l="l" t="t" r="r" b="b"/>
              <a:pathLst>
                <a:path w="15223" h="532" fill="none" extrusionOk="0">
                  <a:moveTo>
                    <a:pt x="0" y="532"/>
                  </a:moveTo>
                  <a:lnTo>
                    <a:pt x="15223" y="1"/>
                  </a:lnTo>
                </a:path>
              </a:pathLst>
            </a:custGeom>
            <a:solidFill>
              <a:schemeClr val="accent3"/>
            </a:solidFill>
            <a:ln w="21450" cap="rnd" cmpd="sng">
              <a:solidFill>
                <a:schemeClr val="accent1"/>
              </a:solidFill>
              <a:prstDash val="solid"/>
              <a:miter lim="1520"/>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50" name="Google Shape;550;p59"/>
            <p:cNvSpPr/>
            <p:nvPr/>
          </p:nvSpPr>
          <p:spPr>
            <a:xfrm>
              <a:off x="2506400" y="1460950"/>
              <a:ext cx="339200" cy="452225"/>
            </a:xfrm>
            <a:custGeom>
              <a:avLst/>
              <a:gdLst/>
              <a:ahLst/>
              <a:cxnLst/>
              <a:rect l="l" t="t" r="r" b="b"/>
              <a:pathLst>
                <a:path w="13568" h="18089" extrusionOk="0">
                  <a:moveTo>
                    <a:pt x="5625" y="1"/>
                  </a:moveTo>
                  <a:cubicBezTo>
                    <a:pt x="5436" y="1"/>
                    <a:pt x="5242" y="7"/>
                    <a:pt x="5043" y="19"/>
                  </a:cubicBezTo>
                  <a:cubicBezTo>
                    <a:pt x="823" y="289"/>
                    <a:pt x="0" y="4823"/>
                    <a:pt x="940" y="8869"/>
                  </a:cubicBezTo>
                  <a:cubicBezTo>
                    <a:pt x="1725" y="12252"/>
                    <a:pt x="5028" y="18088"/>
                    <a:pt x="10273" y="18088"/>
                  </a:cubicBezTo>
                  <a:cubicBezTo>
                    <a:pt x="11298" y="18088"/>
                    <a:pt x="12398" y="17865"/>
                    <a:pt x="13567" y="17357"/>
                  </a:cubicBezTo>
                  <a:lnTo>
                    <a:pt x="12144" y="4628"/>
                  </a:lnTo>
                  <a:cubicBezTo>
                    <a:pt x="12144" y="4628"/>
                    <a:pt x="10812" y="1"/>
                    <a:pt x="5625" y="1"/>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51" name="Google Shape;551;p59"/>
            <p:cNvSpPr/>
            <p:nvPr/>
          </p:nvSpPr>
          <p:spPr>
            <a:xfrm>
              <a:off x="6247125" y="2891625"/>
              <a:ext cx="273175" cy="203125"/>
            </a:xfrm>
            <a:custGeom>
              <a:avLst/>
              <a:gdLst/>
              <a:ahLst/>
              <a:cxnLst/>
              <a:rect l="l" t="t" r="r" b="b"/>
              <a:pathLst>
                <a:path w="10927" h="8125" extrusionOk="0">
                  <a:moveTo>
                    <a:pt x="8220" y="1"/>
                  </a:moveTo>
                  <a:cubicBezTo>
                    <a:pt x="7634" y="1"/>
                    <a:pt x="6995" y="177"/>
                    <a:pt x="6477" y="568"/>
                  </a:cubicBezTo>
                  <a:cubicBezTo>
                    <a:pt x="6477" y="568"/>
                    <a:pt x="1181" y="4440"/>
                    <a:pt x="558" y="5953"/>
                  </a:cubicBezTo>
                  <a:cubicBezTo>
                    <a:pt x="1" y="7305"/>
                    <a:pt x="653" y="8125"/>
                    <a:pt x="1941" y="8125"/>
                  </a:cubicBezTo>
                  <a:cubicBezTo>
                    <a:pt x="2095" y="8125"/>
                    <a:pt x="2257" y="8113"/>
                    <a:pt x="2428" y="8089"/>
                  </a:cubicBezTo>
                  <a:cubicBezTo>
                    <a:pt x="4029" y="7867"/>
                    <a:pt x="8882" y="4396"/>
                    <a:pt x="9415" y="3862"/>
                  </a:cubicBezTo>
                  <a:cubicBezTo>
                    <a:pt x="9949" y="3328"/>
                    <a:pt x="10927" y="2028"/>
                    <a:pt x="9727" y="568"/>
                  </a:cubicBezTo>
                  <a:cubicBezTo>
                    <a:pt x="9429" y="207"/>
                    <a:pt x="8855" y="1"/>
                    <a:pt x="8220" y="1"/>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52" name="Google Shape;552;p59"/>
            <p:cNvSpPr/>
            <p:nvPr/>
          </p:nvSpPr>
          <p:spPr>
            <a:xfrm>
              <a:off x="6224825" y="2741850"/>
              <a:ext cx="318225" cy="238975"/>
            </a:xfrm>
            <a:custGeom>
              <a:avLst/>
              <a:gdLst/>
              <a:ahLst/>
              <a:cxnLst/>
              <a:rect l="l" t="t" r="r" b="b"/>
              <a:pathLst>
                <a:path w="12729" h="9559" extrusionOk="0">
                  <a:moveTo>
                    <a:pt x="9661" y="1"/>
                  </a:moveTo>
                  <a:cubicBezTo>
                    <a:pt x="8965" y="1"/>
                    <a:pt x="8208" y="242"/>
                    <a:pt x="7576" y="719"/>
                  </a:cubicBezTo>
                  <a:cubicBezTo>
                    <a:pt x="7576" y="719"/>
                    <a:pt x="1380" y="5247"/>
                    <a:pt x="652" y="7017"/>
                  </a:cubicBezTo>
                  <a:cubicBezTo>
                    <a:pt x="1" y="8599"/>
                    <a:pt x="764" y="9558"/>
                    <a:pt x="2271" y="9558"/>
                  </a:cubicBezTo>
                  <a:cubicBezTo>
                    <a:pt x="2450" y="9558"/>
                    <a:pt x="2639" y="9545"/>
                    <a:pt x="2838" y="9517"/>
                  </a:cubicBezTo>
                  <a:cubicBezTo>
                    <a:pt x="4712" y="9255"/>
                    <a:pt x="10386" y="5195"/>
                    <a:pt x="11011" y="4571"/>
                  </a:cubicBezTo>
                  <a:cubicBezTo>
                    <a:pt x="11635" y="3946"/>
                    <a:pt x="12728" y="2384"/>
                    <a:pt x="11375" y="719"/>
                  </a:cubicBezTo>
                  <a:cubicBezTo>
                    <a:pt x="10986" y="239"/>
                    <a:pt x="10354" y="1"/>
                    <a:pt x="9661" y="1"/>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53" name="Google Shape;553;p59"/>
            <p:cNvSpPr/>
            <p:nvPr/>
          </p:nvSpPr>
          <p:spPr>
            <a:xfrm>
              <a:off x="6234675" y="2596550"/>
              <a:ext cx="317475" cy="237700"/>
            </a:xfrm>
            <a:custGeom>
              <a:avLst/>
              <a:gdLst/>
              <a:ahLst/>
              <a:cxnLst/>
              <a:rect l="l" t="t" r="r" b="b"/>
              <a:pathLst>
                <a:path w="12699" h="9508" extrusionOk="0">
                  <a:moveTo>
                    <a:pt x="9626" y="1"/>
                  </a:moveTo>
                  <a:cubicBezTo>
                    <a:pt x="8936" y="1"/>
                    <a:pt x="8183" y="209"/>
                    <a:pt x="7575" y="667"/>
                  </a:cubicBezTo>
                  <a:cubicBezTo>
                    <a:pt x="7575" y="667"/>
                    <a:pt x="1380" y="5197"/>
                    <a:pt x="651" y="6967"/>
                  </a:cubicBezTo>
                  <a:cubicBezTo>
                    <a:pt x="1" y="8548"/>
                    <a:pt x="761" y="9507"/>
                    <a:pt x="2267" y="9507"/>
                  </a:cubicBezTo>
                  <a:cubicBezTo>
                    <a:pt x="2446" y="9507"/>
                    <a:pt x="2637" y="9493"/>
                    <a:pt x="2836" y="9466"/>
                  </a:cubicBezTo>
                  <a:cubicBezTo>
                    <a:pt x="4711" y="9206"/>
                    <a:pt x="10386" y="5146"/>
                    <a:pt x="11010" y="4521"/>
                  </a:cubicBezTo>
                  <a:cubicBezTo>
                    <a:pt x="11635" y="3896"/>
                    <a:pt x="12699" y="2334"/>
                    <a:pt x="11375" y="667"/>
                  </a:cubicBezTo>
                  <a:cubicBezTo>
                    <a:pt x="11036" y="241"/>
                    <a:pt x="10367" y="1"/>
                    <a:pt x="9626" y="1"/>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54" name="Google Shape;554;p59"/>
            <p:cNvSpPr/>
            <p:nvPr/>
          </p:nvSpPr>
          <p:spPr>
            <a:xfrm>
              <a:off x="6250900" y="2453150"/>
              <a:ext cx="317375" cy="237925"/>
            </a:xfrm>
            <a:custGeom>
              <a:avLst/>
              <a:gdLst/>
              <a:ahLst/>
              <a:cxnLst/>
              <a:rect l="l" t="t" r="r" b="b"/>
              <a:pathLst>
                <a:path w="12695" h="9517" extrusionOk="0">
                  <a:moveTo>
                    <a:pt x="9660" y="0"/>
                  </a:moveTo>
                  <a:cubicBezTo>
                    <a:pt x="8960" y="0"/>
                    <a:pt x="8190" y="215"/>
                    <a:pt x="7576" y="677"/>
                  </a:cubicBezTo>
                  <a:cubicBezTo>
                    <a:pt x="7576" y="677"/>
                    <a:pt x="1382" y="5207"/>
                    <a:pt x="653" y="6977"/>
                  </a:cubicBezTo>
                  <a:cubicBezTo>
                    <a:pt x="1" y="8559"/>
                    <a:pt x="764" y="9516"/>
                    <a:pt x="2270" y="9516"/>
                  </a:cubicBezTo>
                  <a:cubicBezTo>
                    <a:pt x="2450" y="9516"/>
                    <a:pt x="2639" y="9503"/>
                    <a:pt x="2838" y="9475"/>
                  </a:cubicBezTo>
                  <a:cubicBezTo>
                    <a:pt x="4712" y="9215"/>
                    <a:pt x="10388" y="5155"/>
                    <a:pt x="11011" y="4530"/>
                  </a:cubicBezTo>
                  <a:cubicBezTo>
                    <a:pt x="11636" y="3905"/>
                    <a:pt x="12695" y="2500"/>
                    <a:pt x="11376" y="677"/>
                  </a:cubicBezTo>
                  <a:cubicBezTo>
                    <a:pt x="11059" y="239"/>
                    <a:pt x="10399" y="0"/>
                    <a:pt x="9660" y="0"/>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55" name="Google Shape;555;p59"/>
            <p:cNvSpPr/>
            <p:nvPr/>
          </p:nvSpPr>
          <p:spPr>
            <a:xfrm>
              <a:off x="2533400" y="400625"/>
              <a:ext cx="306750" cy="317525"/>
            </a:xfrm>
            <a:custGeom>
              <a:avLst/>
              <a:gdLst/>
              <a:ahLst/>
              <a:cxnLst/>
              <a:rect l="l" t="t" r="r" b="b"/>
              <a:pathLst>
                <a:path w="12270" h="12701" extrusionOk="0">
                  <a:moveTo>
                    <a:pt x="10930" y="0"/>
                  </a:moveTo>
                  <a:lnTo>
                    <a:pt x="10930" y="0"/>
                  </a:lnTo>
                  <a:cubicBezTo>
                    <a:pt x="7554" y="2306"/>
                    <a:pt x="8680" y="9699"/>
                    <a:pt x="8680" y="9699"/>
                  </a:cubicBezTo>
                  <a:cubicBezTo>
                    <a:pt x="7070" y="8241"/>
                    <a:pt x="5216" y="7829"/>
                    <a:pt x="3636" y="7829"/>
                  </a:cubicBezTo>
                  <a:cubicBezTo>
                    <a:pt x="1588" y="7829"/>
                    <a:pt x="0" y="8520"/>
                    <a:pt x="0" y="8520"/>
                  </a:cubicBezTo>
                  <a:cubicBezTo>
                    <a:pt x="6429" y="9378"/>
                    <a:pt x="7501" y="12700"/>
                    <a:pt x="7501" y="12700"/>
                  </a:cubicBezTo>
                  <a:lnTo>
                    <a:pt x="12270" y="10556"/>
                  </a:lnTo>
                  <a:cubicBezTo>
                    <a:pt x="10127" y="6431"/>
                    <a:pt x="10930" y="1"/>
                    <a:pt x="10930" y="0"/>
                  </a:cubicBez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56" name="Google Shape;556;p59"/>
            <p:cNvSpPr/>
            <p:nvPr/>
          </p:nvSpPr>
          <p:spPr>
            <a:xfrm>
              <a:off x="2125825" y="5365250"/>
              <a:ext cx="1270825" cy="107750"/>
            </a:xfrm>
            <a:custGeom>
              <a:avLst/>
              <a:gdLst/>
              <a:ahLst/>
              <a:cxnLst/>
              <a:rect l="l" t="t" r="r" b="b"/>
              <a:pathLst>
                <a:path w="50833" h="4310" extrusionOk="0">
                  <a:moveTo>
                    <a:pt x="595" y="1"/>
                  </a:moveTo>
                  <a:cubicBezTo>
                    <a:pt x="265" y="1"/>
                    <a:pt x="1" y="265"/>
                    <a:pt x="1" y="595"/>
                  </a:cubicBezTo>
                  <a:lnTo>
                    <a:pt x="1" y="3714"/>
                  </a:lnTo>
                  <a:cubicBezTo>
                    <a:pt x="1" y="4044"/>
                    <a:pt x="265" y="4310"/>
                    <a:pt x="595" y="4310"/>
                  </a:cubicBezTo>
                  <a:lnTo>
                    <a:pt x="50236" y="4310"/>
                  </a:lnTo>
                  <a:cubicBezTo>
                    <a:pt x="50566" y="4310"/>
                    <a:pt x="50832" y="4044"/>
                    <a:pt x="50832" y="3714"/>
                  </a:cubicBezTo>
                  <a:lnTo>
                    <a:pt x="50832" y="595"/>
                  </a:lnTo>
                  <a:cubicBezTo>
                    <a:pt x="50832" y="265"/>
                    <a:pt x="50566" y="1"/>
                    <a:pt x="50236" y="1"/>
                  </a:cubicBez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57" name="Google Shape;557;p59"/>
            <p:cNvSpPr/>
            <p:nvPr/>
          </p:nvSpPr>
          <p:spPr>
            <a:xfrm>
              <a:off x="3299075" y="3520625"/>
              <a:ext cx="3281875" cy="1952375"/>
            </a:xfrm>
            <a:custGeom>
              <a:avLst/>
              <a:gdLst/>
              <a:ahLst/>
              <a:cxnLst/>
              <a:rect l="l" t="t" r="r" b="b"/>
              <a:pathLst>
                <a:path w="131275" h="78095" extrusionOk="0">
                  <a:moveTo>
                    <a:pt x="27072" y="1"/>
                  </a:moveTo>
                  <a:cubicBezTo>
                    <a:pt x="26821" y="1"/>
                    <a:pt x="26597" y="160"/>
                    <a:pt x="26515" y="398"/>
                  </a:cubicBezTo>
                  <a:lnTo>
                    <a:pt x="131" y="77315"/>
                  </a:lnTo>
                  <a:cubicBezTo>
                    <a:pt x="1" y="77697"/>
                    <a:pt x="283" y="78095"/>
                    <a:pt x="688" y="78095"/>
                  </a:cubicBezTo>
                  <a:lnTo>
                    <a:pt x="104202" y="78095"/>
                  </a:lnTo>
                  <a:cubicBezTo>
                    <a:pt x="104454" y="78093"/>
                    <a:pt x="104676" y="77934"/>
                    <a:pt x="104758" y="77697"/>
                  </a:cubicBezTo>
                  <a:lnTo>
                    <a:pt x="131142" y="779"/>
                  </a:lnTo>
                  <a:cubicBezTo>
                    <a:pt x="131274" y="398"/>
                    <a:pt x="130990" y="1"/>
                    <a:pt x="130587" y="1"/>
                  </a:cubicBez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58" name="Google Shape;558;p59"/>
            <p:cNvSpPr/>
            <p:nvPr/>
          </p:nvSpPr>
          <p:spPr>
            <a:xfrm>
              <a:off x="3379450" y="3520625"/>
              <a:ext cx="3281850" cy="1952375"/>
            </a:xfrm>
            <a:custGeom>
              <a:avLst/>
              <a:gdLst/>
              <a:ahLst/>
              <a:cxnLst/>
              <a:rect l="l" t="t" r="r" b="b"/>
              <a:pathLst>
                <a:path w="131274" h="78095" extrusionOk="0">
                  <a:moveTo>
                    <a:pt x="27071" y="1"/>
                  </a:moveTo>
                  <a:cubicBezTo>
                    <a:pt x="26820" y="1"/>
                    <a:pt x="26597" y="160"/>
                    <a:pt x="26516" y="398"/>
                  </a:cubicBezTo>
                  <a:lnTo>
                    <a:pt x="131" y="77315"/>
                  </a:lnTo>
                  <a:cubicBezTo>
                    <a:pt x="0" y="77697"/>
                    <a:pt x="283" y="78095"/>
                    <a:pt x="687" y="78095"/>
                  </a:cubicBezTo>
                  <a:lnTo>
                    <a:pt x="104203" y="78095"/>
                  </a:lnTo>
                  <a:cubicBezTo>
                    <a:pt x="104454" y="78095"/>
                    <a:pt x="104677" y="77935"/>
                    <a:pt x="104759" y="77697"/>
                  </a:cubicBezTo>
                  <a:lnTo>
                    <a:pt x="131143" y="779"/>
                  </a:lnTo>
                  <a:cubicBezTo>
                    <a:pt x="131274" y="398"/>
                    <a:pt x="130991" y="1"/>
                    <a:pt x="130586" y="1"/>
                  </a:cubicBez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559" name="Google Shape;559;p59"/>
          <p:cNvGrpSpPr/>
          <p:nvPr/>
        </p:nvGrpSpPr>
        <p:grpSpPr>
          <a:xfrm>
            <a:off x="5820800" y="6030433"/>
            <a:ext cx="550400" cy="550400"/>
            <a:chOff x="4365600" y="4522825"/>
            <a:chExt cx="412800" cy="412800"/>
          </a:xfrm>
        </p:grpSpPr>
        <p:sp>
          <p:nvSpPr>
            <p:cNvPr id="560" name="Google Shape;560;p59"/>
            <p:cNvSpPr/>
            <p:nvPr/>
          </p:nvSpPr>
          <p:spPr>
            <a:xfrm>
              <a:off x="4365600" y="4522825"/>
              <a:ext cx="412800" cy="412800"/>
            </a:xfrm>
            <a:prstGeom prst="ellipse">
              <a:avLst/>
            </a:prstGeom>
            <a:solidFill>
              <a:schemeClr val="dk1"/>
            </a:solid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61" name="Google Shape;561;p59"/>
            <p:cNvSpPr/>
            <p:nvPr/>
          </p:nvSpPr>
          <p:spPr>
            <a:xfrm rot="5400000">
              <a:off x="4503000" y="4639391"/>
              <a:ext cx="138000" cy="234900"/>
            </a:xfrm>
            <a:prstGeom prst="chevron">
              <a:avLst>
                <a:gd name="adj" fmla="val 91213"/>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519"/>
                                        </p:tgtEl>
                                        <p:attrNameLst>
                                          <p:attrName>style.visibility</p:attrName>
                                        </p:attrNameLst>
                                      </p:cBhvr>
                                      <p:to>
                                        <p:strVal val="visible"/>
                                      </p:to>
                                    </p:set>
                                    <p:anim calcmode="lin" valueType="num">
                                      <p:cBhvr additive="base">
                                        <p:cTn id="7" dur="1000"/>
                                        <p:tgtEl>
                                          <p:spTgt spid="519"/>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520"/>
                                        </p:tgtEl>
                                        <p:attrNameLst>
                                          <p:attrName>style.visibility</p:attrName>
                                        </p:attrNameLst>
                                      </p:cBhvr>
                                      <p:to>
                                        <p:strVal val="visible"/>
                                      </p:to>
                                    </p:set>
                                    <p:anim calcmode="lin" valueType="num">
                                      <p:cBhvr additive="base">
                                        <p:cTn id="10" dur="1000"/>
                                        <p:tgtEl>
                                          <p:spTgt spid="520"/>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521"/>
                                        </p:tgtEl>
                                        <p:attrNameLst>
                                          <p:attrName>style.visibility</p:attrName>
                                        </p:attrNameLst>
                                      </p:cBhvr>
                                      <p:to>
                                        <p:strVal val="visible"/>
                                      </p:to>
                                    </p:set>
                                    <p:anim calcmode="lin" valueType="num">
                                      <p:cBhvr additive="base">
                                        <p:cTn id="13" dur="1000"/>
                                        <p:tgtEl>
                                          <p:spTgt spid="521"/>
                                        </p:tgtEl>
                                        <p:attrNameLst>
                                          <p:attrName>ppt_y</p:attrName>
                                        </p:attrNameLst>
                                      </p:cBhvr>
                                      <p:tavLst>
                                        <p:tav tm="0">
                                          <p:val>
                                            <p:strVal val="#ppt_y+1"/>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523"/>
                                        </p:tgtEl>
                                        <p:attrNameLst>
                                          <p:attrName>style.visibility</p:attrName>
                                        </p:attrNameLst>
                                      </p:cBhvr>
                                      <p:to>
                                        <p:strVal val="visible"/>
                                      </p:to>
                                    </p:set>
                                    <p:anim calcmode="lin" valueType="num">
                                      <p:cBhvr additive="base">
                                        <p:cTn id="16" dur="1000"/>
                                        <p:tgtEl>
                                          <p:spTgt spid="52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xit" presetSubtype="1" fill="hold" nodeType="clickEffect">
                                  <p:stCondLst>
                                    <p:cond delay="0"/>
                                  </p:stCondLst>
                                  <p:childTnLst>
                                    <p:anim calcmode="lin" valueType="num">
                                      <p:cBhvr additive="base">
                                        <p:cTn id="20" dur="1000"/>
                                        <p:tgtEl>
                                          <p:spTgt spid="519"/>
                                        </p:tgtEl>
                                        <p:attrNameLst>
                                          <p:attrName>ppt_y</p:attrName>
                                        </p:attrNameLst>
                                      </p:cBhvr>
                                      <p:tavLst>
                                        <p:tav tm="0">
                                          <p:val>
                                            <p:strVal val="#ppt_y"/>
                                          </p:val>
                                        </p:tav>
                                        <p:tav tm="100000">
                                          <p:val>
                                            <p:strVal val="#ppt_y-1"/>
                                          </p:val>
                                        </p:tav>
                                      </p:tavLst>
                                    </p:anim>
                                    <p:set>
                                      <p:cBhvr>
                                        <p:cTn id="21" dur="1" fill="hold">
                                          <p:stCondLst>
                                            <p:cond delay="1000"/>
                                          </p:stCondLst>
                                        </p:cTn>
                                        <p:tgtEl>
                                          <p:spTgt spid="519"/>
                                        </p:tgtEl>
                                        <p:attrNameLst>
                                          <p:attrName>style.visibility</p:attrName>
                                        </p:attrNameLst>
                                      </p:cBhvr>
                                      <p:to>
                                        <p:strVal val="hidden"/>
                                      </p:to>
                                    </p:set>
                                  </p:childTnLst>
                                </p:cTn>
                              </p:par>
                              <p:par>
                                <p:cTn id="22" presetID="2" presetClass="exit" presetSubtype="1" fill="hold" nodeType="withEffect">
                                  <p:stCondLst>
                                    <p:cond delay="0"/>
                                  </p:stCondLst>
                                  <p:childTnLst>
                                    <p:anim calcmode="lin" valueType="num">
                                      <p:cBhvr additive="base">
                                        <p:cTn id="23" dur="1000"/>
                                        <p:tgtEl>
                                          <p:spTgt spid="520"/>
                                        </p:tgtEl>
                                        <p:attrNameLst>
                                          <p:attrName>ppt_y</p:attrName>
                                        </p:attrNameLst>
                                      </p:cBhvr>
                                      <p:tavLst>
                                        <p:tav tm="0">
                                          <p:val>
                                            <p:strVal val="#ppt_y"/>
                                          </p:val>
                                        </p:tav>
                                        <p:tav tm="100000">
                                          <p:val>
                                            <p:strVal val="#ppt_y-1"/>
                                          </p:val>
                                        </p:tav>
                                      </p:tavLst>
                                    </p:anim>
                                    <p:set>
                                      <p:cBhvr>
                                        <p:cTn id="24" dur="1" fill="hold">
                                          <p:stCondLst>
                                            <p:cond delay="1000"/>
                                          </p:stCondLst>
                                        </p:cTn>
                                        <p:tgtEl>
                                          <p:spTgt spid="520"/>
                                        </p:tgtEl>
                                        <p:attrNameLst>
                                          <p:attrName>style.visibility</p:attrName>
                                        </p:attrNameLst>
                                      </p:cBhvr>
                                      <p:to>
                                        <p:strVal val="hidden"/>
                                      </p:to>
                                    </p:set>
                                  </p:childTnLst>
                                </p:cTn>
                              </p:par>
                              <p:par>
                                <p:cTn id="25" presetID="2" presetClass="exit" presetSubtype="1" fill="hold" nodeType="withEffect">
                                  <p:stCondLst>
                                    <p:cond delay="0"/>
                                  </p:stCondLst>
                                  <p:childTnLst>
                                    <p:anim calcmode="lin" valueType="num">
                                      <p:cBhvr additive="base">
                                        <p:cTn id="26" dur="1000"/>
                                        <p:tgtEl>
                                          <p:spTgt spid="521"/>
                                        </p:tgtEl>
                                        <p:attrNameLst>
                                          <p:attrName>ppt_y</p:attrName>
                                        </p:attrNameLst>
                                      </p:cBhvr>
                                      <p:tavLst>
                                        <p:tav tm="0">
                                          <p:val>
                                            <p:strVal val="#ppt_y"/>
                                          </p:val>
                                        </p:tav>
                                        <p:tav tm="100000">
                                          <p:val>
                                            <p:strVal val="#ppt_y-1"/>
                                          </p:val>
                                        </p:tav>
                                      </p:tavLst>
                                    </p:anim>
                                    <p:set>
                                      <p:cBhvr>
                                        <p:cTn id="27" dur="1" fill="hold">
                                          <p:stCondLst>
                                            <p:cond delay="1000"/>
                                          </p:stCondLst>
                                        </p:cTn>
                                        <p:tgtEl>
                                          <p:spTgt spid="521"/>
                                        </p:tgtEl>
                                        <p:attrNameLst>
                                          <p:attrName>style.visibility</p:attrName>
                                        </p:attrNameLst>
                                      </p:cBhvr>
                                      <p:to>
                                        <p:strVal val="hidden"/>
                                      </p:to>
                                    </p:set>
                                  </p:childTnLst>
                                </p:cTn>
                              </p:par>
                              <p:par>
                                <p:cTn id="28" presetID="2" presetClass="exit" presetSubtype="1" fill="hold" nodeType="withEffect">
                                  <p:stCondLst>
                                    <p:cond delay="0"/>
                                  </p:stCondLst>
                                  <p:childTnLst>
                                    <p:anim calcmode="lin" valueType="num">
                                      <p:cBhvr additive="base">
                                        <p:cTn id="29" dur="1000"/>
                                        <p:tgtEl>
                                          <p:spTgt spid="523"/>
                                        </p:tgtEl>
                                        <p:attrNameLst>
                                          <p:attrName>ppt_y</p:attrName>
                                        </p:attrNameLst>
                                      </p:cBhvr>
                                      <p:tavLst>
                                        <p:tav tm="0">
                                          <p:val>
                                            <p:strVal val="#ppt_y"/>
                                          </p:val>
                                        </p:tav>
                                        <p:tav tm="100000">
                                          <p:val>
                                            <p:strVal val="#ppt_y-1"/>
                                          </p:val>
                                        </p:tav>
                                      </p:tavLst>
                                    </p:anim>
                                    <p:set>
                                      <p:cBhvr>
                                        <p:cTn id="30" dur="1" fill="hold">
                                          <p:stCondLst>
                                            <p:cond delay="1000"/>
                                          </p:stCondLst>
                                        </p:cTn>
                                        <p:tgtEl>
                                          <p:spTgt spid="5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18"/>
        <p:cNvGrpSpPr/>
        <p:nvPr/>
      </p:nvGrpSpPr>
      <p:grpSpPr>
        <a:xfrm>
          <a:off x="0" y="0"/>
          <a:ext cx="0" cy="0"/>
          <a:chOff x="0" y="0"/>
          <a:chExt cx="0" cy="0"/>
        </a:xfrm>
      </p:grpSpPr>
      <p:sp>
        <p:nvSpPr>
          <p:cNvPr id="1619" name="Google Shape;1619;p97"/>
          <p:cNvSpPr txBox="1">
            <a:spLocks noGrp="1"/>
          </p:cNvSpPr>
          <p:nvPr>
            <p:ph type="title"/>
          </p:nvPr>
        </p:nvSpPr>
        <p:spPr>
          <a:xfrm>
            <a:off x="1173766" y="2539238"/>
            <a:ext cx="3318023" cy="1842549"/>
          </a:xfrm>
          <a:prstGeom prst="rect">
            <a:avLst/>
          </a:prstGeom>
        </p:spPr>
        <p:txBody>
          <a:bodyPr spcFirstLastPara="1" wrap="square" lIns="121900" tIns="121900" rIns="121900" bIns="121900" anchor="ctr" anchorCtr="0">
            <a:noAutofit/>
          </a:bodyPr>
          <a:lstStyle/>
          <a:p>
            <a:pPr>
              <a:lnSpc>
                <a:spcPts val="2857"/>
              </a:lnSpc>
              <a:spcBef>
                <a:spcPts val="1829"/>
              </a:spcBef>
              <a:spcAft>
                <a:spcPts val="1372"/>
              </a:spcAft>
            </a:pPr>
            <a:r>
              <a:rPr lang="ru-RU" b="1" i="0" dirty="0">
                <a:solidFill>
                  <a:srgbClr val="F8FAFF"/>
                </a:solidFill>
                <a:effectLst/>
                <a:latin typeface="DeepSeek-CJK-patch"/>
              </a:rPr>
              <a:t>Управление </a:t>
            </a:r>
            <a:br>
              <a:rPr lang="vi-VN" b="1" i="0" dirty="0">
                <a:solidFill>
                  <a:srgbClr val="F8FAFF"/>
                </a:solidFill>
                <a:effectLst/>
                <a:latin typeface="DeepSeek-CJK-patch"/>
              </a:rPr>
            </a:br>
            <a:br>
              <a:rPr lang="vi-VN" b="1" i="0" dirty="0">
                <a:solidFill>
                  <a:srgbClr val="F8FAFF"/>
                </a:solidFill>
                <a:effectLst/>
                <a:latin typeface="DeepSeek-CJK-patch"/>
              </a:rPr>
            </a:br>
            <a:r>
              <a:rPr lang="ru-RU" b="1" i="0" dirty="0">
                <a:solidFill>
                  <a:srgbClr val="F8FAFF"/>
                </a:solidFill>
                <a:effectLst/>
                <a:latin typeface="DeepSeek-CJK-patch"/>
              </a:rPr>
              <a:t>персоналом </a:t>
            </a:r>
            <a:endParaRPr lang="en-US" b="0" i="0" dirty="0">
              <a:solidFill>
                <a:srgbClr val="F8FAFF"/>
              </a:solidFill>
              <a:effectLst/>
              <a:latin typeface="DeepSeek-CJK-patch"/>
            </a:endParaRPr>
          </a:p>
        </p:txBody>
      </p:sp>
      <p:sp>
        <p:nvSpPr>
          <p:cNvPr id="1622" name="Google Shape;1622;p97"/>
          <p:cNvSpPr txBox="1">
            <a:spLocks noGrp="1"/>
          </p:cNvSpPr>
          <p:nvPr>
            <p:ph type="title" idx="3"/>
          </p:nvPr>
        </p:nvSpPr>
        <p:spPr>
          <a:xfrm>
            <a:off x="5116741" y="1308788"/>
            <a:ext cx="5774627" cy="528000"/>
          </a:xfrm>
          <a:prstGeom prst="rect">
            <a:avLst/>
          </a:prstGeom>
        </p:spPr>
        <p:txBody>
          <a:bodyPr spcFirstLastPara="1" wrap="square" lIns="121900" tIns="121900" rIns="121900" bIns="121900" anchor="b" anchorCtr="0">
            <a:noAutofit/>
          </a:bodyPr>
          <a:lstStyle/>
          <a:p>
            <a:r>
              <a:rPr lang="ru-RU" sz="1600" dirty="0"/>
              <a:t>Стратегия обучения персонала:</a:t>
            </a:r>
            <a:endParaRPr lang="en-US" sz="1600" dirty="0"/>
          </a:p>
        </p:txBody>
      </p:sp>
      <p:sp>
        <p:nvSpPr>
          <p:cNvPr id="1623" name="Google Shape;1623;p97"/>
          <p:cNvSpPr txBox="1">
            <a:spLocks noGrp="1"/>
          </p:cNvSpPr>
          <p:nvPr>
            <p:ph type="subTitle" idx="4"/>
          </p:nvPr>
        </p:nvSpPr>
        <p:spPr>
          <a:xfrm>
            <a:off x="5116741" y="1791066"/>
            <a:ext cx="6056535" cy="824400"/>
          </a:xfrm>
          <a:prstGeom prst="rect">
            <a:avLst/>
          </a:prstGeom>
        </p:spPr>
        <p:txBody>
          <a:bodyPr spcFirstLastPara="1" wrap="square" lIns="121900" tIns="121900" rIns="121900" bIns="121900" anchor="t" anchorCtr="0">
            <a:noAutofit/>
          </a:bodyPr>
          <a:lstStyle/>
          <a:p>
            <a:pPr marL="0" indent="0"/>
            <a:r>
              <a:rPr lang="ru-RU" sz="1333" dirty="0" err="1"/>
              <a:t>Vinamilk</a:t>
            </a:r>
            <a:r>
              <a:rPr lang="ru-RU" sz="1333" dirty="0"/>
              <a:t> предоставляет обучающие программы для развития сотрудников и достижения их карьерных целей. С рабочей культурой, ориентированной на творчество и вдохновение, </a:t>
            </a:r>
            <a:r>
              <a:rPr lang="ru-RU" sz="1333" dirty="0" err="1"/>
              <a:t>Vinamilk</a:t>
            </a:r>
            <a:r>
              <a:rPr lang="ru-RU" sz="1333" dirty="0"/>
              <a:t> создает дружелюбную и профессиональную среду, где сотрудники могут раскрыть свой творческий потенциал и способности.</a:t>
            </a:r>
          </a:p>
        </p:txBody>
      </p:sp>
      <p:grpSp>
        <p:nvGrpSpPr>
          <p:cNvPr id="1632" name="Google Shape;1632;p97"/>
          <p:cNvGrpSpPr/>
          <p:nvPr/>
        </p:nvGrpSpPr>
        <p:grpSpPr>
          <a:xfrm rot="-5400000">
            <a:off x="11484247" y="3153767"/>
            <a:ext cx="550400" cy="550400"/>
            <a:chOff x="4365600" y="4522825"/>
            <a:chExt cx="412800" cy="412800"/>
          </a:xfrm>
        </p:grpSpPr>
        <p:sp>
          <p:nvSpPr>
            <p:cNvPr id="1633" name="Google Shape;1633;p97"/>
            <p:cNvSpPr/>
            <p:nvPr/>
          </p:nvSpPr>
          <p:spPr>
            <a:xfrm>
              <a:off x="4365600" y="4522825"/>
              <a:ext cx="412800" cy="412800"/>
            </a:xfrm>
            <a:prstGeom prst="ellipse">
              <a:avLst/>
            </a:prstGeom>
            <a:solidFill>
              <a:schemeClr val="dk1"/>
            </a:solid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34" name="Google Shape;1634;p97"/>
            <p:cNvSpPr/>
            <p:nvPr/>
          </p:nvSpPr>
          <p:spPr>
            <a:xfrm rot="5400000">
              <a:off x="4503000" y="4639391"/>
              <a:ext cx="138000" cy="234900"/>
            </a:xfrm>
            <a:prstGeom prst="chevron">
              <a:avLst>
                <a:gd name="adj" fmla="val 91213"/>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1635" name="Google Shape;1635;p97">
            <a:hlinkClick r:id="" action="ppaction://hlinkshowjump?jump=firstslide"/>
          </p:cNvPr>
          <p:cNvSpPr/>
          <p:nvPr/>
        </p:nvSpPr>
        <p:spPr>
          <a:xfrm>
            <a:off x="10358616" y="142867"/>
            <a:ext cx="1716544" cy="4556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algn="ctr" defTabSz="1219170">
              <a:buClr>
                <a:srgbClr val="000000"/>
              </a:buClr>
            </a:pPr>
            <a:r>
              <a:rPr lang="vi-VN" sz="1600" b="1" kern="0">
                <a:solidFill>
                  <a:srgbClr val="FFFFFF"/>
                </a:solidFill>
                <a:uFill>
                  <a:noFill/>
                </a:uFill>
                <a:latin typeface="Oswald"/>
                <a:ea typeface="Oswald"/>
                <a:cs typeface="Oswald"/>
                <a:sym typeface="Oswald"/>
              </a:rPr>
              <a:t>VINAMILK</a:t>
            </a:r>
            <a:endParaRPr sz="1867" kern="0" dirty="0">
              <a:solidFill>
                <a:srgbClr val="FFFFFF"/>
              </a:solidFill>
              <a:latin typeface="Arial"/>
              <a:cs typeface="Arial"/>
              <a:sym typeface="Arial"/>
            </a:endParaRPr>
          </a:p>
        </p:txBody>
      </p:sp>
      <p:sp>
        <p:nvSpPr>
          <p:cNvPr id="6" name="Google Shape;1622;p97">
            <a:extLst>
              <a:ext uri="{FF2B5EF4-FFF2-40B4-BE49-F238E27FC236}">
                <a16:creationId xmlns:a16="http://schemas.microsoft.com/office/drawing/2014/main" id="{66BB1A96-3F6D-0FC1-974D-5128F58607BF}"/>
              </a:ext>
            </a:extLst>
          </p:cNvPr>
          <p:cNvSpPr txBox="1">
            <a:spLocks/>
          </p:cNvSpPr>
          <p:nvPr/>
        </p:nvSpPr>
        <p:spPr>
          <a:xfrm>
            <a:off x="5116741" y="3853787"/>
            <a:ext cx="5774627" cy="528000"/>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Oswald"/>
              <a:buNone/>
              <a:defRPr sz="2400" b="1" i="0" u="none" strike="noStrike" cap="none">
                <a:solidFill>
                  <a:schemeClr val="dk1"/>
                </a:solidFill>
                <a:latin typeface="Oswald"/>
                <a:ea typeface="Oswald"/>
                <a:cs typeface="Oswald"/>
                <a:sym typeface="Oswald"/>
              </a:defRPr>
            </a:lvl1pPr>
            <a:lvl2pPr marR="0" lvl="1" algn="l" rtl="0">
              <a:lnSpc>
                <a:spcPct val="100000"/>
              </a:lnSpc>
              <a:spcBef>
                <a:spcPts val="0"/>
              </a:spcBef>
              <a:spcAft>
                <a:spcPts val="0"/>
              </a:spcAft>
              <a:buClr>
                <a:schemeClr val="dk1"/>
              </a:buClr>
              <a:buSzPts val="4200"/>
              <a:buFont typeface="Arial"/>
              <a:buNone/>
              <a:defRPr sz="5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4200"/>
              <a:buFont typeface="Arial"/>
              <a:buNone/>
              <a:defRPr sz="5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4200"/>
              <a:buFont typeface="Arial"/>
              <a:buNone/>
              <a:defRPr sz="5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4200"/>
              <a:buFont typeface="Arial"/>
              <a:buNone/>
              <a:defRPr sz="5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4200"/>
              <a:buFont typeface="Arial"/>
              <a:buNone/>
              <a:defRPr sz="5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4200"/>
              <a:buFont typeface="Arial"/>
              <a:buNone/>
              <a:defRPr sz="5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4200"/>
              <a:buFont typeface="Arial"/>
              <a:buNone/>
              <a:defRPr sz="5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4200"/>
              <a:buFont typeface="Arial"/>
              <a:buNone/>
              <a:defRPr sz="5600" b="0" i="0" u="none" strike="noStrike" cap="none">
                <a:solidFill>
                  <a:schemeClr val="dk1"/>
                </a:solidFill>
                <a:latin typeface="Arial"/>
                <a:ea typeface="Arial"/>
                <a:cs typeface="Arial"/>
                <a:sym typeface="Arial"/>
              </a:defRPr>
            </a:lvl9pPr>
          </a:lstStyle>
          <a:p>
            <a:r>
              <a:rPr lang="ru-RU" sz="1600" kern="0" dirty="0"/>
              <a:t>Управление персоналом:</a:t>
            </a:r>
            <a:endParaRPr lang="en-US" sz="1600" kern="0" dirty="0"/>
          </a:p>
        </p:txBody>
      </p:sp>
      <p:sp>
        <p:nvSpPr>
          <p:cNvPr id="7" name="Google Shape;1623;p97">
            <a:extLst>
              <a:ext uri="{FF2B5EF4-FFF2-40B4-BE49-F238E27FC236}">
                <a16:creationId xmlns:a16="http://schemas.microsoft.com/office/drawing/2014/main" id="{3963110C-B627-80BD-8EB7-77E514820497}"/>
              </a:ext>
            </a:extLst>
          </p:cNvPr>
          <p:cNvSpPr txBox="1">
            <a:spLocks/>
          </p:cNvSpPr>
          <p:nvPr/>
        </p:nvSpPr>
        <p:spPr>
          <a:xfrm>
            <a:off x="5160353" y="4381787"/>
            <a:ext cx="6056535" cy="8244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600"/>
              <a:buFont typeface="Oswald Light"/>
              <a:buNone/>
              <a:defRPr sz="2133" b="0" i="0" u="none" strike="noStrike" cap="none">
                <a:solidFill>
                  <a:schemeClr val="dk1"/>
                </a:solidFill>
                <a:latin typeface="Oswald Light"/>
                <a:ea typeface="Oswald Light"/>
                <a:cs typeface="Oswald Light"/>
                <a:sym typeface="Oswald Light"/>
              </a:defRPr>
            </a:lvl1pPr>
            <a:lvl2pPr marL="914400" marR="0" lvl="1" indent="-317500" algn="l" rtl="0">
              <a:lnSpc>
                <a:spcPct val="100000"/>
              </a:lnSpc>
              <a:spcBef>
                <a:spcPts val="0"/>
              </a:spcBef>
              <a:spcAft>
                <a:spcPts val="0"/>
              </a:spcAft>
              <a:buClr>
                <a:schemeClr val="dk1"/>
              </a:buClr>
              <a:buSzPts val="1600"/>
              <a:buFont typeface="Oswald Light"/>
              <a:buNone/>
              <a:defRPr sz="2133" b="0" i="0" u="none" strike="noStrike" cap="none">
                <a:solidFill>
                  <a:schemeClr val="dk1"/>
                </a:solidFill>
                <a:latin typeface="Oswald Light"/>
                <a:ea typeface="Oswald Light"/>
                <a:cs typeface="Oswald Light"/>
                <a:sym typeface="Oswald Light"/>
              </a:defRPr>
            </a:lvl2pPr>
            <a:lvl3pPr marL="1371600" marR="0" lvl="2" indent="-317500" algn="l" rtl="0">
              <a:lnSpc>
                <a:spcPct val="100000"/>
              </a:lnSpc>
              <a:spcBef>
                <a:spcPts val="0"/>
              </a:spcBef>
              <a:spcAft>
                <a:spcPts val="0"/>
              </a:spcAft>
              <a:buClr>
                <a:schemeClr val="dk1"/>
              </a:buClr>
              <a:buSzPts val="1600"/>
              <a:buFont typeface="Oswald Light"/>
              <a:buNone/>
              <a:defRPr sz="2133" b="0" i="0" u="none" strike="noStrike" cap="none">
                <a:solidFill>
                  <a:schemeClr val="dk1"/>
                </a:solidFill>
                <a:latin typeface="Oswald Light"/>
                <a:ea typeface="Oswald Light"/>
                <a:cs typeface="Oswald Light"/>
                <a:sym typeface="Oswald Light"/>
              </a:defRPr>
            </a:lvl3pPr>
            <a:lvl4pPr marL="1828800" marR="0" lvl="3" indent="-317500" algn="l" rtl="0">
              <a:lnSpc>
                <a:spcPct val="100000"/>
              </a:lnSpc>
              <a:spcBef>
                <a:spcPts val="0"/>
              </a:spcBef>
              <a:spcAft>
                <a:spcPts val="0"/>
              </a:spcAft>
              <a:buClr>
                <a:schemeClr val="dk1"/>
              </a:buClr>
              <a:buSzPts val="1600"/>
              <a:buFont typeface="Oswald Light"/>
              <a:buNone/>
              <a:defRPr sz="2133" b="0" i="0" u="none" strike="noStrike" cap="none">
                <a:solidFill>
                  <a:schemeClr val="dk1"/>
                </a:solidFill>
                <a:latin typeface="Oswald Light"/>
                <a:ea typeface="Oswald Light"/>
                <a:cs typeface="Oswald Light"/>
                <a:sym typeface="Oswald Light"/>
              </a:defRPr>
            </a:lvl4pPr>
            <a:lvl5pPr marL="2286000" marR="0" lvl="4" indent="-317500" algn="l" rtl="0">
              <a:lnSpc>
                <a:spcPct val="100000"/>
              </a:lnSpc>
              <a:spcBef>
                <a:spcPts val="0"/>
              </a:spcBef>
              <a:spcAft>
                <a:spcPts val="0"/>
              </a:spcAft>
              <a:buClr>
                <a:schemeClr val="dk1"/>
              </a:buClr>
              <a:buSzPts val="1600"/>
              <a:buFont typeface="Oswald Light"/>
              <a:buNone/>
              <a:defRPr sz="2133" b="0" i="0" u="none" strike="noStrike" cap="none">
                <a:solidFill>
                  <a:schemeClr val="dk1"/>
                </a:solidFill>
                <a:latin typeface="Oswald Light"/>
                <a:ea typeface="Oswald Light"/>
                <a:cs typeface="Oswald Light"/>
                <a:sym typeface="Oswald Light"/>
              </a:defRPr>
            </a:lvl5pPr>
            <a:lvl6pPr marL="2743200" marR="0" lvl="5" indent="-317500" algn="l" rtl="0">
              <a:lnSpc>
                <a:spcPct val="100000"/>
              </a:lnSpc>
              <a:spcBef>
                <a:spcPts val="0"/>
              </a:spcBef>
              <a:spcAft>
                <a:spcPts val="0"/>
              </a:spcAft>
              <a:buClr>
                <a:schemeClr val="dk1"/>
              </a:buClr>
              <a:buSzPts val="1600"/>
              <a:buFont typeface="Oswald Light"/>
              <a:buNone/>
              <a:defRPr sz="2133" b="0" i="0" u="none" strike="noStrike" cap="none">
                <a:solidFill>
                  <a:schemeClr val="dk1"/>
                </a:solidFill>
                <a:latin typeface="Oswald Light"/>
                <a:ea typeface="Oswald Light"/>
                <a:cs typeface="Oswald Light"/>
                <a:sym typeface="Oswald Light"/>
              </a:defRPr>
            </a:lvl6pPr>
            <a:lvl7pPr marL="3200400" marR="0" lvl="6" indent="-317500" algn="l" rtl="0">
              <a:lnSpc>
                <a:spcPct val="100000"/>
              </a:lnSpc>
              <a:spcBef>
                <a:spcPts val="0"/>
              </a:spcBef>
              <a:spcAft>
                <a:spcPts val="0"/>
              </a:spcAft>
              <a:buClr>
                <a:schemeClr val="dk1"/>
              </a:buClr>
              <a:buSzPts val="1600"/>
              <a:buFont typeface="Oswald Light"/>
              <a:buNone/>
              <a:defRPr sz="2133" b="0" i="0" u="none" strike="noStrike" cap="none">
                <a:solidFill>
                  <a:schemeClr val="dk1"/>
                </a:solidFill>
                <a:latin typeface="Oswald Light"/>
                <a:ea typeface="Oswald Light"/>
                <a:cs typeface="Oswald Light"/>
                <a:sym typeface="Oswald Light"/>
              </a:defRPr>
            </a:lvl7pPr>
            <a:lvl8pPr marL="3657600" marR="0" lvl="7" indent="-317500" algn="l" rtl="0">
              <a:lnSpc>
                <a:spcPct val="100000"/>
              </a:lnSpc>
              <a:spcBef>
                <a:spcPts val="0"/>
              </a:spcBef>
              <a:spcAft>
                <a:spcPts val="0"/>
              </a:spcAft>
              <a:buClr>
                <a:schemeClr val="dk1"/>
              </a:buClr>
              <a:buSzPts val="1600"/>
              <a:buFont typeface="Oswald Light"/>
              <a:buNone/>
              <a:defRPr sz="2133" b="0" i="0" u="none" strike="noStrike" cap="none">
                <a:solidFill>
                  <a:schemeClr val="dk1"/>
                </a:solidFill>
                <a:latin typeface="Oswald Light"/>
                <a:ea typeface="Oswald Light"/>
                <a:cs typeface="Oswald Light"/>
                <a:sym typeface="Oswald Light"/>
              </a:defRPr>
            </a:lvl8pPr>
            <a:lvl9pPr marL="4114800" marR="0" lvl="8" indent="-317500" algn="l" rtl="0">
              <a:lnSpc>
                <a:spcPct val="100000"/>
              </a:lnSpc>
              <a:spcBef>
                <a:spcPts val="0"/>
              </a:spcBef>
              <a:spcAft>
                <a:spcPts val="0"/>
              </a:spcAft>
              <a:buClr>
                <a:schemeClr val="dk1"/>
              </a:buClr>
              <a:buSzPts val="1600"/>
              <a:buFont typeface="Oswald Light"/>
              <a:buNone/>
              <a:defRPr sz="2133" b="0" i="0" u="none" strike="noStrike" cap="none">
                <a:solidFill>
                  <a:schemeClr val="dk1"/>
                </a:solidFill>
                <a:latin typeface="Oswald Light"/>
                <a:ea typeface="Oswald Light"/>
                <a:cs typeface="Oswald Light"/>
                <a:sym typeface="Oswald Light"/>
              </a:defRPr>
            </a:lvl9pPr>
          </a:lstStyle>
          <a:p>
            <a:pPr marL="0" indent="0"/>
            <a:r>
              <a:rPr lang="ru-RU" sz="1333" kern="0" dirty="0" err="1"/>
              <a:t>Vinamilk</a:t>
            </a:r>
            <a:r>
              <a:rPr lang="ru-RU" sz="1333" kern="0" dirty="0"/>
              <a:t> уделяет особое внимание развитию человеческих ресурсов через обучение, совершенствование навыков и создание благоприятных условий труда. Компания направляет своих сотрудников на обучение в таких областях, как молочные технологии и продукты, автоматизация технологических и производственных процессов, оборудование для пищевого производства, а также управление в молочной отрасли. Эта приверженность персоналу способствует созданию позитивной и креативной рабочей среды.</a:t>
            </a:r>
          </a:p>
        </p:txBody>
      </p:sp>
      <p:cxnSp>
        <p:nvCxnSpPr>
          <p:cNvPr id="9" name="Соединитель: уступ 8">
            <a:extLst>
              <a:ext uri="{FF2B5EF4-FFF2-40B4-BE49-F238E27FC236}">
                <a16:creationId xmlns:a16="http://schemas.microsoft.com/office/drawing/2014/main" id="{A5F04F26-B421-4924-A93A-86E9D16CE19A}"/>
              </a:ext>
            </a:extLst>
          </p:cNvPr>
          <p:cNvCxnSpPr>
            <a:stCxn id="1619" idx="3"/>
            <a:endCxn id="1623" idx="1"/>
          </p:cNvCxnSpPr>
          <p:nvPr/>
        </p:nvCxnSpPr>
        <p:spPr>
          <a:xfrm flipV="1">
            <a:off x="4491789" y="2203266"/>
            <a:ext cx="624952" cy="125724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Соединитель: уступ 10">
            <a:extLst>
              <a:ext uri="{FF2B5EF4-FFF2-40B4-BE49-F238E27FC236}">
                <a16:creationId xmlns:a16="http://schemas.microsoft.com/office/drawing/2014/main" id="{4A27E1DA-B19D-F06F-4C00-2EB6DBF9B352}"/>
              </a:ext>
            </a:extLst>
          </p:cNvPr>
          <p:cNvCxnSpPr>
            <a:stCxn id="1619" idx="3"/>
            <a:endCxn id="7" idx="1"/>
          </p:cNvCxnSpPr>
          <p:nvPr/>
        </p:nvCxnSpPr>
        <p:spPr>
          <a:xfrm>
            <a:off x="4491789" y="3460513"/>
            <a:ext cx="668564" cy="1333474"/>
          </a:xfrm>
          <a:prstGeom prst="bentConnector3">
            <a:avLst>
              <a:gd name="adj1" fmla="val 45897"/>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22CA72-2A63-428F-B586-37BA5AB6D2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1"/>
            <a:ext cx="11231745" cy="413142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837444" y="5460209"/>
            <a:ext cx="1790365"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Таблица 1">
            <a:extLst>
              <a:ext uri="{FF2B5EF4-FFF2-40B4-BE49-F238E27FC236}">
                <a16:creationId xmlns:a16="http://schemas.microsoft.com/office/drawing/2014/main" id="{1500A5DD-0104-043F-C4A9-5178778F5415}"/>
              </a:ext>
            </a:extLst>
          </p:cNvPr>
          <p:cNvGraphicFramePr>
            <a:graphicFrameLocks noGrp="1"/>
          </p:cNvGraphicFramePr>
          <p:nvPr>
            <p:extLst>
              <p:ext uri="{D42A27DB-BD31-4B8C-83A1-F6EECF244321}">
                <p14:modId xmlns:p14="http://schemas.microsoft.com/office/powerpoint/2010/main" val="3314138893"/>
              </p:ext>
            </p:extLst>
          </p:nvPr>
        </p:nvGraphicFramePr>
        <p:xfrm>
          <a:off x="6297264" y="672811"/>
          <a:ext cx="5136795" cy="2809128"/>
        </p:xfrm>
        <a:graphic>
          <a:graphicData uri="http://schemas.openxmlformats.org/drawingml/2006/table">
            <a:tbl>
              <a:tblPr firstRow="1" firstCol="1" bandRow="1">
                <a:tableStyleId>{5C22544A-7EE6-4342-B048-85BDC9FD1C3A}</a:tableStyleId>
              </a:tblPr>
              <a:tblGrid>
                <a:gridCol w="2523018">
                  <a:extLst>
                    <a:ext uri="{9D8B030D-6E8A-4147-A177-3AD203B41FA5}">
                      <a16:colId xmlns:a16="http://schemas.microsoft.com/office/drawing/2014/main" val="3043042432"/>
                    </a:ext>
                  </a:extLst>
                </a:gridCol>
                <a:gridCol w="2613777">
                  <a:extLst>
                    <a:ext uri="{9D8B030D-6E8A-4147-A177-3AD203B41FA5}">
                      <a16:colId xmlns:a16="http://schemas.microsoft.com/office/drawing/2014/main" val="787326880"/>
                    </a:ext>
                  </a:extLst>
                </a:gridCol>
              </a:tblGrid>
              <a:tr h="351141">
                <a:tc>
                  <a:txBody>
                    <a:bodyPr/>
                    <a:lstStyle/>
                    <a:p>
                      <a:pPr marL="0" marR="0" algn="just">
                        <a:lnSpc>
                          <a:spcPct val="115000"/>
                        </a:lnSpc>
                        <a:spcAft>
                          <a:spcPts val="800"/>
                        </a:spcAft>
                        <a:buNone/>
                      </a:pPr>
                      <a:r>
                        <a:rPr lang="en-US" sz="1000" kern="100">
                          <a:effectLst/>
                        </a:rPr>
                        <a:t>Функция</a:t>
                      </a:r>
                      <a:endParaRPr lang="ru-RU"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45874" marR="45874" marT="0" marB="0"/>
                </a:tc>
                <a:tc>
                  <a:txBody>
                    <a:bodyPr/>
                    <a:lstStyle/>
                    <a:p>
                      <a:pPr marL="0" marR="0" algn="just">
                        <a:lnSpc>
                          <a:spcPct val="115000"/>
                        </a:lnSpc>
                        <a:spcAft>
                          <a:spcPts val="800"/>
                        </a:spcAft>
                        <a:buNone/>
                      </a:pPr>
                      <a:r>
                        <a:rPr lang="en-US" sz="1000" kern="100">
                          <a:effectLst/>
                        </a:rPr>
                        <a:t>Используемые инструменты (предположительно)</a:t>
                      </a:r>
                      <a:endParaRPr lang="ru-RU"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45874" marR="45874" marT="0" marB="0"/>
                </a:tc>
                <a:extLst>
                  <a:ext uri="{0D108BD9-81ED-4DB2-BD59-A6C34878D82A}">
                    <a16:rowId xmlns:a16="http://schemas.microsoft.com/office/drawing/2014/main" val="3741402063"/>
                  </a:ext>
                </a:extLst>
              </a:tr>
              <a:tr h="351141">
                <a:tc>
                  <a:txBody>
                    <a:bodyPr/>
                    <a:lstStyle/>
                    <a:p>
                      <a:pPr marL="0" marR="0" algn="just">
                        <a:lnSpc>
                          <a:spcPct val="115000"/>
                        </a:lnSpc>
                        <a:spcAft>
                          <a:spcPts val="800"/>
                        </a:spcAft>
                        <a:buNone/>
                      </a:pPr>
                      <a:r>
                        <a:rPr lang="en-US" sz="1000" kern="100">
                          <a:effectLst/>
                        </a:rPr>
                        <a:t>Учёт рабочего времени</a:t>
                      </a:r>
                      <a:endParaRPr lang="ru-RU"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45874" marR="45874" marT="0" marB="0"/>
                </a:tc>
                <a:tc>
                  <a:txBody>
                    <a:bodyPr/>
                    <a:lstStyle/>
                    <a:p>
                      <a:pPr marL="0" marR="0" algn="just">
                        <a:lnSpc>
                          <a:spcPct val="115000"/>
                        </a:lnSpc>
                        <a:spcAft>
                          <a:spcPts val="800"/>
                        </a:spcAft>
                        <a:buNone/>
                      </a:pPr>
                      <a:r>
                        <a:rPr lang="ru-RU" sz="1000" kern="100">
                          <a:effectLst/>
                        </a:rPr>
                        <a:t>Внутренние сканеры отпечатков пальцев, таблицы </a:t>
                      </a:r>
                      <a:r>
                        <a:rPr lang="en-US" sz="1000" kern="100">
                          <a:effectLst/>
                        </a:rPr>
                        <a:t>Excel</a:t>
                      </a:r>
                      <a:r>
                        <a:rPr lang="ru-RU" sz="1000" kern="100">
                          <a:effectLst/>
                        </a:rPr>
                        <a:t> в каждом подразделении</a:t>
                      </a:r>
                      <a:endParaRPr lang="ru-RU"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45874" marR="45874" marT="0" marB="0"/>
                </a:tc>
                <a:extLst>
                  <a:ext uri="{0D108BD9-81ED-4DB2-BD59-A6C34878D82A}">
                    <a16:rowId xmlns:a16="http://schemas.microsoft.com/office/drawing/2014/main" val="1098329240"/>
                  </a:ext>
                </a:extLst>
              </a:tr>
              <a:tr h="351141">
                <a:tc>
                  <a:txBody>
                    <a:bodyPr/>
                    <a:lstStyle/>
                    <a:p>
                      <a:pPr marL="0" marR="0" algn="just">
                        <a:lnSpc>
                          <a:spcPct val="115000"/>
                        </a:lnSpc>
                        <a:spcAft>
                          <a:spcPts val="800"/>
                        </a:spcAft>
                        <a:buNone/>
                      </a:pPr>
                      <a:r>
                        <a:rPr lang="en-US" sz="1000" kern="100">
                          <a:effectLst/>
                        </a:rPr>
                        <a:t>Планирование смен</a:t>
                      </a:r>
                      <a:endParaRPr lang="ru-RU"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45874" marR="45874" marT="0" marB="0"/>
                </a:tc>
                <a:tc>
                  <a:txBody>
                    <a:bodyPr/>
                    <a:lstStyle/>
                    <a:p>
                      <a:pPr marL="0" marR="0" algn="just">
                        <a:lnSpc>
                          <a:spcPct val="115000"/>
                        </a:lnSpc>
                        <a:spcAft>
                          <a:spcPts val="800"/>
                        </a:spcAft>
                        <a:buNone/>
                      </a:pPr>
                      <a:r>
                        <a:rPr lang="ru-RU" sz="1000" kern="100">
                          <a:effectLst/>
                        </a:rPr>
                        <a:t>Сменные графики на бумаге или в документах </a:t>
                      </a:r>
                      <a:r>
                        <a:rPr lang="en-US" sz="1000" kern="100">
                          <a:effectLst/>
                        </a:rPr>
                        <a:t>Word</a:t>
                      </a:r>
                      <a:r>
                        <a:rPr lang="ru-RU" sz="1000" kern="100">
                          <a:effectLst/>
                        </a:rPr>
                        <a:t>/</a:t>
                      </a:r>
                      <a:r>
                        <a:rPr lang="en-US" sz="1000" kern="100">
                          <a:effectLst/>
                        </a:rPr>
                        <a:t>Excel</a:t>
                      </a:r>
                      <a:endParaRPr lang="ru-RU"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45874" marR="45874" marT="0" marB="0"/>
                </a:tc>
                <a:extLst>
                  <a:ext uri="{0D108BD9-81ED-4DB2-BD59-A6C34878D82A}">
                    <a16:rowId xmlns:a16="http://schemas.microsoft.com/office/drawing/2014/main" val="923560002"/>
                  </a:ext>
                </a:extLst>
              </a:tr>
              <a:tr h="351141">
                <a:tc>
                  <a:txBody>
                    <a:bodyPr/>
                    <a:lstStyle/>
                    <a:p>
                      <a:pPr marL="0" marR="0" algn="just">
                        <a:lnSpc>
                          <a:spcPct val="115000"/>
                        </a:lnSpc>
                        <a:spcAft>
                          <a:spcPts val="800"/>
                        </a:spcAft>
                        <a:buNone/>
                      </a:pPr>
                      <a:r>
                        <a:rPr lang="en-US" sz="1000" kern="100">
                          <a:effectLst/>
                        </a:rPr>
                        <a:t>Начисление заработной платы</a:t>
                      </a:r>
                      <a:endParaRPr lang="ru-RU"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45874" marR="45874" marT="0" marB="0"/>
                </a:tc>
                <a:tc>
                  <a:txBody>
                    <a:bodyPr/>
                    <a:lstStyle/>
                    <a:p>
                      <a:pPr marL="0" marR="0" algn="just">
                        <a:lnSpc>
                          <a:spcPct val="115000"/>
                        </a:lnSpc>
                        <a:spcAft>
                          <a:spcPts val="800"/>
                        </a:spcAft>
                        <a:buNone/>
                      </a:pPr>
                      <a:r>
                        <a:rPr lang="ru-RU" sz="1000" kern="100">
                          <a:effectLst/>
                        </a:rPr>
                        <a:t>Расчёт ведётся вручную в </a:t>
                      </a:r>
                      <a:r>
                        <a:rPr lang="en-US" sz="1000" kern="100">
                          <a:effectLst/>
                        </a:rPr>
                        <a:t>Excel</a:t>
                      </a:r>
                      <a:r>
                        <a:rPr lang="ru-RU" sz="1000" kern="100">
                          <a:effectLst/>
                        </a:rPr>
                        <a:t> на уровне подразделений</a:t>
                      </a:r>
                      <a:endParaRPr lang="ru-RU"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45874" marR="45874" marT="0" marB="0"/>
                </a:tc>
                <a:extLst>
                  <a:ext uri="{0D108BD9-81ED-4DB2-BD59-A6C34878D82A}">
                    <a16:rowId xmlns:a16="http://schemas.microsoft.com/office/drawing/2014/main" val="3091466772"/>
                  </a:ext>
                </a:extLst>
              </a:tr>
              <a:tr h="351141">
                <a:tc>
                  <a:txBody>
                    <a:bodyPr/>
                    <a:lstStyle/>
                    <a:p>
                      <a:pPr marL="0" marR="0" algn="just">
                        <a:lnSpc>
                          <a:spcPct val="115000"/>
                        </a:lnSpc>
                        <a:spcAft>
                          <a:spcPts val="800"/>
                        </a:spcAft>
                        <a:buNone/>
                      </a:pPr>
                      <a:r>
                        <a:rPr lang="en-US" sz="1000" kern="100">
                          <a:effectLst/>
                        </a:rPr>
                        <a:t>Учёт отпусков</a:t>
                      </a:r>
                      <a:endParaRPr lang="ru-RU"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45874" marR="45874" marT="0" marB="0"/>
                </a:tc>
                <a:tc>
                  <a:txBody>
                    <a:bodyPr/>
                    <a:lstStyle/>
                    <a:p>
                      <a:pPr marL="0" marR="0" algn="just">
                        <a:lnSpc>
                          <a:spcPct val="115000"/>
                        </a:lnSpc>
                        <a:spcAft>
                          <a:spcPts val="800"/>
                        </a:spcAft>
                        <a:buNone/>
                      </a:pPr>
                      <a:r>
                        <a:rPr lang="ru-RU" sz="1000" kern="100">
                          <a:effectLst/>
                        </a:rPr>
                        <a:t>Бумажные заявления → утверждение руководителем → ручной ввод в таблицу</a:t>
                      </a:r>
                      <a:endParaRPr lang="ru-RU"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45874" marR="45874" marT="0" marB="0"/>
                </a:tc>
                <a:extLst>
                  <a:ext uri="{0D108BD9-81ED-4DB2-BD59-A6C34878D82A}">
                    <a16:rowId xmlns:a16="http://schemas.microsoft.com/office/drawing/2014/main" val="3638781205"/>
                  </a:ext>
                </a:extLst>
              </a:tr>
              <a:tr h="351141">
                <a:tc>
                  <a:txBody>
                    <a:bodyPr/>
                    <a:lstStyle/>
                    <a:p>
                      <a:pPr marL="0" marR="0" algn="just">
                        <a:lnSpc>
                          <a:spcPct val="115000"/>
                        </a:lnSpc>
                        <a:spcAft>
                          <a:spcPts val="800"/>
                        </a:spcAft>
                        <a:buNone/>
                      </a:pPr>
                      <a:r>
                        <a:rPr lang="en-US" sz="1000" kern="100" dirty="0" err="1">
                          <a:effectLst/>
                        </a:rPr>
                        <a:t>Подбор</a:t>
                      </a:r>
                      <a:r>
                        <a:rPr lang="en-US" sz="1000" kern="100" dirty="0">
                          <a:effectLst/>
                        </a:rPr>
                        <a:t> </a:t>
                      </a:r>
                      <a:r>
                        <a:rPr lang="en-US" sz="1000" kern="100" dirty="0" err="1">
                          <a:effectLst/>
                        </a:rPr>
                        <a:t>персонала</a:t>
                      </a:r>
                      <a:endParaRPr lang="ru-RU"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874" marR="45874" marT="0" marB="0"/>
                </a:tc>
                <a:tc>
                  <a:txBody>
                    <a:bodyPr/>
                    <a:lstStyle/>
                    <a:p>
                      <a:pPr marL="0" marR="0" algn="just">
                        <a:lnSpc>
                          <a:spcPct val="115000"/>
                        </a:lnSpc>
                        <a:spcAft>
                          <a:spcPts val="800"/>
                        </a:spcAft>
                        <a:buNone/>
                      </a:pPr>
                      <a:r>
                        <a:rPr lang="ru-RU" sz="1000" kern="100">
                          <a:effectLst/>
                        </a:rPr>
                        <a:t>Резюме отправляются по электронной почте, нет единой системы </a:t>
                      </a:r>
                      <a:r>
                        <a:rPr lang="en-US" sz="1000" kern="100">
                          <a:effectLst/>
                        </a:rPr>
                        <a:t>ATS</a:t>
                      </a:r>
                      <a:endParaRPr lang="ru-RU"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45874" marR="45874" marT="0" marB="0"/>
                </a:tc>
                <a:extLst>
                  <a:ext uri="{0D108BD9-81ED-4DB2-BD59-A6C34878D82A}">
                    <a16:rowId xmlns:a16="http://schemas.microsoft.com/office/drawing/2014/main" val="664357550"/>
                  </a:ext>
                </a:extLst>
              </a:tr>
              <a:tr h="351141">
                <a:tc>
                  <a:txBody>
                    <a:bodyPr/>
                    <a:lstStyle/>
                    <a:p>
                      <a:pPr marL="0" marR="0" algn="just">
                        <a:lnSpc>
                          <a:spcPct val="115000"/>
                        </a:lnSpc>
                        <a:spcAft>
                          <a:spcPts val="800"/>
                        </a:spcAft>
                        <a:buNone/>
                      </a:pPr>
                      <a:r>
                        <a:rPr lang="en-US" sz="1000" kern="100">
                          <a:effectLst/>
                        </a:rPr>
                        <a:t>Обучение и развитие</a:t>
                      </a:r>
                      <a:endParaRPr lang="ru-RU"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45874" marR="45874" marT="0" marB="0"/>
                </a:tc>
                <a:tc>
                  <a:txBody>
                    <a:bodyPr/>
                    <a:lstStyle/>
                    <a:p>
                      <a:pPr marL="0" marR="0" algn="just">
                        <a:lnSpc>
                          <a:spcPct val="115000"/>
                        </a:lnSpc>
                        <a:spcAft>
                          <a:spcPts val="800"/>
                        </a:spcAft>
                        <a:buNone/>
                      </a:pPr>
                      <a:r>
                        <a:rPr lang="ru-RU" sz="1000" kern="100">
                          <a:effectLst/>
                        </a:rPr>
                        <a:t>Отслеживание вручную, нет </a:t>
                      </a:r>
                      <a:r>
                        <a:rPr lang="en-US" sz="1000" kern="100">
                          <a:effectLst/>
                        </a:rPr>
                        <a:t>LMS</a:t>
                      </a:r>
                      <a:r>
                        <a:rPr lang="ru-RU" sz="1000" kern="100">
                          <a:effectLst/>
                        </a:rPr>
                        <a:t>-платформы</a:t>
                      </a:r>
                      <a:endParaRPr lang="ru-RU"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45874" marR="45874" marT="0" marB="0"/>
                </a:tc>
                <a:extLst>
                  <a:ext uri="{0D108BD9-81ED-4DB2-BD59-A6C34878D82A}">
                    <a16:rowId xmlns:a16="http://schemas.microsoft.com/office/drawing/2014/main" val="726203713"/>
                  </a:ext>
                </a:extLst>
              </a:tr>
              <a:tr h="351141">
                <a:tc>
                  <a:txBody>
                    <a:bodyPr/>
                    <a:lstStyle/>
                    <a:p>
                      <a:pPr marL="0" marR="0" algn="just">
                        <a:lnSpc>
                          <a:spcPct val="115000"/>
                        </a:lnSpc>
                        <a:spcAft>
                          <a:spcPts val="800"/>
                        </a:spcAft>
                        <a:buNone/>
                      </a:pPr>
                      <a:r>
                        <a:rPr lang="en-US" sz="1000" kern="100">
                          <a:effectLst/>
                        </a:rPr>
                        <a:t>Оценка эффективности (KPI)</a:t>
                      </a:r>
                      <a:endParaRPr lang="ru-RU"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45874" marR="45874" marT="0" marB="0"/>
                </a:tc>
                <a:tc>
                  <a:txBody>
                    <a:bodyPr/>
                    <a:lstStyle/>
                    <a:p>
                      <a:pPr marL="0" marR="0" algn="just">
                        <a:lnSpc>
                          <a:spcPct val="115000"/>
                        </a:lnSpc>
                        <a:spcAft>
                          <a:spcPts val="800"/>
                        </a:spcAft>
                        <a:buNone/>
                      </a:pPr>
                      <a:r>
                        <a:rPr lang="ru-RU" sz="1000" kern="100" dirty="0">
                          <a:effectLst/>
                        </a:rPr>
                        <a:t>Сводные отчёты от руководителей, отсутствует централизованный </a:t>
                      </a:r>
                      <a:r>
                        <a:rPr lang="ru-RU" sz="1000" kern="100" dirty="0" err="1">
                          <a:effectLst/>
                        </a:rPr>
                        <a:t>дашборд</a:t>
                      </a:r>
                      <a:endParaRPr lang="ru-RU"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874" marR="45874" marT="0" marB="0"/>
                </a:tc>
                <a:extLst>
                  <a:ext uri="{0D108BD9-81ED-4DB2-BD59-A6C34878D82A}">
                    <a16:rowId xmlns:a16="http://schemas.microsoft.com/office/drawing/2014/main" val="848931880"/>
                  </a:ext>
                </a:extLst>
              </a:tr>
            </a:tbl>
          </a:graphicData>
        </a:graphic>
      </p:graphicFrame>
      <p:sp>
        <p:nvSpPr>
          <p:cNvPr id="6" name="TextBox 5">
            <a:extLst>
              <a:ext uri="{FF2B5EF4-FFF2-40B4-BE49-F238E27FC236}">
                <a16:creationId xmlns:a16="http://schemas.microsoft.com/office/drawing/2014/main" id="{FB94465C-3BAE-6124-B980-82DF6D6B190A}"/>
              </a:ext>
            </a:extLst>
          </p:cNvPr>
          <p:cNvSpPr txBox="1"/>
          <p:nvPr/>
        </p:nvSpPr>
        <p:spPr>
          <a:xfrm>
            <a:off x="788764" y="672811"/>
            <a:ext cx="5307235" cy="2622769"/>
          </a:xfrm>
          <a:prstGeom prst="rect">
            <a:avLst/>
          </a:prstGeom>
          <a:noFill/>
        </p:spPr>
        <p:txBody>
          <a:bodyPr wrap="square">
            <a:spAutoFit/>
          </a:bodyPr>
          <a:lstStyle/>
          <a:p>
            <a:pPr marL="0" marR="0">
              <a:lnSpc>
                <a:spcPct val="115000"/>
              </a:lnSpc>
              <a:spcAft>
                <a:spcPts val="800"/>
              </a:spcAft>
            </a:pPr>
            <a:r>
              <a:rPr lang="ru-RU" sz="1600" kern="0" dirty="0">
                <a:effectLst/>
                <a:latin typeface="Times New Roman" panose="02020603050405020304" pitchFamily="18" charset="0"/>
                <a:ea typeface="Times New Roman" panose="02020603050405020304" pitchFamily="18" charset="0"/>
                <a:cs typeface="Times New Roman" panose="02020603050405020304" pitchFamily="18" charset="0"/>
              </a:rPr>
              <a:t>В настоящее время компания </a:t>
            </a:r>
            <a:r>
              <a:rPr lang="en-US" sz="1600" kern="0" dirty="0" err="1">
                <a:effectLst/>
                <a:latin typeface="Times New Roman" panose="02020603050405020304" pitchFamily="18" charset="0"/>
                <a:ea typeface="Times New Roman" panose="02020603050405020304" pitchFamily="18" charset="0"/>
                <a:cs typeface="Times New Roman" panose="02020603050405020304" pitchFamily="18" charset="0"/>
              </a:rPr>
              <a:t>Vinamilk</a:t>
            </a:r>
            <a:r>
              <a:rPr lang="ru-RU" sz="1600" kern="0" dirty="0">
                <a:effectLst/>
                <a:latin typeface="Times New Roman" panose="02020603050405020304" pitchFamily="18" charset="0"/>
                <a:ea typeface="Times New Roman" panose="02020603050405020304" pitchFamily="18" charset="0"/>
                <a:cs typeface="Times New Roman" panose="02020603050405020304" pitchFamily="18" charset="0"/>
              </a:rPr>
              <a:t> не использует единую централизованную </a:t>
            </a:r>
            <a:r>
              <a:rPr lang="en-US" sz="1600" kern="0" dirty="0">
                <a:effectLst/>
                <a:latin typeface="Times New Roman" panose="02020603050405020304" pitchFamily="18" charset="0"/>
                <a:ea typeface="Times New Roman" panose="02020603050405020304" pitchFamily="18" charset="0"/>
                <a:cs typeface="Times New Roman" panose="02020603050405020304" pitchFamily="18" charset="0"/>
              </a:rPr>
              <a:t>HRM-</a:t>
            </a:r>
            <a:r>
              <a:rPr lang="en-US" sz="1600" kern="0" dirty="0" err="1">
                <a:effectLst/>
                <a:latin typeface="Times New Roman" panose="02020603050405020304" pitchFamily="18" charset="0"/>
                <a:ea typeface="Times New Roman" panose="02020603050405020304" pitchFamily="18" charset="0"/>
                <a:cs typeface="Times New Roman" panose="02020603050405020304" pitchFamily="18" charset="0"/>
              </a:rPr>
              <a:t>систему</a:t>
            </a:r>
            <a:r>
              <a:rPr lang="en-US" sz="1600" kern="0" dirty="0">
                <a:effectLst/>
                <a:latin typeface="Times New Roman" panose="02020603050405020304" pitchFamily="18" charset="0"/>
                <a:ea typeface="Times New Roman" panose="02020603050405020304" pitchFamily="18" charset="0"/>
                <a:cs typeface="Times New Roman" panose="02020603050405020304" pitchFamily="18" charset="0"/>
              </a:rPr>
              <a:t> для </a:t>
            </a:r>
            <a:r>
              <a:rPr lang="en-US" sz="1600" kern="0" dirty="0" err="1">
                <a:effectLst/>
                <a:latin typeface="Times New Roman" panose="02020603050405020304" pitchFamily="18" charset="0"/>
                <a:ea typeface="Times New Roman" panose="02020603050405020304" pitchFamily="18" charset="0"/>
                <a:cs typeface="Times New Roman" panose="02020603050405020304" pitchFamily="18" charset="0"/>
              </a:rPr>
              <a:t>всего</a:t>
            </a:r>
            <a:r>
              <a:rPr lang="en-US" sz="16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kern="0" dirty="0" err="1">
                <a:effectLst/>
                <a:latin typeface="Times New Roman" panose="02020603050405020304" pitchFamily="18" charset="0"/>
                <a:ea typeface="Times New Roman" panose="02020603050405020304" pitchFamily="18" charset="0"/>
                <a:cs typeface="Times New Roman" panose="02020603050405020304" pitchFamily="18" charset="0"/>
              </a:rPr>
              <a:t>предприятия</a:t>
            </a:r>
            <a:r>
              <a:rPr lang="en-US" sz="16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1600" kern="0" dirty="0">
                <a:effectLst/>
                <a:latin typeface="Times New Roman" panose="02020603050405020304" pitchFamily="18" charset="0"/>
                <a:ea typeface="Times New Roman" panose="02020603050405020304" pitchFamily="18" charset="0"/>
                <a:cs typeface="Times New Roman" panose="02020603050405020304" pitchFamily="18" charset="0"/>
              </a:rPr>
              <a:t>Управление персоналом на заводах, фермах и в региональных офисах осуществляется децентрализованно с применением разрозненных инструментов: </a:t>
            </a:r>
            <a:r>
              <a:rPr lang="en-US" sz="1600" kern="0" dirty="0">
                <a:effectLst/>
                <a:latin typeface="Times New Roman" panose="02020603050405020304" pitchFamily="18" charset="0"/>
                <a:ea typeface="Times New Roman" panose="02020603050405020304" pitchFamily="18" charset="0"/>
                <a:cs typeface="Times New Roman" panose="02020603050405020304" pitchFamily="18" charset="0"/>
              </a:rPr>
              <a:t>Excel</a:t>
            </a:r>
            <a:r>
              <a:rPr lang="ru-RU" sz="1600" kern="0" dirty="0">
                <a:effectLst/>
                <a:latin typeface="Times New Roman" panose="02020603050405020304" pitchFamily="18" charset="0"/>
                <a:ea typeface="Times New Roman" panose="02020603050405020304" pitchFamily="18" charset="0"/>
                <a:cs typeface="Times New Roman" panose="02020603050405020304" pitchFamily="18" charset="0"/>
              </a:rPr>
              <a:t>, внутренние программы, а также ручные процессы. Ниже приведена сводная таблица используемых на данный момент средств по основным кадровым функциям:</a:t>
            </a:r>
            <a:endParaRPr lang="ru-RU"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17" name="TextBox 7">
            <a:extLst>
              <a:ext uri="{FF2B5EF4-FFF2-40B4-BE49-F238E27FC236}">
                <a16:creationId xmlns:a16="http://schemas.microsoft.com/office/drawing/2014/main" id="{D7519CDD-6402-3B5E-04A8-12F7BB9A343B}"/>
              </a:ext>
            </a:extLst>
          </p:cNvPr>
          <p:cNvGraphicFramePr/>
          <p:nvPr>
            <p:extLst>
              <p:ext uri="{D42A27DB-BD31-4B8C-83A1-F6EECF244321}">
                <p14:modId xmlns:p14="http://schemas.microsoft.com/office/powerpoint/2010/main" val="1983482603"/>
              </p:ext>
            </p:extLst>
          </p:nvPr>
        </p:nvGraphicFramePr>
        <p:xfrm>
          <a:off x="4071920" y="3595893"/>
          <a:ext cx="7915864" cy="37970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Рисунок 9">
            <a:extLst>
              <a:ext uri="{FF2B5EF4-FFF2-40B4-BE49-F238E27FC236}">
                <a16:creationId xmlns:a16="http://schemas.microsoft.com/office/drawing/2014/main" id="{EAC8A4D3-213B-53B5-20D4-E851B7065B26}"/>
              </a:ext>
            </a:extLst>
          </p:cNvPr>
          <p:cNvPicPr>
            <a:picLocks noChangeAspect="1"/>
          </p:cNvPicPr>
          <p:nvPr/>
        </p:nvPicPr>
        <p:blipFill>
          <a:blip r:embed="rId7"/>
          <a:stretch>
            <a:fillRect/>
          </a:stretch>
        </p:blipFill>
        <p:spPr>
          <a:xfrm>
            <a:off x="757941" y="5012893"/>
            <a:ext cx="2910840" cy="963003"/>
          </a:xfrm>
          <a:prstGeom prst="rect">
            <a:avLst/>
          </a:prstGeom>
        </p:spPr>
      </p:pic>
    </p:spTree>
    <p:extLst>
      <p:ext uri="{BB962C8B-B14F-4D97-AF65-F5344CB8AC3E}">
        <p14:creationId xmlns:p14="http://schemas.microsoft.com/office/powerpoint/2010/main" val="3651786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21AEFA3-E36D-1DFE-EF94-C12C05AC4FC2}"/>
              </a:ext>
            </a:extLst>
          </p:cNvPr>
          <p:cNvSpPr txBox="1"/>
          <p:nvPr/>
        </p:nvSpPr>
        <p:spPr>
          <a:xfrm>
            <a:off x="8211030" y="5535559"/>
            <a:ext cx="6094476" cy="369332"/>
          </a:xfrm>
          <a:prstGeom prst="rect">
            <a:avLst/>
          </a:prstGeom>
          <a:noFill/>
        </p:spPr>
        <p:txBody>
          <a:bodyPr wrap="square">
            <a:spAutoFit/>
          </a:bodyPr>
          <a:lstStyle/>
          <a:p>
            <a:r>
              <a:rPr lang="vi-VN" dirty="0">
                <a:ln w="0"/>
                <a:effectLst>
                  <a:outerShdw blurRad="38100" dist="19050" dir="2700000" algn="tl" rotWithShape="0">
                    <a:schemeClr val="dk1">
                      <a:alpha val="40000"/>
                    </a:schemeClr>
                  </a:outerShdw>
                </a:effectLst>
              </a:rPr>
              <a:t>O</a:t>
            </a:r>
            <a:r>
              <a:rPr lang="ru-RU" dirty="0" err="1">
                <a:ln w="0"/>
                <a:effectLst>
                  <a:outerShdw blurRad="38100" dist="19050" dir="2700000" algn="tl" rotWithShape="0">
                    <a:schemeClr val="dk1">
                      <a:alpha val="40000"/>
                    </a:schemeClr>
                  </a:outerShdw>
                </a:effectLst>
              </a:rPr>
              <a:t>рганизационная</a:t>
            </a:r>
            <a:r>
              <a:rPr lang="ru-RU" dirty="0">
                <a:ln w="0"/>
                <a:effectLst>
                  <a:outerShdw blurRad="38100" dist="19050" dir="2700000" algn="tl" rotWithShape="0">
                    <a:schemeClr val="dk1">
                      <a:alpha val="40000"/>
                    </a:schemeClr>
                  </a:outerShdw>
                </a:effectLst>
              </a:rPr>
              <a:t> структура</a:t>
            </a:r>
          </a:p>
        </p:txBody>
      </p:sp>
      <p:pic>
        <p:nvPicPr>
          <p:cNvPr id="4" name="Рисунок 3">
            <a:extLst>
              <a:ext uri="{FF2B5EF4-FFF2-40B4-BE49-F238E27FC236}">
                <a16:creationId xmlns:a16="http://schemas.microsoft.com/office/drawing/2014/main" id="{DE711EF9-7C3D-884A-074C-C0CC26C2A1FF}"/>
              </a:ext>
            </a:extLst>
          </p:cNvPr>
          <p:cNvPicPr>
            <a:picLocks noChangeAspect="1"/>
          </p:cNvPicPr>
          <p:nvPr/>
        </p:nvPicPr>
        <p:blipFill>
          <a:blip r:embed="rId2"/>
          <a:stretch>
            <a:fillRect/>
          </a:stretch>
        </p:blipFill>
        <p:spPr>
          <a:xfrm>
            <a:off x="8130643" y="1662937"/>
            <a:ext cx="3290234" cy="3190418"/>
          </a:xfrm>
          <a:prstGeom prst="rect">
            <a:avLst/>
          </a:prstGeom>
        </p:spPr>
      </p:pic>
      <p:pic>
        <p:nvPicPr>
          <p:cNvPr id="2" name="Рисунок 1">
            <a:extLst>
              <a:ext uri="{FF2B5EF4-FFF2-40B4-BE49-F238E27FC236}">
                <a16:creationId xmlns:a16="http://schemas.microsoft.com/office/drawing/2014/main" id="{1EF707B4-AA44-8BFF-E38D-944649BD0880}"/>
              </a:ext>
            </a:extLst>
          </p:cNvPr>
          <p:cNvPicPr>
            <a:picLocks noChangeAspect="1"/>
          </p:cNvPicPr>
          <p:nvPr/>
        </p:nvPicPr>
        <p:blipFill>
          <a:blip r:embed="rId3"/>
          <a:stretch>
            <a:fillRect/>
          </a:stretch>
        </p:blipFill>
        <p:spPr>
          <a:xfrm>
            <a:off x="93384" y="89631"/>
            <a:ext cx="7244469" cy="6658641"/>
          </a:xfrm>
          <a:prstGeom prst="rect">
            <a:avLst/>
          </a:prstGeom>
        </p:spPr>
      </p:pic>
    </p:spTree>
    <p:extLst>
      <p:ext uri="{BB962C8B-B14F-4D97-AF65-F5344CB8AC3E}">
        <p14:creationId xmlns:p14="http://schemas.microsoft.com/office/powerpoint/2010/main" val="360445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9">
            <a:extLst>
              <a:ext uri="{FF2B5EF4-FFF2-40B4-BE49-F238E27FC236}">
                <a16:creationId xmlns:a16="http://schemas.microsoft.com/office/drawing/2014/main" id="{AA3CC463-F933-4AC4-86E1-5AC14B0C31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25D2DB-A12A-44DB-B00E-F4D622329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331" y="480060"/>
            <a:ext cx="4180332" cy="2788074"/>
          </a:xfrm>
          <a:prstGeom prst="rect">
            <a:avLst/>
          </a:prstGeom>
          <a:solidFill>
            <a:srgbClr val="FFFFFF"/>
          </a:solidFill>
          <a:ln w="19050">
            <a:solidFill>
              <a:srgbClr val="9BEA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E7E7877-F64E-4EEA-B778-138031EFF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331" y="3603670"/>
            <a:ext cx="4180332" cy="2788074"/>
          </a:xfrm>
          <a:prstGeom prst="rect">
            <a:avLst/>
          </a:prstGeom>
          <a:solidFill>
            <a:srgbClr val="FFFFFF"/>
          </a:solidFill>
          <a:ln w="19050">
            <a:solidFill>
              <a:srgbClr val="9BEA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DD6C4F3-70FD-4F13-919C-702EE4886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0596" y="487090"/>
            <a:ext cx="6741849" cy="5897880"/>
          </a:xfrm>
          <a:prstGeom prst="rect">
            <a:avLst/>
          </a:prstGeom>
          <a:solidFill>
            <a:srgbClr val="FFFFF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A3237B0-D1A7-79CF-2345-E28C99341167}"/>
              </a:ext>
            </a:extLst>
          </p:cNvPr>
          <p:cNvSpPr txBox="1"/>
          <p:nvPr/>
        </p:nvSpPr>
        <p:spPr>
          <a:xfrm>
            <a:off x="975001" y="487680"/>
            <a:ext cx="6096000" cy="584775"/>
          </a:xfrm>
          <a:prstGeom prst="rect">
            <a:avLst/>
          </a:prstGeom>
          <a:noFill/>
        </p:spPr>
        <p:txBody>
          <a:bodyPr wrap="square">
            <a:spAutoFit/>
          </a:bodyPr>
          <a:lstStyle/>
          <a:p>
            <a:pPr algn="ctr"/>
            <a:r>
              <a:rPr lang="ru-RU" sz="1600" b="1" dirty="0">
                <a:ln w="0"/>
                <a:effectLst>
                  <a:outerShdw blurRad="38100" dist="19050" dir="2700000" algn="tl" rotWithShape="0">
                    <a:schemeClr val="dk1">
                      <a:alpha val="40000"/>
                    </a:schemeClr>
                  </a:outerShdw>
                </a:effectLst>
              </a:rPr>
              <a:t>BPMN-диаграмма системы управления персоналом (HRM) для </a:t>
            </a:r>
            <a:r>
              <a:rPr lang="ru-RU" sz="1600" b="1" dirty="0" err="1">
                <a:ln w="0"/>
                <a:effectLst>
                  <a:outerShdw blurRad="38100" dist="19050" dir="2700000" algn="tl" rotWithShape="0">
                    <a:schemeClr val="dk1">
                      <a:alpha val="40000"/>
                    </a:schemeClr>
                  </a:outerShdw>
                </a:effectLst>
              </a:rPr>
              <a:t>Vinamilk</a:t>
            </a:r>
            <a:endParaRPr lang="ru-RU" sz="1600" b="1" dirty="0">
              <a:ln w="0"/>
              <a:effectLst>
                <a:outerShdw blurRad="38100" dist="19050" dir="2700000" algn="tl" rotWithShape="0">
                  <a:schemeClr val="dk1">
                    <a:alpha val="40000"/>
                  </a:schemeClr>
                </a:outerShdw>
              </a:effectLst>
            </a:endParaRPr>
          </a:p>
        </p:txBody>
      </p:sp>
      <p:pic>
        <p:nvPicPr>
          <p:cNvPr id="4" name="Рисунок 3" descr="Изображение выглядит как Цвет электрик, снимок экрана, Шрифт, синий&#10;&#10;Контент, сгенерированный ИИ, может содержать ошибки.">
            <a:extLst>
              <a:ext uri="{FF2B5EF4-FFF2-40B4-BE49-F238E27FC236}">
                <a16:creationId xmlns:a16="http://schemas.microsoft.com/office/drawing/2014/main" id="{34F506DC-C624-A8B2-E18F-16948F29CB59}"/>
              </a:ext>
            </a:extLst>
          </p:cNvPr>
          <p:cNvPicPr>
            <a:picLocks noChangeAspect="1"/>
          </p:cNvPicPr>
          <p:nvPr/>
        </p:nvPicPr>
        <p:blipFill>
          <a:blip r:embed="rId2"/>
          <a:stretch>
            <a:fillRect/>
          </a:stretch>
        </p:blipFill>
        <p:spPr>
          <a:xfrm>
            <a:off x="7426308" y="2954162"/>
            <a:ext cx="3854945" cy="963736"/>
          </a:xfrm>
          <a:prstGeom prst="rect">
            <a:avLst/>
          </a:prstGeom>
        </p:spPr>
      </p:pic>
      <p:pic>
        <p:nvPicPr>
          <p:cNvPr id="5" name="Рисунок 4" descr="Изображение выглядит как текст, снимок экрана, диаграмма, линия&#10;&#10;Контент, сгенерированный ИИ, может содержать ошибки.">
            <a:extLst>
              <a:ext uri="{FF2B5EF4-FFF2-40B4-BE49-F238E27FC236}">
                <a16:creationId xmlns:a16="http://schemas.microsoft.com/office/drawing/2014/main" id="{717F6D94-8813-FCD5-A82B-C288D3B722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331" y="466256"/>
            <a:ext cx="11299801" cy="6044272"/>
          </a:xfrm>
          <a:prstGeom prst="rect">
            <a:avLst/>
          </a:prstGeom>
        </p:spPr>
      </p:pic>
      <p:sp>
        <p:nvSpPr>
          <p:cNvPr id="8" name="TextBox 7">
            <a:extLst>
              <a:ext uri="{FF2B5EF4-FFF2-40B4-BE49-F238E27FC236}">
                <a16:creationId xmlns:a16="http://schemas.microsoft.com/office/drawing/2014/main" id="{228E12A4-747D-0F2A-8D91-6157F62A4B63}"/>
              </a:ext>
            </a:extLst>
          </p:cNvPr>
          <p:cNvSpPr txBox="1"/>
          <p:nvPr/>
        </p:nvSpPr>
        <p:spPr>
          <a:xfrm>
            <a:off x="1893128" y="76856"/>
            <a:ext cx="8924224" cy="369332"/>
          </a:xfrm>
          <a:prstGeom prst="rect">
            <a:avLst/>
          </a:prstGeom>
          <a:noFill/>
        </p:spPr>
        <p:txBody>
          <a:bodyPr wrap="square">
            <a:spAutoFit/>
          </a:bodyPr>
          <a:lstStyle/>
          <a:p>
            <a:r>
              <a:rPr lang="ru-RU" b="1" spc="50" dirty="0">
                <a:ln w="0"/>
                <a:solidFill>
                  <a:schemeClr val="bg1"/>
                </a:solidFill>
                <a:effectLst>
                  <a:innerShdw blurRad="63500" dist="50800" dir="13500000">
                    <a:srgbClr val="000000">
                      <a:alpha val="50000"/>
                    </a:srgbClr>
                  </a:innerShdw>
                </a:effectLst>
              </a:rPr>
              <a:t>Диаграмма  </a:t>
            </a:r>
            <a:r>
              <a:rPr lang="vi-VN" b="1" spc="50" dirty="0">
                <a:ln w="0"/>
                <a:solidFill>
                  <a:schemeClr val="bg1"/>
                </a:solidFill>
                <a:effectLst>
                  <a:innerShdw blurRad="63500" dist="50800" dir="13500000">
                    <a:srgbClr val="000000">
                      <a:alpha val="50000"/>
                    </a:srgbClr>
                  </a:innerShdw>
                </a:effectLst>
              </a:rPr>
              <a:t>AS-IS </a:t>
            </a:r>
            <a:r>
              <a:rPr lang="ru-RU" b="1" spc="50" dirty="0">
                <a:ln w="0"/>
                <a:solidFill>
                  <a:schemeClr val="bg1"/>
                </a:solidFill>
                <a:effectLst>
                  <a:innerShdw blurRad="63500" dist="50800" dir="13500000">
                    <a:srgbClr val="000000">
                      <a:alpha val="50000"/>
                    </a:srgbClr>
                  </a:innerShdw>
                </a:effectLst>
              </a:rPr>
              <a:t>BPMN для системы расчета заработной платы </a:t>
            </a:r>
            <a:r>
              <a:rPr lang="ru-RU" b="1" spc="50" dirty="0" err="1">
                <a:ln w="0"/>
                <a:solidFill>
                  <a:schemeClr val="bg1"/>
                </a:solidFill>
                <a:effectLst>
                  <a:innerShdw blurRad="63500" dist="50800" dir="13500000">
                    <a:srgbClr val="000000">
                      <a:alpha val="50000"/>
                    </a:srgbClr>
                  </a:innerShdw>
                </a:effectLst>
              </a:rPr>
              <a:t>Vinamilk</a:t>
            </a:r>
            <a:endParaRPr lang="ru-RU" b="1" spc="50" dirty="0">
              <a:ln w="0"/>
              <a:solidFill>
                <a:schemeClr val="bg1"/>
              </a:solidFill>
              <a:effectLst>
                <a:innerShdw blurRad="63500" dist="50800" dir="13500000">
                  <a:srgbClr val="000000">
                    <a:alpha val="50000"/>
                  </a:srgbClr>
                </a:innerShdw>
              </a:effectLst>
            </a:endParaRPr>
          </a:p>
        </p:txBody>
      </p:sp>
    </p:spTree>
    <p:extLst>
      <p:ext uri="{BB962C8B-B14F-4D97-AF65-F5344CB8AC3E}">
        <p14:creationId xmlns:p14="http://schemas.microsoft.com/office/powerpoint/2010/main" val="28682247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cxnSp>
        <p:nvCxnSpPr>
          <p:cNvPr id="366" name="Google Shape;366;p55"/>
          <p:cNvCxnSpPr/>
          <p:nvPr/>
        </p:nvCxnSpPr>
        <p:spPr>
          <a:xfrm>
            <a:off x="6096000" y="-138067"/>
            <a:ext cx="0" cy="7088000"/>
          </a:xfrm>
          <a:prstGeom prst="straightConnector1">
            <a:avLst/>
          </a:prstGeom>
          <a:noFill/>
          <a:ln w="19050" cap="flat" cmpd="sng">
            <a:solidFill>
              <a:schemeClr val="accent1"/>
            </a:solidFill>
            <a:prstDash val="solid"/>
            <a:round/>
            <a:headEnd type="none" w="med" len="med"/>
            <a:tailEnd type="none" w="med" len="med"/>
          </a:ln>
        </p:spPr>
      </p:cxnSp>
      <p:sp>
        <p:nvSpPr>
          <p:cNvPr id="367" name="Google Shape;367;p55"/>
          <p:cNvSpPr/>
          <p:nvPr/>
        </p:nvSpPr>
        <p:spPr>
          <a:xfrm>
            <a:off x="2713800" y="557067"/>
            <a:ext cx="6764400" cy="11600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Arial"/>
              <a:cs typeface="Arial"/>
              <a:sym typeface="Arial"/>
            </a:endParaRPr>
          </a:p>
        </p:txBody>
      </p:sp>
      <p:sp>
        <p:nvSpPr>
          <p:cNvPr id="368" name="Google Shape;368;p55"/>
          <p:cNvSpPr txBox="1">
            <a:spLocks noGrp="1"/>
          </p:cNvSpPr>
          <p:nvPr>
            <p:ph type="title"/>
          </p:nvPr>
        </p:nvSpPr>
        <p:spPr>
          <a:xfrm>
            <a:off x="3411600" y="598467"/>
            <a:ext cx="5368800" cy="1077200"/>
          </a:xfrm>
          <a:prstGeom prst="rect">
            <a:avLst/>
          </a:prstGeom>
        </p:spPr>
        <p:txBody>
          <a:bodyPr spcFirstLastPara="1" wrap="square" lIns="121900" tIns="121900" rIns="121900" bIns="121900" anchor="ctr" anchorCtr="0">
            <a:noAutofit/>
          </a:bodyPr>
          <a:lstStyle/>
          <a:p>
            <a:r>
              <a:rPr lang="ru-RU" sz="2400" dirty="0"/>
              <a:t>Процесс обработки расходов на заработную плату в компании </a:t>
            </a:r>
            <a:r>
              <a:rPr lang="ru-RU" sz="2400" dirty="0" err="1"/>
              <a:t>Vinamilk</a:t>
            </a:r>
            <a:endParaRPr sz="2400" dirty="0"/>
          </a:p>
        </p:txBody>
      </p:sp>
      <p:sp>
        <p:nvSpPr>
          <p:cNvPr id="369" name="Google Shape;369;p55"/>
          <p:cNvSpPr txBox="1">
            <a:spLocks noGrp="1"/>
          </p:cNvSpPr>
          <p:nvPr>
            <p:ph type="title" idx="2"/>
          </p:nvPr>
        </p:nvSpPr>
        <p:spPr>
          <a:xfrm>
            <a:off x="1397033" y="3600717"/>
            <a:ext cx="3117200" cy="528000"/>
          </a:xfrm>
          <a:prstGeom prst="rect">
            <a:avLst/>
          </a:prstGeom>
        </p:spPr>
        <p:txBody>
          <a:bodyPr spcFirstLastPara="1" wrap="square" lIns="121900" tIns="121900" rIns="121900" bIns="121900" anchor="b" anchorCtr="0">
            <a:noAutofit/>
          </a:bodyPr>
          <a:lstStyle/>
          <a:p>
            <a:r>
              <a:rPr lang="ru-RU" dirty="0"/>
              <a:t>Проверка в Бухгалтерии:</a:t>
            </a:r>
            <a:endParaRPr dirty="0"/>
          </a:p>
        </p:txBody>
      </p:sp>
      <p:sp>
        <p:nvSpPr>
          <p:cNvPr id="370" name="Google Shape;370;p55"/>
          <p:cNvSpPr txBox="1">
            <a:spLocks noGrp="1"/>
          </p:cNvSpPr>
          <p:nvPr>
            <p:ph type="subTitle" idx="1"/>
          </p:nvPr>
        </p:nvSpPr>
        <p:spPr>
          <a:xfrm>
            <a:off x="345058" y="4044284"/>
            <a:ext cx="4169175" cy="824400"/>
          </a:xfrm>
          <a:prstGeom prst="rect">
            <a:avLst/>
          </a:prstGeom>
        </p:spPr>
        <p:txBody>
          <a:bodyPr spcFirstLastPara="1" wrap="square" lIns="121900" tIns="121900" rIns="121900" bIns="121900" anchor="t" anchorCtr="0">
            <a:noAutofit/>
          </a:bodyPr>
          <a:lstStyle/>
          <a:p>
            <a:r>
              <a:rPr lang="ru-RU" sz="1400" dirty="0"/>
              <a:t>Бухгалтерия проверяет данные по зарплате и отправляет </a:t>
            </a:r>
            <a:r>
              <a:rPr lang="ru-RU" sz="1400" b="1" dirty="0"/>
              <a:t>отзыв в Excel</a:t>
            </a:r>
            <a:r>
              <a:rPr lang="ru-RU" sz="1400" dirty="0"/>
              <a:t> в </a:t>
            </a:r>
            <a:r>
              <a:rPr lang="ru-RU" sz="1400" b="1" dirty="0"/>
              <a:t>HR (Отдел кадров)</a:t>
            </a:r>
            <a:r>
              <a:rPr lang="ru-RU" sz="1400" dirty="0"/>
              <a:t>.</a:t>
            </a:r>
          </a:p>
          <a:p>
            <a:r>
              <a:rPr lang="ru-RU" sz="1400" dirty="0"/>
              <a:t>Также бухгалтерия предоставляет информацию о </a:t>
            </a:r>
            <a:r>
              <a:rPr lang="ru-RU" sz="1400" b="1" dirty="0"/>
              <a:t>перечислении зарплаты</a:t>
            </a:r>
            <a:r>
              <a:rPr lang="ru-RU" sz="1400" dirty="0"/>
              <a:t> и </a:t>
            </a:r>
            <a:r>
              <a:rPr lang="ru-RU" sz="1400" b="1" dirty="0"/>
              <a:t>финансовой отчетности</a:t>
            </a:r>
            <a:r>
              <a:rPr lang="ru-RU" sz="1400" dirty="0"/>
              <a:t> по электронной почте.</a:t>
            </a:r>
          </a:p>
          <a:p>
            <a:pPr marL="0" indent="0"/>
            <a:endParaRPr sz="1400" dirty="0"/>
          </a:p>
        </p:txBody>
      </p:sp>
      <p:sp>
        <p:nvSpPr>
          <p:cNvPr id="371" name="Google Shape;371;p55"/>
          <p:cNvSpPr txBox="1">
            <a:spLocks noGrp="1"/>
          </p:cNvSpPr>
          <p:nvPr>
            <p:ph type="title" idx="3"/>
          </p:nvPr>
        </p:nvSpPr>
        <p:spPr>
          <a:xfrm>
            <a:off x="7677767" y="2535951"/>
            <a:ext cx="3117200" cy="528000"/>
          </a:xfrm>
          <a:prstGeom prst="rect">
            <a:avLst/>
          </a:prstGeom>
        </p:spPr>
        <p:txBody>
          <a:bodyPr spcFirstLastPara="1" wrap="square" lIns="121900" tIns="121900" rIns="121900" bIns="121900" anchor="b" anchorCtr="0">
            <a:noAutofit/>
          </a:bodyPr>
          <a:lstStyle/>
          <a:p>
            <a:r>
              <a:rPr lang="ru-RU" dirty="0"/>
              <a:t>Обработка в </a:t>
            </a:r>
            <a:r>
              <a:rPr lang="en-US" dirty="0"/>
              <a:t>HR:</a:t>
            </a:r>
            <a:endParaRPr dirty="0"/>
          </a:p>
        </p:txBody>
      </p:sp>
      <p:sp>
        <p:nvSpPr>
          <p:cNvPr id="372" name="Google Shape;372;p55"/>
          <p:cNvSpPr txBox="1">
            <a:spLocks noGrp="1"/>
          </p:cNvSpPr>
          <p:nvPr>
            <p:ph type="subTitle" idx="4"/>
          </p:nvPr>
        </p:nvSpPr>
        <p:spPr>
          <a:xfrm>
            <a:off x="7078800" y="2969650"/>
            <a:ext cx="4080293" cy="824400"/>
          </a:xfrm>
          <a:prstGeom prst="rect">
            <a:avLst/>
          </a:prstGeom>
        </p:spPr>
        <p:txBody>
          <a:bodyPr spcFirstLastPara="1" wrap="square" lIns="121900" tIns="121900" rIns="121900" bIns="121900" anchor="t" anchorCtr="0">
            <a:noAutofit/>
          </a:bodyPr>
          <a:lstStyle/>
          <a:p>
            <a:r>
              <a:rPr lang="ru-RU" sz="1400" b="1" dirty="0"/>
              <a:t>Отдел по подбору персонала</a:t>
            </a:r>
            <a:r>
              <a:rPr lang="ru-RU" sz="1400" dirty="0"/>
              <a:t> получает </a:t>
            </a:r>
            <a:r>
              <a:rPr lang="ru-RU" sz="1400" b="1" dirty="0"/>
              <a:t>табель зарплаты</a:t>
            </a:r>
            <a:r>
              <a:rPr lang="ru-RU" sz="1400" dirty="0"/>
              <a:t>, создает новую услугу в </a:t>
            </a:r>
            <a:r>
              <a:rPr lang="ru-RU" sz="1400" b="1" dirty="0"/>
              <a:t>Excel</a:t>
            </a:r>
            <a:r>
              <a:rPr lang="ru-RU" sz="1400" dirty="0"/>
              <a:t> и отправляет ее в </a:t>
            </a:r>
            <a:r>
              <a:rPr lang="ru-RU" sz="1400" b="1" dirty="0"/>
              <a:t>отдел контроля запросов</a:t>
            </a:r>
            <a:r>
              <a:rPr lang="ru-RU" sz="1400" dirty="0"/>
              <a:t> для проверки.</a:t>
            </a:r>
          </a:p>
          <a:p>
            <a:r>
              <a:rPr lang="ru-RU" sz="1400" dirty="0"/>
              <a:t>После проверки табель передается в </a:t>
            </a:r>
            <a:r>
              <a:rPr lang="ru-RU" sz="1400" b="1" dirty="0"/>
              <a:t>Бухгалтерию</a:t>
            </a:r>
            <a:r>
              <a:rPr lang="ru-RU" sz="1400" dirty="0"/>
              <a:t>.</a:t>
            </a:r>
          </a:p>
          <a:p>
            <a:pPr marL="0" indent="0"/>
            <a:endParaRPr sz="1400" dirty="0"/>
          </a:p>
        </p:txBody>
      </p:sp>
      <p:sp>
        <p:nvSpPr>
          <p:cNvPr id="373" name="Google Shape;373;p55"/>
          <p:cNvSpPr txBox="1">
            <a:spLocks noGrp="1"/>
          </p:cNvSpPr>
          <p:nvPr>
            <p:ph type="title" idx="5"/>
          </p:nvPr>
        </p:nvSpPr>
        <p:spPr>
          <a:xfrm>
            <a:off x="7677767" y="4665484"/>
            <a:ext cx="3562452" cy="528000"/>
          </a:xfrm>
          <a:prstGeom prst="rect">
            <a:avLst/>
          </a:prstGeom>
        </p:spPr>
        <p:txBody>
          <a:bodyPr spcFirstLastPara="1" wrap="square" lIns="121900" tIns="121900" rIns="121900" bIns="121900" anchor="b" anchorCtr="0">
            <a:noAutofit/>
          </a:bodyPr>
          <a:lstStyle/>
          <a:p>
            <a:r>
              <a:rPr lang="ru-RU" dirty="0"/>
              <a:t>Завершение процесса:</a:t>
            </a:r>
            <a:endParaRPr dirty="0"/>
          </a:p>
        </p:txBody>
      </p:sp>
      <p:sp>
        <p:nvSpPr>
          <p:cNvPr id="374" name="Google Shape;374;p55"/>
          <p:cNvSpPr txBox="1">
            <a:spLocks noGrp="1"/>
          </p:cNvSpPr>
          <p:nvPr>
            <p:ph type="subTitle" idx="6"/>
          </p:nvPr>
        </p:nvSpPr>
        <p:spPr>
          <a:xfrm>
            <a:off x="6806242" y="5109051"/>
            <a:ext cx="5268905" cy="824400"/>
          </a:xfrm>
          <a:prstGeom prst="rect">
            <a:avLst/>
          </a:prstGeom>
        </p:spPr>
        <p:txBody>
          <a:bodyPr spcFirstLastPara="1" wrap="square" lIns="121900" tIns="121900" rIns="121900" bIns="121900" anchor="t" anchorCtr="0">
            <a:noAutofit/>
          </a:bodyPr>
          <a:lstStyle/>
          <a:p>
            <a:pPr lvl="1"/>
            <a:r>
              <a:rPr lang="ru-RU" sz="1400" b="1" dirty="0"/>
              <a:t>HR (Сводный отдел)</a:t>
            </a:r>
            <a:r>
              <a:rPr lang="ru-RU" sz="1400" dirty="0"/>
              <a:t> обрабатывает табель зарплаты и отправляет </a:t>
            </a:r>
            <a:r>
              <a:rPr lang="ru-RU" sz="1400" b="1" dirty="0"/>
              <a:t>итоговый результат</a:t>
            </a:r>
            <a:r>
              <a:rPr lang="ru-RU" sz="1400" dirty="0"/>
              <a:t> пользователю (E-User) в виде </a:t>
            </a:r>
            <a:r>
              <a:rPr lang="ru-RU" sz="1400" b="1" dirty="0"/>
              <a:t>файла или электронного письма</a:t>
            </a:r>
            <a:r>
              <a:rPr lang="ru-RU" sz="1400" dirty="0"/>
              <a:t>.</a:t>
            </a:r>
          </a:p>
          <a:p>
            <a:pPr lvl="1"/>
            <a:r>
              <a:rPr lang="ru-RU" sz="1400" dirty="0"/>
              <a:t>На этом процесс завершается.</a:t>
            </a:r>
          </a:p>
          <a:p>
            <a:br>
              <a:rPr lang="ru-RU" sz="1400" dirty="0"/>
            </a:br>
            <a:endParaRPr sz="1400" dirty="0"/>
          </a:p>
        </p:txBody>
      </p:sp>
      <p:sp>
        <p:nvSpPr>
          <p:cNvPr id="375" name="Google Shape;375;p55"/>
          <p:cNvSpPr/>
          <p:nvPr/>
        </p:nvSpPr>
        <p:spPr>
          <a:xfrm>
            <a:off x="5832000" y="3956733"/>
            <a:ext cx="528000" cy="5280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76" name="Google Shape;376;p55"/>
          <p:cNvSpPr/>
          <p:nvPr/>
        </p:nvSpPr>
        <p:spPr>
          <a:xfrm>
            <a:off x="5832000" y="2906600"/>
            <a:ext cx="528000" cy="5280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algn="r" defTabSz="1219170">
              <a:buClr>
                <a:srgbClr val="000000"/>
              </a:buClr>
            </a:pPr>
            <a:endParaRPr sz="533" kern="0">
              <a:solidFill>
                <a:srgbClr val="000000"/>
              </a:solidFill>
              <a:latin typeface="Arial"/>
              <a:cs typeface="Arial"/>
              <a:sym typeface="Arial"/>
            </a:endParaRPr>
          </a:p>
        </p:txBody>
      </p:sp>
      <p:sp>
        <p:nvSpPr>
          <p:cNvPr id="377" name="Google Shape;377;p55"/>
          <p:cNvSpPr/>
          <p:nvPr/>
        </p:nvSpPr>
        <p:spPr>
          <a:xfrm>
            <a:off x="5832000" y="5006867"/>
            <a:ext cx="528000" cy="5280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cxnSp>
        <p:nvCxnSpPr>
          <p:cNvPr id="378" name="Google Shape;378;p55"/>
          <p:cNvCxnSpPr>
            <a:stCxn id="376" idx="6"/>
          </p:cNvCxnSpPr>
          <p:nvPr/>
        </p:nvCxnSpPr>
        <p:spPr>
          <a:xfrm>
            <a:off x="6360000" y="3170600"/>
            <a:ext cx="718800" cy="0"/>
          </a:xfrm>
          <a:prstGeom prst="straightConnector1">
            <a:avLst/>
          </a:prstGeom>
          <a:noFill/>
          <a:ln w="19050" cap="flat" cmpd="sng">
            <a:solidFill>
              <a:schemeClr val="accent1"/>
            </a:solidFill>
            <a:prstDash val="solid"/>
            <a:round/>
            <a:headEnd type="none" w="med" len="med"/>
            <a:tailEnd type="none" w="med" len="med"/>
          </a:ln>
        </p:spPr>
      </p:cxnSp>
      <p:cxnSp>
        <p:nvCxnSpPr>
          <p:cNvPr id="379" name="Google Shape;379;p55"/>
          <p:cNvCxnSpPr/>
          <p:nvPr/>
        </p:nvCxnSpPr>
        <p:spPr>
          <a:xfrm>
            <a:off x="5113200" y="4220733"/>
            <a:ext cx="718800" cy="0"/>
          </a:xfrm>
          <a:prstGeom prst="straightConnector1">
            <a:avLst/>
          </a:prstGeom>
          <a:noFill/>
          <a:ln w="19050" cap="flat" cmpd="sng">
            <a:solidFill>
              <a:schemeClr val="accent1"/>
            </a:solidFill>
            <a:prstDash val="solid"/>
            <a:round/>
            <a:headEnd type="none" w="med" len="med"/>
            <a:tailEnd type="none" w="med" len="med"/>
          </a:ln>
        </p:spPr>
      </p:cxnSp>
      <p:cxnSp>
        <p:nvCxnSpPr>
          <p:cNvPr id="380" name="Google Shape;380;p55"/>
          <p:cNvCxnSpPr/>
          <p:nvPr/>
        </p:nvCxnSpPr>
        <p:spPr>
          <a:xfrm>
            <a:off x="6360000" y="5270867"/>
            <a:ext cx="718800" cy="0"/>
          </a:xfrm>
          <a:prstGeom prst="straightConnector1">
            <a:avLst/>
          </a:prstGeom>
          <a:noFill/>
          <a:ln w="19050" cap="flat" cmpd="sng">
            <a:solidFill>
              <a:schemeClr val="accent1"/>
            </a:solidFill>
            <a:prstDash val="solid"/>
            <a:round/>
            <a:headEnd type="none" w="med" len="med"/>
            <a:tailEnd type="none" w="med" len="med"/>
          </a:ln>
        </p:spPr>
      </p:cxnSp>
      <p:grpSp>
        <p:nvGrpSpPr>
          <p:cNvPr id="381" name="Google Shape;381;p55"/>
          <p:cNvGrpSpPr/>
          <p:nvPr/>
        </p:nvGrpSpPr>
        <p:grpSpPr>
          <a:xfrm>
            <a:off x="5820800" y="6030433"/>
            <a:ext cx="550400" cy="550400"/>
            <a:chOff x="4365600" y="4522825"/>
            <a:chExt cx="412800" cy="412800"/>
          </a:xfrm>
        </p:grpSpPr>
        <p:sp>
          <p:nvSpPr>
            <p:cNvPr id="382" name="Google Shape;382;p55"/>
            <p:cNvSpPr/>
            <p:nvPr/>
          </p:nvSpPr>
          <p:spPr>
            <a:xfrm>
              <a:off x="4365600" y="4522825"/>
              <a:ext cx="412800" cy="412800"/>
            </a:xfrm>
            <a:prstGeom prst="ellipse">
              <a:avLst/>
            </a:prstGeom>
            <a:solidFill>
              <a:schemeClr val="dk1"/>
            </a:solid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83" name="Google Shape;383;p55"/>
            <p:cNvSpPr/>
            <p:nvPr/>
          </p:nvSpPr>
          <p:spPr>
            <a:xfrm rot="5400000">
              <a:off x="4503000" y="4639391"/>
              <a:ext cx="138000" cy="234900"/>
            </a:xfrm>
            <a:prstGeom prst="chevron">
              <a:avLst>
                <a:gd name="adj" fmla="val 91213"/>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384" name="Google Shape;384;p55">
            <a:hlinkClick r:id="" action="ppaction://hlinkshowjump?jump=firstslide"/>
          </p:cNvPr>
          <p:cNvSpPr/>
          <p:nvPr/>
        </p:nvSpPr>
        <p:spPr>
          <a:xfrm>
            <a:off x="10794967" y="142867"/>
            <a:ext cx="1280193" cy="4556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algn="ctr" defTabSz="1219170">
              <a:buClr>
                <a:srgbClr val="000000"/>
              </a:buClr>
            </a:pPr>
            <a:r>
              <a:rPr lang="vi-VN" sz="1600" b="1" kern="0">
                <a:solidFill>
                  <a:srgbClr val="FFFFFF"/>
                </a:solidFill>
                <a:uFill>
                  <a:noFill/>
                </a:uFill>
                <a:latin typeface="Oswald"/>
                <a:ea typeface="Oswald"/>
                <a:cs typeface="Oswald"/>
                <a:sym typeface="Oswald"/>
              </a:rPr>
              <a:t>VINAMILK</a:t>
            </a:r>
            <a:endParaRPr sz="1867" kern="0" dirty="0">
              <a:solidFill>
                <a:srgbClr val="FFFFFF"/>
              </a:solidFill>
              <a:latin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1" fill="hold" nodeType="clickEffect">
                                  <p:stCondLst>
                                    <p:cond delay="0"/>
                                  </p:stCondLst>
                                  <p:childTnLst>
                                    <p:anim calcmode="lin" valueType="num">
                                      <p:cBhvr additive="base">
                                        <p:cTn id="6" dur="1000"/>
                                        <p:tgtEl>
                                          <p:spTgt spid="367"/>
                                        </p:tgtEl>
                                        <p:attrNameLst>
                                          <p:attrName>ppt_y</p:attrName>
                                        </p:attrNameLst>
                                      </p:cBhvr>
                                      <p:tavLst>
                                        <p:tav tm="0">
                                          <p:val>
                                            <p:strVal val="#ppt_y"/>
                                          </p:val>
                                        </p:tav>
                                        <p:tav tm="100000">
                                          <p:val>
                                            <p:strVal val="#ppt_y-1"/>
                                          </p:val>
                                        </p:tav>
                                      </p:tavLst>
                                    </p:anim>
                                    <p:set>
                                      <p:cBhvr>
                                        <p:cTn id="7" dur="1" fill="hold">
                                          <p:stCondLst>
                                            <p:cond delay="1000"/>
                                          </p:stCondLst>
                                        </p:cTn>
                                        <p:tgtEl>
                                          <p:spTgt spid="367"/>
                                        </p:tgtEl>
                                        <p:attrNameLst>
                                          <p:attrName>style.visibility</p:attrName>
                                        </p:attrNameLst>
                                      </p:cBhvr>
                                      <p:to>
                                        <p:strVal val="hidden"/>
                                      </p:to>
                                    </p:set>
                                  </p:childTnLst>
                                </p:cTn>
                              </p:par>
                              <p:par>
                                <p:cTn id="8" presetID="2" presetClass="exit" presetSubtype="1" fill="hold" nodeType="withEffect">
                                  <p:stCondLst>
                                    <p:cond delay="0"/>
                                  </p:stCondLst>
                                  <p:childTnLst>
                                    <p:anim calcmode="lin" valueType="num">
                                      <p:cBhvr additive="base">
                                        <p:cTn id="9" dur="1000"/>
                                        <p:tgtEl>
                                          <p:spTgt spid="368"/>
                                        </p:tgtEl>
                                        <p:attrNameLst>
                                          <p:attrName>ppt_y</p:attrName>
                                        </p:attrNameLst>
                                      </p:cBhvr>
                                      <p:tavLst>
                                        <p:tav tm="0">
                                          <p:val>
                                            <p:strVal val="#ppt_y"/>
                                          </p:val>
                                        </p:tav>
                                        <p:tav tm="100000">
                                          <p:val>
                                            <p:strVal val="#ppt_y-1"/>
                                          </p:val>
                                        </p:tav>
                                      </p:tavLst>
                                    </p:anim>
                                    <p:set>
                                      <p:cBhvr>
                                        <p:cTn id="10" dur="1" fill="hold">
                                          <p:stCondLst>
                                            <p:cond delay="1000"/>
                                          </p:stCondLst>
                                        </p:cTn>
                                        <p:tgtEl>
                                          <p:spTgt spid="368"/>
                                        </p:tgtEl>
                                        <p:attrNameLst>
                                          <p:attrName>style.visibility</p:attrName>
                                        </p:attrNameLst>
                                      </p:cBhvr>
                                      <p:to>
                                        <p:strVal val="hidden"/>
                                      </p:to>
                                    </p:set>
                                  </p:childTnLst>
                                </p:cTn>
                              </p:par>
                              <p:par>
                                <p:cTn id="11" presetID="2" presetClass="exit" presetSubtype="1" fill="hold" nodeType="withEffect">
                                  <p:stCondLst>
                                    <p:cond delay="0"/>
                                  </p:stCondLst>
                                  <p:childTnLst>
                                    <p:anim calcmode="lin" valueType="num">
                                      <p:cBhvr additive="base">
                                        <p:cTn id="12" dur="1000"/>
                                        <p:tgtEl>
                                          <p:spTgt spid="369"/>
                                        </p:tgtEl>
                                        <p:attrNameLst>
                                          <p:attrName>ppt_y</p:attrName>
                                        </p:attrNameLst>
                                      </p:cBhvr>
                                      <p:tavLst>
                                        <p:tav tm="0">
                                          <p:val>
                                            <p:strVal val="#ppt_y"/>
                                          </p:val>
                                        </p:tav>
                                        <p:tav tm="100000">
                                          <p:val>
                                            <p:strVal val="#ppt_y-1"/>
                                          </p:val>
                                        </p:tav>
                                      </p:tavLst>
                                    </p:anim>
                                    <p:set>
                                      <p:cBhvr>
                                        <p:cTn id="13" dur="1" fill="hold">
                                          <p:stCondLst>
                                            <p:cond delay="1000"/>
                                          </p:stCondLst>
                                        </p:cTn>
                                        <p:tgtEl>
                                          <p:spTgt spid="369"/>
                                        </p:tgtEl>
                                        <p:attrNameLst>
                                          <p:attrName>style.visibility</p:attrName>
                                        </p:attrNameLst>
                                      </p:cBhvr>
                                      <p:to>
                                        <p:strVal val="hidden"/>
                                      </p:to>
                                    </p:set>
                                  </p:childTnLst>
                                </p:cTn>
                              </p:par>
                              <p:par>
                                <p:cTn id="14" presetID="2" presetClass="exit" presetSubtype="1" fill="hold" nodeType="withEffect">
                                  <p:stCondLst>
                                    <p:cond delay="0"/>
                                  </p:stCondLst>
                                  <p:childTnLst>
                                    <p:anim calcmode="lin" valueType="num">
                                      <p:cBhvr additive="base">
                                        <p:cTn id="15" dur="1000"/>
                                        <p:tgtEl>
                                          <p:spTgt spid="370"/>
                                        </p:tgtEl>
                                        <p:attrNameLst>
                                          <p:attrName>ppt_y</p:attrName>
                                        </p:attrNameLst>
                                      </p:cBhvr>
                                      <p:tavLst>
                                        <p:tav tm="0">
                                          <p:val>
                                            <p:strVal val="#ppt_y"/>
                                          </p:val>
                                        </p:tav>
                                        <p:tav tm="100000">
                                          <p:val>
                                            <p:strVal val="#ppt_y-1"/>
                                          </p:val>
                                        </p:tav>
                                      </p:tavLst>
                                    </p:anim>
                                    <p:set>
                                      <p:cBhvr>
                                        <p:cTn id="16" dur="1" fill="hold">
                                          <p:stCondLst>
                                            <p:cond delay="1000"/>
                                          </p:stCondLst>
                                        </p:cTn>
                                        <p:tgtEl>
                                          <p:spTgt spid="370"/>
                                        </p:tgtEl>
                                        <p:attrNameLst>
                                          <p:attrName>style.visibility</p:attrName>
                                        </p:attrNameLst>
                                      </p:cBhvr>
                                      <p:to>
                                        <p:strVal val="hidden"/>
                                      </p:to>
                                    </p:set>
                                  </p:childTnLst>
                                </p:cTn>
                              </p:par>
                              <p:par>
                                <p:cTn id="17" presetID="2" presetClass="exit" presetSubtype="1" fill="hold" nodeType="withEffect">
                                  <p:stCondLst>
                                    <p:cond delay="0"/>
                                  </p:stCondLst>
                                  <p:childTnLst>
                                    <p:anim calcmode="lin" valueType="num">
                                      <p:cBhvr additive="base">
                                        <p:cTn id="18" dur="1000"/>
                                        <p:tgtEl>
                                          <p:spTgt spid="371"/>
                                        </p:tgtEl>
                                        <p:attrNameLst>
                                          <p:attrName>ppt_y</p:attrName>
                                        </p:attrNameLst>
                                      </p:cBhvr>
                                      <p:tavLst>
                                        <p:tav tm="0">
                                          <p:val>
                                            <p:strVal val="#ppt_y"/>
                                          </p:val>
                                        </p:tav>
                                        <p:tav tm="100000">
                                          <p:val>
                                            <p:strVal val="#ppt_y-1"/>
                                          </p:val>
                                        </p:tav>
                                      </p:tavLst>
                                    </p:anim>
                                    <p:set>
                                      <p:cBhvr>
                                        <p:cTn id="19" dur="1" fill="hold">
                                          <p:stCondLst>
                                            <p:cond delay="1000"/>
                                          </p:stCondLst>
                                        </p:cTn>
                                        <p:tgtEl>
                                          <p:spTgt spid="371"/>
                                        </p:tgtEl>
                                        <p:attrNameLst>
                                          <p:attrName>style.visibility</p:attrName>
                                        </p:attrNameLst>
                                      </p:cBhvr>
                                      <p:to>
                                        <p:strVal val="hidden"/>
                                      </p:to>
                                    </p:set>
                                  </p:childTnLst>
                                </p:cTn>
                              </p:par>
                              <p:par>
                                <p:cTn id="20" presetID="2" presetClass="exit" presetSubtype="1" fill="hold" nodeType="withEffect">
                                  <p:stCondLst>
                                    <p:cond delay="0"/>
                                  </p:stCondLst>
                                  <p:childTnLst>
                                    <p:anim calcmode="lin" valueType="num">
                                      <p:cBhvr additive="base">
                                        <p:cTn id="21" dur="1000"/>
                                        <p:tgtEl>
                                          <p:spTgt spid="372"/>
                                        </p:tgtEl>
                                        <p:attrNameLst>
                                          <p:attrName>ppt_y</p:attrName>
                                        </p:attrNameLst>
                                      </p:cBhvr>
                                      <p:tavLst>
                                        <p:tav tm="0">
                                          <p:val>
                                            <p:strVal val="#ppt_y"/>
                                          </p:val>
                                        </p:tav>
                                        <p:tav tm="100000">
                                          <p:val>
                                            <p:strVal val="#ppt_y-1"/>
                                          </p:val>
                                        </p:tav>
                                      </p:tavLst>
                                    </p:anim>
                                    <p:set>
                                      <p:cBhvr>
                                        <p:cTn id="22" dur="1" fill="hold">
                                          <p:stCondLst>
                                            <p:cond delay="1000"/>
                                          </p:stCondLst>
                                        </p:cTn>
                                        <p:tgtEl>
                                          <p:spTgt spid="372"/>
                                        </p:tgtEl>
                                        <p:attrNameLst>
                                          <p:attrName>style.visibility</p:attrName>
                                        </p:attrNameLst>
                                      </p:cBhvr>
                                      <p:to>
                                        <p:strVal val="hidden"/>
                                      </p:to>
                                    </p:set>
                                  </p:childTnLst>
                                </p:cTn>
                              </p:par>
                              <p:par>
                                <p:cTn id="23" presetID="2" presetClass="exit" presetSubtype="1" fill="hold" nodeType="withEffect">
                                  <p:stCondLst>
                                    <p:cond delay="0"/>
                                  </p:stCondLst>
                                  <p:childTnLst>
                                    <p:anim calcmode="lin" valueType="num">
                                      <p:cBhvr additive="base">
                                        <p:cTn id="24" dur="1000"/>
                                        <p:tgtEl>
                                          <p:spTgt spid="373"/>
                                        </p:tgtEl>
                                        <p:attrNameLst>
                                          <p:attrName>ppt_y</p:attrName>
                                        </p:attrNameLst>
                                      </p:cBhvr>
                                      <p:tavLst>
                                        <p:tav tm="0">
                                          <p:val>
                                            <p:strVal val="#ppt_y"/>
                                          </p:val>
                                        </p:tav>
                                        <p:tav tm="100000">
                                          <p:val>
                                            <p:strVal val="#ppt_y-1"/>
                                          </p:val>
                                        </p:tav>
                                      </p:tavLst>
                                    </p:anim>
                                    <p:set>
                                      <p:cBhvr>
                                        <p:cTn id="25" dur="1" fill="hold">
                                          <p:stCondLst>
                                            <p:cond delay="1000"/>
                                          </p:stCondLst>
                                        </p:cTn>
                                        <p:tgtEl>
                                          <p:spTgt spid="373"/>
                                        </p:tgtEl>
                                        <p:attrNameLst>
                                          <p:attrName>style.visibility</p:attrName>
                                        </p:attrNameLst>
                                      </p:cBhvr>
                                      <p:to>
                                        <p:strVal val="hidden"/>
                                      </p:to>
                                    </p:set>
                                  </p:childTnLst>
                                </p:cTn>
                              </p:par>
                              <p:par>
                                <p:cTn id="26" presetID="2" presetClass="exit" presetSubtype="1" fill="hold" nodeType="withEffect">
                                  <p:stCondLst>
                                    <p:cond delay="0"/>
                                  </p:stCondLst>
                                  <p:childTnLst>
                                    <p:anim calcmode="lin" valueType="num">
                                      <p:cBhvr additive="base">
                                        <p:cTn id="27" dur="1000"/>
                                        <p:tgtEl>
                                          <p:spTgt spid="374"/>
                                        </p:tgtEl>
                                        <p:attrNameLst>
                                          <p:attrName>ppt_y</p:attrName>
                                        </p:attrNameLst>
                                      </p:cBhvr>
                                      <p:tavLst>
                                        <p:tav tm="0">
                                          <p:val>
                                            <p:strVal val="#ppt_y"/>
                                          </p:val>
                                        </p:tav>
                                        <p:tav tm="100000">
                                          <p:val>
                                            <p:strVal val="#ppt_y-1"/>
                                          </p:val>
                                        </p:tav>
                                      </p:tavLst>
                                    </p:anim>
                                    <p:set>
                                      <p:cBhvr>
                                        <p:cTn id="28" dur="1" fill="hold">
                                          <p:stCondLst>
                                            <p:cond delay="1000"/>
                                          </p:stCondLst>
                                        </p:cTn>
                                        <p:tgtEl>
                                          <p:spTgt spid="374"/>
                                        </p:tgtEl>
                                        <p:attrNameLst>
                                          <p:attrName>style.visibility</p:attrName>
                                        </p:attrNameLst>
                                      </p:cBhvr>
                                      <p:to>
                                        <p:strVal val="hidden"/>
                                      </p:to>
                                    </p:set>
                                  </p:childTnLst>
                                </p:cTn>
                              </p:par>
                              <p:par>
                                <p:cTn id="29" presetID="2" presetClass="exit" presetSubtype="1" fill="hold" nodeType="withEffect">
                                  <p:stCondLst>
                                    <p:cond delay="0"/>
                                  </p:stCondLst>
                                  <p:childTnLst>
                                    <p:anim calcmode="lin" valueType="num">
                                      <p:cBhvr additive="base">
                                        <p:cTn id="30" dur="1000"/>
                                        <p:tgtEl>
                                          <p:spTgt spid="375"/>
                                        </p:tgtEl>
                                        <p:attrNameLst>
                                          <p:attrName>ppt_y</p:attrName>
                                        </p:attrNameLst>
                                      </p:cBhvr>
                                      <p:tavLst>
                                        <p:tav tm="0">
                                          <p:val>
                                            <p:strVal val="#ppt_y"/>
                                          </p:val>
                                        </p:tav>
                                        <p:tav tm="100000">
                                          <p:val>
                                            <p:strVal val="#ppt_y-1"/>
                                          </p:val>
                                        </p:tav>
                                      </p:tavLst>
                                    </p:anim>
                                    <p:set>
                                      <p:cBhvr>
                                        <p:cTn id="31" dur="1" fill="hold">
                                          <p:stCondLst>
                                            <p:cond delay="1000"/>
                                          </p:stCondLst>
                                        </p:cTn>
                                        <p:tgtEl>
                                          <p:spTgt spid="375"/>
                                        </p:tgtEl>
                                        <p:attrNameLst>
                                          <p:attrName>style.visibility</p:attrName>
                                        </p:attrNameLst>
                                      </p:cBhvr>
                                      <p:to>
                                        <p:strVal val="hidden"/>
                                      </p:to>
                                    </p:set>
                                  </p:childTnLst>
                                </p:cTn>
                              </p:par>
                              <p:par>
                                <p:cTn id="32" presetID="2" presetClass="exit" presetSubtype="1" fill="hold" nodeType="withEffect">
                                  <p:stCondLst>
                                    <p:cond delay="0"/>
                                  </p:stCondLst>
                                  <p:childTnLst>
                                    <p:anim calcmode="lin" valueType="num">
                                      <p:cBhvr additive="base">
                                        <p:cTn id="33" dur="1000"/>
                                        <p:tgtEl>
                                          <p:spTgt spid="376"/>
                                        </p:tgtEl>
                                        <p:attrNameLst>
                                          <p:attrName>ppt_y</p:attrName>
                                        </p:attrNameLst>
                                      </p:cBhvr>
                                      <p:tavLst>
                                        <p:tav tm="0">
                                          <p:val>
                                            <p:strVal val="#ppt_y"/>
                                          </p:val>
                                        </p:tav>
                                        <p:tav tm="100000">
                                          <p:val>
                                            <p:strVal val="#ppt_y-1"/>
                                          </p:val>
                                        </p:tav>
                                      </p:tavLst>
                                    </p:anim>
                                    <p:set>
                                      <p:cBhvr>
                                        <p:cTn id="34" dur="1" fill="hold">
                                          <p:stCondLst>
                                            <p:cond delay="1000"/>
                                          </p:stCondLst>
                                        </p:cTn>
                                        <p:tgtEl>
                                          <p:spTgt spid="376"/>
                                        </p:tgtEl>
                                        <p:attrNameLst>
                                          <p:attrName>style.visibility</p:attrName>
                                        </p:attrNameLst>
                                      </p:cBhvr>
                                      <p:to>
                                        <p:strVal val="hidden"/>
                                      </p:to>
                                    </p:set>
                                  </p:childTnLst>
                                </p:cTn>
                              </p:par>
                              <p:par>
                                <p:cTn id="35" presetID="2" presetClass="exit" presetSubtype="1" fill="hold" nodeType="withEffect">
                                  <p:stCondLst>
                                    <p:cond delay="0"/>
                                  </p:stCondLst>
                                  <p:childTnLst>
                                    <p:anim calcmode="lin" valueType="num">
                                      <p:cBhvr additive="base">
                                        <p:cTn id="36" dur="1000"/>
                                        <p:tgtEl>
                                          <p:spTgt spid="377"/>
                                        </p:tgtEl>
                                        <p:attrNameLst>
                                          <p:attrName>ppt_y</p:attrName>
                                        </p:attrNameLst>
                                      </p:cBhvr>
                                      <p:tavLst>
                                        <p:tav tm="0">
                                          <p:val>
                                            <p:strVal val="#ppt_y"/>
                                          </p:val>
                                        </p:tav>
                                        <p:tav tm="100000">
                                          <p:val>
                                            <p:strVal val="#ppt_y-1"/>
                                          </p:val>
                                        </p:tav>
                                      </p:tavLst>
                                    </p:anim>
                                    <p:set>
                                      <p:cBhvr>
                                        <p:cTn id="37" dur="1" fill="hold">
                                          <p:stCondLst>
                                            <p:cond delay="1000"/>
                                          </p:stCondLst>
                                        </p:cTn>
                                        <p:tgtEl>
                                          <p:spTgt spid="377"/>
                                        </p:tgtEl>
                                        <p:attrNameLst>
                                          <p:attrName>style.visibility</p:attrName>
                                        </p:attrNameLst>
                                      </p:cBhvr>
                                      <p:to>
                                        <p:strVal val="hidden"/>
                                      </p:to>
                                    </p:set>
                                  </p:childTnLst>
                                </p:cTn>
                              </p:par>
                              <p:par>
                                <p:cTn id="38" presetID="2" presetClass="exit" presetSubtype="1" fill="hold" nodeType="withEffect">
                                  <p:stCondLst>
                                    <p:cond delay="0"/>
                                  </p:stCondLst>
                                  <p:childTnLst>
                                    <p:anim calcmode="lin" valueType="num">
                                      <p:cBhvr additive="base">
                                        <p:cTn id="39" dur="1000"/>
                                        <p:tgtEl>
                                          <p:spTgt spid="378"/>
                                        </p:tgtEl>
                                        <p:attrNameLst>
                                          <p:attrName>ppt_y</p:attrName>
                                        </p:attrNameLst>
                                      </p:cBhvr>
                                      <p:tavLst>
                                        <p:tav tm="0">
                                          <p:val>
                                            <p:strVal val="#ppt_y"/>
                                          </p:val>
                                        </p:tav>
                                        <p:tav tm="100000">
                                          <p:val>
                                            <p:strVal val="#ppt_y-1"/>
                                          </p:val>
                                        </p:tav>
                                      </p:tavLst>
                                    </p:anim>
                                    <p:set>
                                      <p:cBhvr>
                                        <p:cTn id="40" dur="1" fill="hold">
                                          <p:stCondLst>
                                            <p:cond delay="1000"/>
                                          </p:stCondLst>
                                        </p:cTn>
                                        <p:tgtEl>
                                          <p:spTgt spid="378"/>
                                        </p:tgtEl>
                                        <p:attrNameLst>
                                          <p:attrName>style.visibility</p:attrName>
                                        </p:attrNameLst>
                                      </p:cBhvr>
                                      <p:to>
                                        <p:strVal val="hidden"/>
                                      </p:to>
                                    </p:set>
                                  </p:childTnLst>
                                </p:cTn>
                              </p:par>
                              <p:par>
                                <p:cTn id="41" presetID="2" presetClass="exit" presetSubtype="1" fill="hold" nodeType="withEffect">
                                  <p:stCondLst>
                                    <p:cond delay="0"/>
                                  </p:stCondLst>
                                  <p:childTnLst>
                                    <p:anim calcmode="lin" valueType="num">
                                      <p:cBhvr additive="base">
                                        <p:cTn id="42" dur="1000"/>
                                        <p:tgtEl>
                                          <p:spTgt spid="379"/>
                                        </p:tgtEl>
                                        <p:attrNameLst>
                                          <p:attrName>ppt_y</p:attrName>
                                        </p:attrNameLst>
                                      </p:cBhvr>
                                      <p:tavLst>
                                        <p:tav tm="0">
                                          <p:val>
                                            <p:strVal val="#ppt_y"/>
                                          </p:val>
                                        </p:tav>
                                        <p:tav tm="100000">
                                          <p:val>
                                            <p:strVal val="#ppt_y-1"/>
                                          </p:val>
                                        </p:tav>
                                      </p:tavLst>
                                    </p:anim>
                                    <p:set>
                                      <p:cBhvr>
                                        <p:cTn id="43" dur="1" fill="hold">
                                          <p:stCondLst>
                                            <p:cond delay="1000"/>
                                          </p:stCondLst>
                                        </p:cTn>
                                        <p:tgtEl>
                                          <p:spTgt spid="379"/>
                                        </p:tgtEl>
                                        <p:attrNameLst>
                                          <p:attrName>style.visibility</p:attrName>
                                        </p:attrNameLst>
                                      </p:cBhvr>
                                      <p:to>
                                        <p:strVal val="hidden"/>
                                      </p:to>
                                    </p:set>
                                  </p:childTnLst>
                                </p:cTn>
                              </p:par>
                              <p:par>
                                <p:cTn id="44" presetID="2" presetClass="exit" presetSubtype="1" fill="hold" nodeType="withEffect">
                                  <p:stCondLst>
                                    <p:cond delay="0"/>
                                  </p:stCondLst>
                                  <p:childTnLst>
                                    <p:anim calcmode="lin" valueType="num">
                                      <p:cBhvr additive="base">
                                        <p:cTn id="45" dur="1000"/>
                                        <p:tgtEl>
                                          <p:spTgt spid="380"/>
                                        </p:tgtEl>
                                        <p:attrNameLst>
                                          <p:attrName>ppt_y</p:attrName>
                                        </p:attrNameLst>
                                      </p:cBhvr>
                                      <p:tavLst>
                                        <p:tav tm="0">
                                          <p:val>
                                            <p:strVal val="#ppt_y"/>
                                          </p:val>
                                        </p:tav>
                                        <p:tav tm="100000">
                                          <p:val>
                                            <p:strVal val="#ppt_y-1"/>
                                          </p:val>
                                        </p:tav>
                                      </p:tavLst>
                                    </p:anim>
                                    <p:set>
                                      <p:cBhvr>
                                        <p:cTn id="46" dur="1" fill="hold">
                                          <p:stCondLst>
                                            <p:cond delay="1000"/>
                                          </p:stCondLst>
                                        </p:cTn>
                                        <p:tgtEl>
                                          <p:spTgt spid="38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C0F6A71-F926-F4FB-776A-4EFB8360E401}"/>
              </a:ext>
            </a:extLst>
          </p:cNvPr>
          <p:cNvPicPr>
            <a:picLocks noChangeAspect="1"/>
          </p:cNvPicPr>
          <p:nvPr/>
        </p:nvPicPr>
        <p:blipFill>
          <a:blip r:embed="rId2"/>
          <a:stretch>
            <a:fillRect/>
          </a:stretch>
        </p:blipFill>
        <p:spPr>
          <a:xfrm>
            <a:off x="3838376" y="547313"/>
            <a:ext cx="7686874" cy="5763374"/>
          </a:xfrm>
          <a:prstGeom prst="rect">
            <a:avLst/>
          </a:prstGeom>
        </p:spPr>
      </p:pic>
      <p:pic>
        <p:nvPicPr>
          <p:cNvPr id="10" name="Рисунок 9">
            <a:extLst>
              <a:ext uri="{FF2B5EF4-FFF2-40B4-BE49-F238E27FC236}">
                <a16:creationId xmlns:a16="http://schemas.microsoft.com/office/drawing/2014/main" id="{1A583559-1409-3739-B792-28C232C398BF}"/>
              </a:ext>
            </a:extLst>
          </p:cNvPr>
          <p:cNvPicPr>
            <a:picLocks noChangeAspect="1"/>
          </p:cNvPicPr>
          <p:nvPr/>
        </p:nvPicPr>
        <p:blipFill>
          <a:blip r:embed="rId3"/>
          <a:stretch>
            <a:fillRect/>
          </a:stretch>
        </p:blipFill>
        <p:spPr>
          <a:xfrm>
            <a:off x="532756" y="2861109"/>
            <a:ext cx="2914141" cy="963251"/>
          </a:xfrm>
          <a:prstGeom prst="rect">
            <a:avLst/>
          </a:prstGeom>
        </p:spPr>
      </p:pic>
    </p:spTree>
    <p:extLst>
      <p:ext uri="{BB962C8B-B14F-4D97-AF65-F5344CB8AC3E}">
        <p14:creationId xmlns:p14="http://schemas.microsoft.com/office/powerpoint/2010/main" val="1494323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63"/>
          <p:cNvSpPr/>
          <p:nvPr/>
        </p:nvSpPr>
        <p:spPr>
          <a:xfrm>
            <a:off x="7078800" y="723095"/>
            <a:ext cx="4546800" cy="35640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38" name="Google Shape;638;p63"/>
          <p:cNvSpPr/>
          <p:nvPr/>
        </p:nvSpPr>
        <p:spPr>
          <a:xfrm>
            <a:off x="568800" y="2572387"/>
            <a:ext cx="4546800" cy="35640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cxnSp>
        <p:nvCxnSpPr>
          <p:cNvPr id="639" name="Google Shape;639;p63"/>
          <p:cNvCxnSpPr/>
          <p:nvPr/>
        </p:nvCxnSpPr>
        <p:spPr>
          <a:xfrm>
            <a:off x="6096000" y="-138067"/>
            <a:ext cx="0" cy="7088000"/>
          </a:xfrm>
          <a:prstGeom prst="straightConnector1">
            <a:avLst/>
          </a:prstGeom>
          <a:noFill/>
          <a:ln w="19050" cap="flat" cmpd="sng">
            <a:solidFill>
              <a:schemeClr val="accent1"/>
            </a:solidFill>
            <a:prstDash val="solid"/>
            <a:round/>
            <a:headEnd type="none" w="med" len="med"/>
            <a:tailEnd type="none" w="med" len="med"/>
          </a:ln>
        </p:spPr>
      </p:cxnSp>
      <p:sp>
        <p:nvSpPr>
          <p:cNvPr id="640" name="Google Shape;640;p63"/>
          <p:cNvSpPr txBox="1">
            <a:spLocks noGrp="1"/>
          </p:cNvSpPr>
          <p:nvPr>
            <p:ph type="title"/>
          </p:nvPr>
        </p:nvSpPr>
        <p:spPr>
          <a:xfrm>
            <a:off x="1232078" y="2822883"/>
            <a:ext cx="3117200" cy="1290400"/>
          </a:xfrm>
          <a:prstGeom prst="rect">
            <a:avLst/>
          </a:prstGeom>
        </p:spPr>
        <p:txBody>
          <a:bodyPr spcFirstLastPara="1" wrap="square" lIns="121900" tIns="121900" rIns="121900" bIns="121900" anchor="b" anchorCtr="0">
            <a:noAutofit/>
          </a:bodyPr>
          <a:lstStyle/>
          <a:p>
            <a:r>
              <a:rPr lang="ru-RU" sz="2800" dirty="0">
                <a:solidFill>
                  <a:schemeClr val="accent4"/>
                </a:solidFill>
              </a:rPr>
              <a:t>Проверка и утверждение:</a:t>
            </a:r>
            <a:br>
              <a:rPr lang="ru-RU" sz="2800" dirty="0">
                <a:solidFill>
                  <a:schemeClr val="accent4"/>
                </a:solidFill>
              </a:rPr>
            </a:br>
            <a:endParaRPr lang="ru-RU" sz="2800" dirty="0">
              <a:solidFill>
                <a:schemeClr val="accent4"/>
              </a:solidFill>
            </a:endParaRPr>
          </a:p>
        </p:txBody>
      </p:sp>
      <p:sp>
        <p:nvSpPr>
          <p:cNvPr id="641" name="Google Shape;641;p63"/>
          <p:cNvSpPr txBox="1">
            <a:spLocks noGrp="1"/>
          </p:cNvSpPr>
          <p:nvPr>
            <p:ph type="subTitle" idx="1"/>
          </p:nvPr>
        </p:nvSpPr>
        <p:spPr>
          <a:xfrm>
            <a:off x="1179597" y="3787936"/>
            <a:ext cx="3354000" cy="1688000"/>
          </a:xfrm>
          <a:prstGeom prst="rect">
            <a:avLst/>
          </a:prstGeom>
        </p:spPr>
        <p:txBody>
          <a:bodyPr spcFirstLastPara="1" wrap="square" lIns="121900" tIns="121900" rIns="121900" bIns="121900" anchor="t" anchorCtr="0">
            <a:noAutofit/>
          </a:bodyPr>
          <a:lstStyle/>
          <a:p>
            <a:pPr marL="0" indent="0"/>
            <a:r>
              <a:rPr lang="ru-RU" sz="1400" dirty="0">
                <a:solidFill>
                  <a:schemeClr val="lt1"/>
                </a:solidFill>
              </a:rPr>
              <a:t>HR проверяет график на наличие конфликтов (отпуска, дублирование смен). При ошибках запрашивает исправления → процесс затягивается.</a:t>
            </a:r>
          </a:p>
          <a:p>
            <a:pPr marL="0" indent="0"/>
            <a:endParaRPr lang="ru-RU" sz="1400" dirty="0">
              <a:solidFill>
                <a:schemeClr val="lt1"/>
              </a:solidFill>
            </a:endParaRPr>
          </a:p>
          <a:p>
            <a:pPr marL="0" indent="0"/>
            <a:r>
              <a:rPr lang="ru-RU" sz="1400" dirty="0">
                <a:solidFill>
                  <a:schemeClr val="lt1"/>
                </a:solidFill>
              </a:rPr>
              <a:t>После утверждения график доводится до сотрудников через доску объявлений или мессенджеры (</a:t>
            </a:r>
            <a:r>
              <a:rPr lang="ru-RU" sz="1400" dirty="0" err="1">
                <a:solidFill>
                  <a:schemeClr val="lt1"/>
                </a:solidFill>
              </a:rPr>
              <a:t>Zalo</a:t>
            </a:r>
            <a:r>
              <a:rPr lang="ru-RU" sz="1400" dirty="0">
                <a:solidFill>
                  <a:schemeClr val="lt1"/>
                </a:solidFill>
              </a:rPr>
              <a:t>/</a:t>
            </a:r>
            <a:r>
              <a:rPr lang="ru-RU" sz="1400" dirty="0" err="1">
                <a:solidFill>
                  <a:schemeClr val="lt1"/>
                </a:solidFill>
              </a:rPr>
              <a:t>Viber</a:t>
            </a:r>
            <a:r>
              <a:rPr lang="ru-RU" sz="1400" dirty="0">
                <a:solidFill>
                  <a:schemeClr val="lt1"/>
                </a:solidFill>
              </a:rPr>
              <a:t>).</a:t>
            </a:r>
            <a:endParaRPr sz="1400" dirty="0">
              <a:solidFill>
                <a:schemeClr val="lt1"/>
              </a:solidFill>
            </a:endParaRPr>
          </a:p>
        </p:txBody>
      </p:sp>
      <p:sp>
        <p:nvSpPr>
          <p:cNvPr id="642" name="Google Shape;642;p63"/>
          <p:cNvSpPr txBox="1">
            <a:spLocks noGrp="1"/>
          </p:cNvSpPr>
          <p:nvPr>
            <p:ph type="title" idx="2"/>
          </p:nvPr>
        </p:nvSpPr>
        <p:spPr>
          <a:xfrm>
            <a:off x="7596188" y="656399"/>
            <a:ext cx="3512024" cy="1418719"/>
          </a:xfrm>
          <a:prstGeom prst="rect">
            <a:avLst/>
          </a:prstGeom>
        </p:spPr>
        <p:txBody>
          <a:bodyPr spcFirstLastPara="1" wrap="square" lIns="121900" tIns="121900" rIns="121900" bIns="121900" anchor="b" anchorCtr="0">
            <a:noAutofit/>
          </a:bodyPr>
          <a:lstStyle/>
          <a:p>
            <a:r>
              <a:rPr lang="ru-RU" sz="2800" dirty="0">
                <a:solidFill>
                  <a:schemeClr val="accent4"/>
                </a:solidFill>
              </a:rPr>
              <a:t>Ручной процесс планирования:</a:t>
            </a:r>
            <a:endParaRPr sz="2800" dirty="0">
              <a:solidFill>
                <a:schemeClr val="accent4"/>
              </a:solidFill>
            </a:endParaRPr>
          </a:p>
        </p:txBody>
      </p:sp>
      <p:sp>
        <p:nvSpPr>
          <p:cNvPr id="643" name="Google Shape;643;p63"/>
          <p:cNvSpPr txBox="1">
            <a:spLocks noGrp="1"/>
          </p:cNvSpPr>
          <p:nvPr>
            <p:ph type="subTitle" idx="3"/>
          </p:nvPr>
        </p:nvSpPr>
        <p:spPr>
          <a:xfrm>
            <a:off x="7675200" y="2099936"/>
            <a:ext cx="3354000" cy="1688000"/>
          </a:xfrm>
          <a:prstGeom prst="rect">
            <a:avLst/>
          </a:prstGeom>
        </p:spPr>
        <p:txBody>
          <a:bodyPr spcFirstLastPara="1" wrap="square" lIns="121900" tIns="121900" rIns="121900" bIns="121900" anchor="t" anchorCtr="0">
            <a:noAutofit/>
          </a:bodyPr>
          <a:lstStyle/>
          <a:p>
            <a:pPr marL="0" indent="0"/>
            <a:r>
              <a:rPr lang="ru-RU" sz="1400" dirty="0">
                <a:solidFill>
                  <a:schemeClr val="lt1"/>
                </a:solidFill>
              </a:rPr>
              <a:t>График смен составляется вручную в Excel/Word на основе производственного плана и наличия персонала.</a:t>
            </a:r>
          </a:p>
          <a:p>
            <a:pPr marL="0" indent="0"/>
            <a:endParaRPr lang="ru-RU" sz="1400" dirty="0">
              <a:solidFill>
                <a:schemeClr val="lt1"/>
              </a:solidFill>
            </a:endParaRPr>
          </a:p>
          <a:p>
            <a:pPr marL="0" indent="0"/>
            <a:r>
              <a:rPr lang="ru-RU" sz="1400" dirty="0">
                <a:solidFill>
                  <a:schemeClr val="lt1"/>
                </a:solidFill>
              </a:rPr>
              <a:t>Ответственные (бригадиры/менеджеры) отправляют расписание в HR по электронной почте или в распечатанном виде.</a:t>
            </a:r>
          </a:p>
          <a:p>
            <a:pPr marL="0" indent="0"/>
            <a:endParaRPr lang="ru-RU" sz="1400" dirty="0">
              <a:solidFill>
                <a:schemeClr val="lt1"/>
              </a:solidFill>
            </a:endParaRPr>
          </a:p>
        </p:txBody>
      </p:sp>
      <p:grpSp>
        <p:nvGrpSpPr>
          <p:cNvPr id="644" name="Google Shape;644;p63"/>
          <p:cNvGrpSpPr/>
          <p:nvPr/>
        </p:nvGrpSpPr>
        <p:grpSpPr>
          <a:xfrm rot="10800000" flipH="1">
            <a:off x="5113185" y="2237334"/>
            <a:ext cx="1965617" cy="2388367"/>
            <a:chOff x="3834888" y="1678000"/>
            <a:chExt cx="1474213" cy="1791275"/>
          </a:xfrm>
        </p:grpSpPr>
        <p:grpSp>
          <p:nvGrpSpPr>
            <p:cNvPr id="645" name="Google Shape;645;p63"/>
            <p:cNvGrpSpPr/>
            <p:nvPr/>
          </p:nvGrpSpPr>
          <p:grpSpPr>
            <a:xfrm>
              <a:off x="4374000" y="3073275"/>
              <a:ext cx="935100" cy="396000"/>
              <a:chOff x="4374000" y="2248575"/>
              <a:chExt cx="935100" cy="396000"/>
            </a:xfrm>
          </p:grpSpPr>
          <p:sp>
            <p:nvSpPr>
              <p:cNvPr id="646" name="Google Shape;646;p63"/>
              <p:cNvSpPr/>
              <p:nvPr/>
            </p:nvSpPr>
            <p:spPr>
              <a:xfrm>
                <a:off x="4374000" y="2248575"/>
                <a:ext cx="396000" cy="396000"/>
              </a:xfrm>
              <a:prstGeom prst="ellipse">
                <a:avLst/>
              </a:prstGeom>
              <a:solidFill>
                <a:schemeClr val="accent4"/>
              </a:solidFill>
              <a:ln>
                <a:noFill/>
              </a:ln>
            </p:spPr>
            <p:txBody>
              <a:bodyPr spcFirstLastPara="1" wrap="square" lIns="121900" tIns="121900" rIns="121900" bIns="121900" anchor="ctr" anchorCtr="0">
                <a:noAutofit/>
              </a:bodyPr>
              <a:lstStyle/>
              <a:p>
                <a:pPr algn="r" defTabSz="1219170">
                  <a:buClr>
                    <a:srgbClr val="000000"/>
                  </a:buClr>
                </a:pPr>
                <a:endParaRPr sz="533" kern="0">
                  <a:solidFill>
                    <a:srgbClr val="000000"/>
                  </a:solidFill>
                  <a:latin typeface="Arial"/>
                  <a:cs typeface="Arial"/>
                  <a:sym typeface="Arial"/>
                </a:endParaRPr>
              </a:p>
            </p:txBody>
          </p:sp>
          <p:cxnSp>
            <p:nvCxnSpPr>
              <p:cNvPr id="647" name="Google Shape;647;p63"/>
              <p:cNvCxnSpPr>
                <a:stCxn id="646" idx="6"/>
              </p:cNvCxnSpPr>
              <p:nvPr/>
            </p:nvCxnSpPr>
            <p:spPr>
              <a:xfrm>
                <a:off x="4770000" y="2446575"/>
                <a:ext cx="539100" cy="0"/>
              </a:xfrm>
              <a:prstGeom prst="straightConnector1">
                <a:avLst/>
              </a:prstGeom>
              <a:noFill/>
              <a:ln w="19050" cap="flat" cmpd="sng">
                <a:solidFill>
                  <a:schemeClr val="accent1"/>
                </a:solidFill>
                <a:prstDash val="solid"/>
                <a:round/>
                <a:headEnd type="none" w="med" len="med"/>
                <a:tailEnd type="none" w="med" len="med"/>
              </a:ln>
            </p:spPr>
          </p:cxnSp>
        </p:grpSp>
        <p:grpSp>
          <p:nvGrpSpPr>
            <p:cNvPr id="648" name="Google Shape;648;p63"/>
            <p:cNvGrpSpPr/>
            <p:nvPr/>
          </p:nvGrpSpPr>
          <p:grpSpPr>
            <a:xfrm>
              <a:off x="3834888" y="1678000"/>
              <a:ext cx="935113" cy="396000"/>
              <a:chOff x="3834888" y="1678000"/>
              <a:chExt cx="935113" cy="396000"/>
            </a:xfrm>
          </p:grpSpPr>
          <p:sp>
            <p:nvSpPr>
              <p:cNvPr id="649" name="Google Shape;649;p63"/>
              <p:cNvSpPr/>
              <p:nvPr/>
            </p:nvSpPr>
            <p:spPr>
              <a:xfrm>
                <a:off x="4374000" y="1678000"/>
                <a:ext cx="396000" cy="396000"/>
              </a:xfrm>
              <a:prstGeom prst="ellipse">
                <a:avLst/>
              </a:prstGeom>
              <a:solidFill>
                <a:schemeClr val="accent4"/>
              </a:solidFill>
              <a:ln>
                <a:noFill/>
              </a:ln>
            </p:spPr>
            <p:txBody>
              <a:bodyPr spcFirstLastPara="1" wrap="square" lIns="121900" tIns="121900" rIns="121900" bIns="121900" anchor="ctr" anchorCtr="0">
                <a:noAutofit/>
              </a:bodyPr>
              <a:lstStyle/>
              <a:p>
                <a:pPr algn="r" defTabSz="1219170">
                  <a:buClr>
                    <a:srgbClr val="000000"/>
                  </a:buClr>
                </a:pPr>
                <a:endParaRPr sz="533" kern="0">
                  <a:solidFill>
                    <a:srgbClr val="000000"/>
                  </a:solidFill>
                  <a:latin typeface="Arial"/>
                  <a:cs typeface="Arial"/>
                  <a:sym typeface="Arial"/>
                </a:endParaRPr>
              </a:p>
            </p:txBody>
          </p:sp>
          <p:cxnSp>
            <p:nvCxnSpPr>
              <p:cNvPr id="650" name="Google Shape;650;p63"/>
              <p:cNvCxnSpPr/>
              <p:nvPr/>
            </p:nvCxnSpPr>
            <p:spPr>
              <a:xfrm>
                <a:off x="3834888" y="1876000"/>
                <a:ext cx="539100" cy="0"/>
              </a:xfrm>
              <a:prstGeom prst="straightConnector1">
                <a:avLst/>
              </a:prstGeom>
              <a:noFill/>
              <a:ln w="19050" cap="flat" cmpd="sng">
                <a:solidFill>
                  <a:schemeClr val="accent1"/>
                </a:solidFill>
                <a:prstDash val="solid"/>
                <a:round/>
                <a:headEnd type="none" w="med" len="med"/>
                <a:tailEnd type="none" w="med" len="med"/>
              </a:ln>
            </p:spPr>
          </p:cxnSp>
        </p:grpSp>
      </p:grpSp>
      <p:grpSp>
        <p:nvGrpSpPr>
          <p:cNvPr id="651" name="Google Shape;651;p63"/>
          <p:cNvGrpSpPr/>
          <p:nvPr/>
        </p:nvGrpSpPr>
        <p:grpSpPr>
          <a:xfrm>
            <a:off x="5820800" y="6030433"/>
            <a:ext cx="550400" cy="550400"/>
            <a:chOff x="4365600" y="4522825"/>
            <a:chExt cx="412800" cy="412800"/>
          </a:xfrm>
        </p:grpSpPr>
        <p:sp>
          <p:nvSpPr>
            <p:cNvPr id="652" name="Google Shape;652;p63"/>
            <p:cNvSpPr/>
            <p:nvPr/>
          </p:nvSpPr>
          <p:spPr>
            <a:xfrm>
              <a:off x="4365600" y="4522825"/>
              <a:ext cx="412800" cy="412800"/>
            </a:xfrm>
            <a:prstGeom prst="ellipse">
              <a:avLst/>
            </a:prstGeom>
            <a:solidFill>
              <a:schemeClr val="dk1"/>
            </a:solid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53" name="Google Shape;653;p63"/>
            <p:cNvSpPr/>
            <p:nvPr/>
          </p:nvSpPr>
          <p:spPr>
            <a:xfrm rot="5400000">
              <a:off x="4503000" y="4639391"/>
              <a:ext cx="138000" cy="234900"/>
            </a:xfrm>
            <a:prstGeom prst="chevron">
              <a:avLst>
                <a:gd name="adj" fmla="val 91213"/>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654" name="Google Shape;654;p63">
            <a:hlinkClick r:id="" action="ppaction://hlinkshowjump?jump=firstslide"/>
          </p:cNvPr>
          <p:cNvSpPr/>
          <p:nvPr/>
        </p:nvSpPr>
        <p:spPr>
          <a:xfrm>
            <a:off x="747575" y="131512"/>
            <a:ext cx="4189250" cy="1049775"/>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algn="ctr" defTabSz="1219170">
              <a:buClr>
                <a:srgbClr val="000000"/>
              </a:buClr>
            </a:pPr>
            <a:r>
              <a:rPr lang="ru-RU" sz="1600" b="1" kern="0" dirty="0">
                <a:solidFill>
                  <a:srgbClr val="FFFFFF"/>
                </a:solidFill>
                <a:uFill>
                  <a:noFill/>
                </a:uFill>
                <a:latin typeface="Oswald"/>
                <a:ea typeface="Oswald"/>
                <a:cs typeface="Oswald"/>
                <a:sym typeface="Oswald"/>
              </a:rPr>
              <a:t>Описание текущего процесса распределения рабочих смен в </a:t>
            </a:r>
            <a:r>
              <a:rPr lang="ru-RU" sz="1600" b="1" kern="0" dirty="0" err="1">
                <a:solidFill>
                  <a:srgbClr val="FFFFFF"/>
                </a:solidFill>
                <a:uFill>
                  <a:noFill/>
                </a:uFill>
                <a:latin typeface="Oswald"/>
                <a:ea typeface="Oswald"/>
                <a:cs typeface="Oswald"/>
                <a:sym typeface="Oswald"/>
              </a:rPr>
              <a:t>Vinamilk</a:t>
            </a:r>
            <a:r>
              <a:rPr lang="ru-RU" sz="1600" b="1" kern="0" dirty="0">
                <a:solidFill>
                  <a:srgbClr val="FFFFFF"/>
                </a:solidFill>
                <a:uFill>
                  <a:noFill/>
                </a:uFill>
                <a:latin typeface="Oswald"/>
                <a:ea typeface="Oswald"/>
                <a:cs typeface="Oswald"/>
                <a:sym typeface="Oswald"/>
              </a:rPr>
              <a:t> (AS-IS)</a:t>
            </a:r>
            <a:endParaRPr lang="en-US" sz="1867" kern="0" dirty="0">
              <a:solidFill>
                <a:srgbClr val="FFFFFF"/>
              </a:solidFill>
              <a:latin typeface="Arial"/>
              <a:cs typeface="Arial"/>
              <a:sym typeface="Arial"/>
            </a:endParaRPr>
          </a:p>
        </p:txBody>
      </p:sp>
      <p:cxnSp>
        <p:nvCxnSpPr>
          <p:cNvPr id="5" name="Прямая соединительная линия 4">
            <a:extLst>
              <a:ext uri="{FF2B5EF4-FFF2-40B4-BE49-F238E27FC236}">
                <a16:creationId xmlns:a16="http://schemas.microsoft.com/office/drawing/2014/main" id="{13583EF1-BC45-29D5-1EAF-0135353ABE83}"/>
              </a:ext>
            </a:extLst>
          </p:cNvPr>
          <p:cNvCxnSpPr>
            <a:stCxn id="652" idx="6"/>
          </p:cNvCxnSpPr>
          <p:nvPr/>
        </p:nvCxnSpPr>
        <p:spPr>
          <a:xfrm>
            <a:off x="6371200" y="6305633"/>
            <a:ext cx="616196" cy="0"/>
          </a:xfrm>
          <a:prstGeom prst="line">
            <a:avLst/>
          </a:prstGeom>
        </p:spPr>
        <p:style>
          <a:lnRef idx="1">
            <a:schemeClr val="accent1"/>
          </a:lnRef>
          <a:fillRef idx="0">
            <a:schemeClr val="accent1"/>
          </a:fillRef>
          <a:effectRef idx="0">
            <a:schemeClr val="accent1"/>
          </a:effectRef>
          <a:fontRef idx="minor">
            <a:schemeClr val="tx1"/>
          </a:fontRef>
        </p:style>
      </p:cxnSp>
      <p:pic>
        <p:nvPicPr>
          <p:cNvPr id="6" name="Рисунок 5">
            <a:extLst>
              <a:ext uri="{FF2B5EF4-FFF2-40B4-BE49-F238E27FC236}">
                <a16:creationId xmlns:a16="http://schemas.microsoft.com/office/drawing/2014/main" id="{C4648AE6-CF80-3F4D-A083-731E7F6ADF4B}"/>
              </a:ext>
            </a:extLst>
          </p:cNvPr>
          <p:cNvPicPr>
            <a:picLocks noChangeAspect="1"/>
          </p:cNvPicPr>
          <p:nvPr/>
        </p:nvPicPr>
        <p:blipFill>
          <a:blip r:embed="rId3"/>
          <a:stretch>
            <a:fillRect/>
          </a:stretch>
        </p:blipFill>
        <p:spPr>
          <a:xfrm>
            <a:off x="6987396" y="5643672"/>
            <a:ext cx="5072332" cy="1214328"/>
          </a:xfrm>
          <a:prstGeom prst="rect">
            <a:avLst/>
          </a:prstGeom>
        </p:spPr>
      </p:pic>
      <p:sp>
        <p:nvSpPr>
          <p:cNvPr id="7" name="Google Shape;640;p63">
            <a:extLst>
              <a:ext uri="{FF2B5EF4-FFF2-40B4-BE49-F238E27FC236}">
                <a16:creationId xmlns:a16="http://schemas.microsoft.com/office/drawing/2014/main" id="{2CBA6F8F-4EF9-7842-4789-96E47D7EADFB}"/>
              </a:ext>
            </a:extLst>
          </p:cNvPr>
          <p:cNvSpPr txBox="1">
            <a:spLocks/>
          </p:cNvSpPr>
          <p:nvPr/>
        </p:nvSpPr>
        <p:spPr>
          <a:xfrm>
            <a:off x="7991012" y="5935633"/>
            <a:ext cx="3117200" cy="1290400"/>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Oswald"/>
              <a:buNone/>
              <a:defRPr sz="4000" b="1"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3000"/>
              <a:buFont typeface="Arial"/>
              <a:buNone/>
              <a:defRPr sz="40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000"/>
              <a:buFont typeface="Arial"/>
              <a:buNone/>
              <a:defRPr sz="40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000"/>
              <a:buFont typeface="Arial"/>
              <a:buNone/>
              <a:defRPr sz="40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000"/>
              <a:buFont typeface="Arial"/>
              <a:buNone/>
              <a:defRPr sz="40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000"/>
              <a:buFont typeface="Arial"/>
              <a:buNone/>
              <a:defRPr sz="40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000"/>
              <a:buFont typeface="Arial"/>
              <a:buNone/>
              <a:defRPr sz="40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000"/>
              <a:buFont typeface="Arial"/>
              <a:buNone/>
              <a:defRPr sz="40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000"/>
              <a:buFont typeface="Arial"/>
              <a:buNone/>
              <a:defRPr sz="4000" b="0" i="0" u="none" strike="noStrike" cap="none">
                <a:solidFill>
                  <a:schemeClr val="dk1"/>
                </a:solidFill>
                <a:latin typeface="Arial"/>
                <a:ea typeface="Arial"/>
                <a:cs typeface="Arial"/>
                <a:sym typeface="Arial"/>
              </a:defRPr>
            </a:lvl9pPr>
          </a:lstStyle>
          <a:p>
            <a:r>
              <a:rPr lang="ru-RU" sz="2800" kern="0" dirty="0">
                <a:solidFill>
                  <a:schemeClr val="accent4"/>
                </a:solidFill>
              </a:rPr>
              <a:t>Обратная связь от сотрудников</a:t>
            </a:r>
            <a:br>
              <a:rPr lang="ru-RU" sz="2800" kern="0" dirty="0">
                <a:solidFill>
                  <a:schemeClr val="accent4"/>
                </a:solidFill>
              </a:rPr>
            </a:br>
            <a:endParaRPr lang="ru-RU" sz="2800" kern="0" dirty="0">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640"/>
                                        </p:tgtEl>
                                        <p:attrNameLst>
                                          <p:attrName>style.visibility</p:attrName>
                                        </p:attrNameLst>
                                      </p:cBhvr>
                                      <p:to>
                                        <p:strVal val="visible"/>
                                      </p:to>
                                    </p:set>
                                    <p:anim calcmode="lin" valueType="num">
                                      <p:cBhvr additive="base">
                                        <p:cTn id="7" dur="1000"/>
                                        <p:tgtEl>
                                          <p:spTgt spid="640"/>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641"/>
                                        </p:tgtEl>
                                        <p:attrNameLst>
                                          <p:attrName>style.visibility</p:attrName>
                                        </p:attrNameLst>
                                      </p:cBhvr>
                                      <p:to>
                                        <p:strVal val="visible"/>
                                      </p:to>
                                    </p:set>
                                    <p:anim calcmode="lin" valueType="num">
                                      <p:cBhvr additive="base">
                                        <p:cTn id="10" dur="1000"/>
                                        <p:tgtEl>
                                          <p:spTgt spid="641"/>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642"/>
                                        </p:tgtEl>
                                        <p:attrNameLst>
                                          <p:attrName>style.visibility</p:attrName>
                                        </p:attrNameLst>
                                      </p:cBhvr>
                                      <p:to>
                                        <p:strVal val="visible"/>
                                      </p:to>
                                    </p:set>
                                    <p:anim calcmode="lin" valueType="num">
                                      <p:cBhvr additive="base">
                                        <p:cTn id="13" dur="1000"/>
                                        <p:tgtEl>
                                          <p:spTgt spid="642"/>
                                        </p:tgtEl>
                                        <p:attrNameLst>
                                          <p:attrName>ppt_y</p:attrName>
                                        </p:attrNameLst>
                                      </p:cBhvr>
                                      <p:tavLst>
                                        <p:tav tm="0">
                                          <p:val>
                                            <p:strVal val="#ppt_y+1"/>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643"/>
                                        </p:tgtEl>
                                        <p:attrNameLst>
                                          <p:attrName>style.visibility</p:attrName>
                                        </p:attrNameLst>
                                      </p:cBhvr>
                                      <p:to>
                                        <p:strVal val="visible"/>
                                      </p:to>
                                    </p:set>
                                    <p:anim calcmode="lin" valueType="num">
                                      <p:cBhvr additive="base">
                                        <p:cTn id="16" dur="1000"/>
                                        <p:tgtEl>
                                          <p:spTgt spid="643"/>
                                        </p:tgtEl>
                                        <p:attrNameLst>
                                          <p:attrName>ppt_y</p:attrName>
                                        </p:attrNameLst>
                                      </p:cBhvr>
                                      <p:tavLst>
                                        <p:tav tm="0">
                                          <p:val>
                                            <p:strVal val="#ppt_y+1"/>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44"/>
                                        </p:tgtEl>
                                        <p:attrNameLst>
                                          <p:attrName>style.visibility</p:attrName>
                                        </p:attrNameLst>
                                      </p:cBhvr>
                                      <p:to>
                                        <p:strVal val="visible"/>
                                      </p:to>
                                    </p:set>
                                    <p:anim calcmode="lin" valueType="num">
                                      <p:cBhvr additive="base">
                                        <p:cTn id="19" dur="1000"/>
                                        <p:tgtEl>
                                          <p:spTgt spid="64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xit" presetSubtype="1" fill="hold" nodeType="clickEffect">
                                  <p:stCondLst>
                                    <p:cond delay="0"/>
                                  </p:stCondLst>
                                  <p:childTnLst>
                                    <p:anim calcmode="lin" valueType="num">
                                      <p:cBhvr additive="base">
                                        <p:cTn id="23" dur="1000"/>
                                        <p:tgtEl>
                                          <p:spTgt spid="640"/>
                                        </p:tgtEl>
                                        <p:attrNameLst>
                                          <p:attrName>ppt_y</p:attrName>
                                        </p:attrNameLst>
                                      </p:cBhvr>
                                      <p:tavLst>
                                        <p:tav tm="0">
                                          <p:val>
                                            <p:strVal val="#ppt_y"/>
                                          </p:val>
                                        </p:tav>
                                        <p:tav tm="100000">
                                          <p:val>
                                            <p:strVal val="#ppt_y-1"/>
                                          </p:val>
                                        </p:tav>
                                      </p:tavLst>
                                    </p:anim>
                                    <p:set>
                                      <p:cBhvr>
                                        <p:cTn id="24" dur="1" fill="hold">
                                          <p:stCondLst>
                                            <p:cond delay="1000"/>
                                          </p:stCondLst>
                                        </p:cTn>
                                        <p:tgtEl>
                                          <p:spTgt spid="640"/>
                                        </p:tgtEl>
                                        <p:attrNameLst>
                                          <p:attrName>style.visibility</p:attrName>
                                        </p:attrNameLst>
                                      </p:cBhvr>
                                      <p:to>
                                        <p:strVal val="hidden"/>
                                      </p:to>
                                    </p:set>
                                  </p:childTnLst>
                                </p:cTn>
                              </p:par>
                              <p:par>
                                <p:cTn id="25" presetID="2" presetClass="exit" presetSubtype="1" fill="hold" nodeType="withEffect">
                                  <p:stCondLst>
                                    <p:cond delay="0"/>
                                  </p:stCondLst>
                                  <p:childTnLst>
                                    <p:anim calcmode="lin" valueType="num">
                                      <p:cBhvr additive="base">
                                        <p:cTn id="26" dur="1000"/>
                                        <p:tgtEl>
                                          <p:spTgt spid="641"/>
                                        </p:tgtEl>
                                        <p:attrNameLst>
                                          <p:attrName>ppt_y</p:attrName>
                                        </p:attrNameLst>
                                      </p:cBhvr>
                                      <p:tavLst>
                                        <p:tav tm="0">
                                          <p:val>
                                            <p:strVal val="#ppt_y"/>
                                          </p:val>
                                        </p:tav>
                                        <p:tav tm="100000">
                                          <p:val>
                                            <p:strVal val="#ppt_y-1"/>
                                          </p:val>
                                        </p:tav>
                                      </p:tavLst>
                                    </p:anim>
                                    <p:set>
                                      <p:cBhvr>
                                        <p:cTn id="27" dur="1" fill="hold">
                                          <p:stCondLst>
                                            <p:cond delay="1000"/>
                                          </p:stCondLst>
                                        </p:cTn>
                                        <p:tgtEl>
                                          <p:spTgt spid="641"/>
                                        </p:tgtEl>
                                        <p:attrNameLst>
                                          <p:attrName>style.visibility</p:attrName>
                                        </p:attrNameLst>
                                      </p:cBhvr>
                                      <p:to>
                                        <p:strVal val="hidden"/>
                                      </p:to>
                                    </p:set>
                                  </p:childTnLst>
                                </p:cTn>
                              </p:par>
                              <p:par>
                                <p:cTn id="28" presetID="2" presetClass="exit" presetSubtype="1" fill="hold" nodeType="withEffect">
                                  <p:stCondLst>
                                    <p:cond delay="0"/>
                                  </p:stCondLst>
                                  <p:childTnLst>
                                    <p:anim calcmode="lin" valueType="num">
                                      <p:cBhvr additive="base">
                                        <p:cTn id="29" dur="1000"/>
                                        <p:tgtEl>
                                          <p:spTgt spid="642"/>
                                        </p:tgtEl>
                                        <p:attrNameLst>
                                          <p:attrName>ppt_y</p:attrName>
                                        </p:attrNameLst>
                                      </p:cBhvr>
                                      <p:tavLst>
                                        <p:tav tm="0">
                                          <p:val>
                                            <p:strVal val="#ppt_y"/>
                                          </p:val>
                                        </p:tav>
                                        <p:tav tm="100000">
                                          <p:val>
                                            <p:strVal val="#ppt_y-1"/>
                                          </p:val>
                                        </p:tav>
                                      </p:tavLst>
                                    </p:anim>
                                    <p:set>
                                      <p:cBhvr>
                                        <p:cTn id="30" dur="1" fill="hold">
                                          <p:stCondLst>
                                            <p:cond delay="1000"/>
                                          </p:stCondLst>
                                        </p:cTn>
                                        <p:tgtEl>
                                          <p:spTgt spid="642"/>
                                        </p:tgtEl>
                                        <p:attrNameLst>
                                          <p:attrName>style.visibility</p:attrName>
                                        </p:attrNameLst>
                                      </p:cBhvr>
                                      <p:to>
                                        <p:strVal val="hidden"/>
                                      </p:to>
                                    </p:set>
                                  </p:childTnLst>
                                </p:cTn>
                              </p:par>
                              <p:par>
                                <p:cTn id="31" presetID="2" presetClass="exit" presetSubtype="1" fill="hold" nodeType="withEffect">
                                  <p:stCondLst>
                                    <p:cond delay="0"/>
                                  </p:stCondLst>
                                  <p:childTnLst>
                                    <p:anim calcmode="lin" valueType="num">
                                      <p:cBhvr additive="base">
                                        <p:cTn id="32" dur="1000"/>
                                        <p:tgtEl>
                                          <p:spTgt spid="643"/>
                                        </p:tgtEl>
                                        <p:attrNameLst>
                                          <p:attrName>ppt_y</p:attrName>
                                        </p:attrNameLst>
                                      </p:cBhvr>
                                      <p:tavLst>
                                        <p:tav tm="0">
                                          <p:val>
                                            <p:strVal val="#ppt_y"/>
                                          </p:val>
                                        </p:tav>
                                        <p:tav tm="100000">
                                          <p:val>
                                            <p:strVal val="#ppt_y-1"/>
                                          </p:val>
                                        </p:tav>
                                      </p:tavLst>
                                    </p:anim>
                                    <p:set>
                                      <p:cBhvr>
                                        <p:cTn id="33" dur="1" fill="hold">
                                          <p:stCondLst>
                                            <p:cond delay="1000"/>
                                          </p:stCondLst>
                                        </p:cTn>
                                        <p:tgtEl>
                                          <p:spTgt spid="643"/>
                                        </p:tgtEl>
                                        <p:attrNameLst>
                                          <p:attrName>style.visibility</p:attrName>
                                        </p:attrNameLst>
                                      </p:cBhvr>
                                      <p:to>
                                        <p:strVal val="hidden"/>
                                      </p:to>
                                    </p:set>
                                  </p:childTnLst>
                                </p:cTn>
                              </p:par>
                              <p:par>
                                <p:cTn id="34" presetID="2" presetClass="exit" presetSubtype="1" fill="hold" nodeType="withEffect">
                                  <p:stCondLst>
                                    <p:cond delay="0"/>
                                  </p:stCondLst>
                                  <p:childTnLst>
                                    <p:anim calcmode="lin" valueType="num">
                                      <p:cBhvr additive="base">
                                        <p:cTn id="35" dur="1000"/>
                                        <p:tgtEl>
                                          <p:spTgt spid="644"/>
                                        </p:tgtEl>
                                        <p:attrNameLst>
                                          <p:attrName>ppt_y</p:attrName>
                                        </p:attrNameLst>
                                      </p:cBhvr>
                                      <p:tavLst>
                                        <p:tav tm="0">
                                          <p:val>
                                            <p:strVal val="#ppt_y"/>
                                          </p:val>
                                        </p:tav>
                                        <p:tav tm="100000">
                                          <p:val>
                                            <p:strVal val="#ppt_y-1"/>
                                          </p:val>
                                        </p:tav>
                                      </p:tavLst>
                                    </p:anim>
                                    <p:set>
                                      <p:cBhvr>
                                        <p:cTn id="36" dur="1" fill="hold">
                                          <p:stCondLst>
                                            <p:cond delay="1000"/>
                                          </p:stCondLst>
                                        </p:cTn>
                                        <p:tgtEl>
                                          <p:spTgt spid="644"/>
                                        </p:tgtEl>
                                        <p:attrNameLst>
                                          <p:attrName>style.visibility</p:attrName>
                                        </p:attrNameLst>
                                      </p:cBhvr>
                                      <p:to>
                                        <p:strVal val="hidden"/>
                                      </p:to>
                                    </p:set>
                                  </p:childTnLst>
                                </p:cTn>
                              </p:par>
                              <p:par>
                                <p:cTn id="37" presetID="2" presetClass="exit" presetSubtype="1" fill="hold" nodeType="withEffect">
                                  <p:stCondLst>
                                    <p:cond delay="0"/>
                                  </p:stCondLst>
                                  <p:childTnLst>
                                    <p:anim calcmode="lin" valueType="num">
                                      <p:cBhvr additive="base">
                                        <p:cTn id="38" dur="1000"/>
                                        <p:tgtEl>
                                          <p:spTgt spid="651"/>
                                        </p:tgtEl>
                                        <p:attrNameLst>
                                          <p:attrName>ppt_y</p:attrName>
                                        </p:attrNameLst>
                                      </p:cBhvr>
                                      <p:tavLst>
                                        <p:tav tm="0">
                                          <p:val>
                                            <p:strVal val="#ppt_y"/>
                                          </p:val>
                                        </p:tav>
                                        <p:tav tm="100000">
                                          <p:val>
                                            <p:strVal val="#ppt_y-1"/>
                                          </p:val>
                                        </p:tav>
                                      </p:tavLst>
                                    </p:anim>
                                    <p:set>
                                      <p:cBhvr>
                                        <p:cTn id="39" dur="1" fill="hold">
                                          <p:stCondLst>
                                            <p:cond delay="1000"/>
                                          </p:stCondLst>
                                        </p:cTn>
                                        <p:tgtEl>
                                          <p:spTgt spid="651"/>
                                        </p:tgtEl>
                                        <p:attrNameLst>
                                          <p:attrName>style.visibility</p:attrName>
                                        </p:attrNameLst>
                                      </p:cBhvr>
                                      <p:to>
                                        <p:strVal val="hidden"/>
                                      </p:to>
                                    </p:set>
                                  </p:childTnLst>
                                </p:cTn>
                              </p:par>
                            </p:childTnLst>
                          </p:cTn>
                        </p:par>
                        <p:par>
                          <p:cTn id="40" fill="hold">
                            <p:stCondLst>
                              <p:cond delay="1001"/>
                            </p:stCondLst>
                            <p:childTnLst>
                              <p:par>
                                <p:cTn id="41" presetID="2" presetClass="entr" presetSubtype="4" fill="hold" nodeType="after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1000"/>
                                        <p:tgtEl>
                                          <p:spTgt spid="7"/>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xit" presetSubtype="1" fill="hold" nodeType="clickEffect">
                                  <p:stCondLst>
                                    <p:cond delay="0"/>
                                  </p:stCondLst>
                                  <p:childTnLst>
                                    <p:anim calcmode="lin" valueType="num">
                                      <p:cBhvr additive="base">
                                        <p:cTn id="47" dur="1000"/>
                                        <p:tgtEl>
                                          <p:spTgt spid="7"/>
                                        </p:tgtEl>
                                        <p:attrNameLst>
                                          <p:attrName>ppt_y</p:attrName>
                                        </p:attrNameLst>
                                      </p:cBhvr>
                                      <p:tavLst>
                                        <p:tav tm="0">
                                          <p:val>
                                            <p:strVal val="#ppt_y"/>
                                          </p:val>
                                        </p:tav>
                                        <p:tav tm="100000">
                                          <p:val>
                                            <p:strVal val="#ppt_y-1"/>
                                          </p:val>
                                        </p:tav>
                                      </p:tavLst>
                                    </p:anim>
                                    <p:set>
                                      <p:cBhvr>
                                        <p:cTn id="48" dur="1" fill="hold">
                                          <p:stCondLst>
                                            <p:cond delay="100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79"/>
        <p:cNvGrpSpPr/>
        <p:nvPr/>
      </p:nvGrpSpPr>
      <p:grpSpPr>
        <a:xfrm>
          <a:off x="0" y="0"/>
          <a:ext cx="0" cy="0"/>
          <a:chOff x="0" y="0"/>
          <a:chExt cx="0" cy="0"/>
        </a:xfrm>
      </p:grpSpPr>
      <p:sp>
        <p:nvSpPr>
          <p:cNvPr id="1880" name="Google Shape;1880;p43"/>
          <p:cNvSpPr/>
          <p:nvPr/>
        </p:nvSpPr>
        <p:spPr>
          <a:xfrm>
            <a:off x="10060839" y="3162300"/>
            <a:ext cx="180000" cy="180000"/>
          </a:xfrm>
          <a:prstGeom prst="ellipse">
            <a:avLst/>
          </a:prstGeom>
          <a:no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81" name="Google Shape;1881;p43"/>
          <p:cNvSpPr/>
          <p:nvPr/>
        </p:nvSpPr>
        <p:spPr>
          <a:xfrm>
            <a:off x="9641739" y="3873500"/>
            <a:ext cx="180000" cy="180000"/>
          </a:xfrm>
          <a:prstGeom prst="ellipse">
            <a:avLst/>
          </a:prstGeom>
          <a:no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82" name="Google Shape;1882;p43"/>
          <p:cNvSpPr/>
          <p:nvPr/>
        </p:nvSpPr>
        <p:spPr>
          <a:xfrm>
            <a:off x="10060839" y="4594225"/>
            <a:ext cx="180000" cy="180000"/>
          </a:xfrm>
          <a:prstGeom prst="ellipse">
            <a:avLst/>
          </a:prstGeom>
          <a:no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cxnSp>
        <p:nvCxnSpPr>
          <p:cNvPr id="1883" name="Google Shape;1883;p43"/>
          <p:cNvCxnSpPr>
            <a:stCxn id="1880" idx="0"/>
            <a:endCxn id="1884" idx="6"/>
          </p:cNvCxnSpPr>
          <p:nvPr/>
        </p:nvCxnSpPr>
        <p:spPr>
          <a:xfrm rot="10800000">
            <a:off x="9781239" y="2467900"/>
            <a:ext cx="369600" cy="694400"/>
          </a:xfrm>
          <a:prstGeom prst="straightConnector1">
            <a:avLst/>
          </a:prstGeom>
          <a:noFill/>
          <a:ln w="19050" cap="flat" cmpd="sng">
            <a:solidFill>
              <a:schemeClr val="dk1"/>
            </a:solidFill>
            <a:prstDash val="solid"/>
            <a:round/>
            <a:headEnd type="none" w="med" len="med"/>
            <a:tailEnd type="none" w="med" len="med"/>
          </a:ln>
        </p:spPr>
      </p:cxnSp>
      <p:cxnSp>
        <p:nvCxnSpPr>
          <p:cNvPr id="1885" name="Google Shape;1885;p43"/>
          <p:cNvCxnSpPr>
            <a:stCxn id="1881" idx="2"/>
            <a:endCxn id="1886" idx="6"/>
          </p:cNvCxnSpPr>
          <p:nvPr/>
        </p:nvCxnSpPr>
        <p:spPr>
          <a:xfrm flipH="1">
            <a:off x="9222539" y="3963500"/>
            <a:ext cx="419200" cy="2000"/>
          </a:xfrm>
          <a:prstGeom prst="straightConnector1">
            <a:avLst/>
          </a:prstGeom>
          <a:noFill/>
          <a:ln w="19050" cap="flat" cmpd="sng">
            <a:solidFill>
              <a:schemeClr val="dk1"/>
            </a:solidFill>
            <a:prstDash val="solid"/>
            <a:round/>
            <a:headEnd type="none" w="med" len="med"/>
            <a:tailEnd type="none" w="med" len="med"/>
          </a:ln>
        </p:spPr>
      </p:cxnSp>
      <p:cxnSp>
        <p:nvCxnSpPr>
          <p:cNvPr id="1887" name="Google Shape;1887;p43"/>
          <p:cNvCxnSpPr>
            <a:stCxn id="1882" idx="3"/>
            <a:endCxn id="1888" idx="6"/>
          </p:cNvCxnSpPr>
          <p:nvPr/>
        </p:nvCxnSpPr>
        <p:spPr>
          <a:xfrm flipH="1">
            <a:off x="9777599" y="4747864"/>
            <a:ext cx="309600" cy="705200"/>
          </a:xfrm>
          <a:prstGeom prst="straightConnector1">
            <a:avLst/>
          </a:prstGeom>
          <a:noFill/>
          <a:ln w="19050" cap="flat" cmpd="sng">
            <a:solidFill>
              <a:schemeClr val="dk1"/>
            </a:solidFill>
            <a:prstDash val="solid"/>
            <a:round/>
            <a:headEnd type="none" w="med" len="med"/>
            <a:tailEnd type="none" w="med" len="med"/>
          </a:ln>
        </p:spPr>
      </p:cxnSp>
      <p:sp>
        <p:nvSpPr>
          <p:cNvPr id="1889" name="Google Shape;1889;p43"/>
          <p:cNvSpPr/>
          <p:nvPr/>
        </p:nvSpPr>
        <p:spPr>
          <a:xfrm flipH="1">
            <a:off x="9860083" y="3959652"/>
            <a:ext cx="723572" cy="881371"/>
          </a:xfrm>
          <a:custGeom>
            <a:avLst/>
            <a:gdLst/>
            <a:ahLst/>
            <a:cxnLst/>
            <a:rect l="l" t="t" r="r" b="b"/>
            <a:pathLst>
              <a:path w="28755" h="35026" extrusionOk="0">
                <a:moveTo>
                  <a:pt x="0" y="8774"/>
                </a:moveTo>
                <a:lnTo>
                  <a:pt x="0" y="35026"/>
                </a:lnTo>
                <a:cubicBezTo>
                  <a:pt x="11909" y="35026"/>
                  <a:pt x="22416" y="29088"/>
                  <a:pt x="28754" y="20015"/>
                </a:cubicBezTo>
                <a:lnTo>
                  <a:pt x="8740" y="1"/>
                </a:lnTo>
                <a:close/>
              </a:path>
            </a:pathLst>
          </a:custGeom>
          <a:gradFill>
            <a:gsLst>
              <a:gs pos="0">
                <a:schemeClr val="accent2"/>
              </a:gs>
              <a:gs pos="100000">
                <a:schemeClr val="accent6"/>
              </a:gs>
            </a:gsLst>
            <a:lin ang="5400700"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nvGrpSpPr>
          <p:cNvPr id="1890" name="Google Shape;1890;p43"/>
          <p:cNvGrpSpPr/>
          <p:nvPr/>
        </p:nvGrpSpPr>
        <p:grpSpPr>
          <a:xfrm flipH="1">
            <a:off x="1153664" y="2117239"/>
            <a:ext cx="7479931" cy="716061"/>
            <a:chOff x="2668508" y="1587929"/>
            <a:chExt cx="5609948" cy="537046"/>
          </a:xfrm>
        </p:grpSpPr>
        <p:sp>
          <p:nvSpPr>
            <p:cNvPr id="1891" name="Google Shape;1891;p43"/>
            <p:cNvSpPr/>
            <p:nvPr/>
          </p:nvSpPr>
          <p:spPr>
            <a:xfrm>
              <a:off x="2668508" y="1587975"/>
              <a:ext cx="4514100" cy="537000"/>
            </a:xfrm>
            <a:prstGeom prst="rect">
              <a:avLst/>
            </a:prstGeom>
            <a:solidFill>
              <a:srgbClr val="EEEEE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92" name="Google Shape;1892;p43"/>
            <p:cNvSpPr/>
            <p:nvPr/>
          </p:nvSpPr>
          <p:spPr>
            <a:xfrm>
              <a:off x="6917390" y="1587929"/>
              <a:ext cx="1361066" cy="536998"/>
            </a:xfrm>
            <a:custGeom>
              <a:avLst/>
              <a:gdLst/>
              <a:ahLst/>
              <a:cxnLst/>
              <a:rect l="l" t="t" r="r" b="b"/>
              <a:pathLst>
                <a:path w="72119" h="28454" extrusionOk="0">
                  <a:moveTo>
                    <a:pt x="61778" y="0"/>
                  </a:moveTo>
                  <a:lnTo>
                    <a:pt x="1" y="0"/>
                  </a:lnTo>
                  <a:lnTo>
                    <a:pt x="1" y="14711"/>
                  </a:lnTo>
                  <a:lnTo>
                    <a:pt x="1" y="28454"/>
                  </a:lnTo>
                  <a:lnTo>
                    <a:pt x="61845" y="28454"/>
                  </a:lnTo>
                  <a:cubicBezTo>
                    <a:pt x="62412" y="28454"/>
                    <a:pt x="62946" y="28154"/>
                    <a:pt x="63312" y="27687"/>
                  </a:cubicBezTo>
                  <a:lnTo>
                    <a:pt x="71685" y="15678"/>
                  </a:lnTo>
                  <a:cubicBezTo>
                    <a:pt x="72119" y="15078"/>
                    <a:pt x="72119" y="14310"/>
                    <a:pt x="71718" y="13677"/>
                  </a:cubicBezTo>
                  <a:lnTo>
                    <a:pt x="63312" y="801"/>
                  </a:lnTo>
                  <a:cubicBezTo>
                    <a:pt x="62946" y="300"/>
                    <a:pt x="62412" y="0"/>
                    <a:pt x="61778" y="0"/>
                  </a:cubicBezTo>
                  <a:close/>
                </a:path>
              </a:pathLst>
            </a:custGeom>
            <a:solidFill>
              <a:srgbClr val="EEEEE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1893" name="Google Shape;1893;p43"/>
          <p:cNvSpPr/>
          <p:nvPr/>
        </p:nvSpPr>
        <p:spPr>
          <a:xfrm flipH="1">
            <a:off x="877471" y="2168420"/>
            <a:ext cx="695867" cy="613633"/>
          </a:xfrm>
          <a:custGeom>
            <a:avLst/>
            <a:gdLst/>
            <a:ahLst/>
            <a:cxnLst/>
            <a:rect l="l" t="t" r="r" b="b"/>
            <a:pathLst>
              <a:path w="27654" h="24386" extrusionOk="0">
                <a:moveTo>
                  <a:pt x="27086" y="11209"/>
                </a:moveTo>
                <a:lnTo>
                  <a:pt x="20481" y="1102"/>
                </a:lnTo>
                <a:cubicBezTo>
                  <a:pt x="20048" y="401"/>
                  <a:pt x="19281" y="1"/>
                  <a:pt x="18447" y="1"/>
                </a:cubicBezTo>
                <a:lnTo>
                  <a:pt x="9173" y="1"/>
                </a:lnTo>
                <a:cubicBezTo>
                  <a:pt x="8373" y="1"/>
                  <a:pt x="7606" y="401"/>
                  <a:pt x="7172" y="1035"/>
                </a:cubicBezTo>
                <a:lnTo>
                  <a:pt x="601" y="10442"/>
                </a:lnTo>
                <a:cubicBezTo>
                  <a:pt x="0" y="11276"/>
                  <a:pt x="0" y="12343"/>
                  <a:pt x="534" y="13177"/>
                </a:cubicBezTo>
                <a:lnTo>
                  <a:pt x="7139" y="23284"/>
                </a:lnTo>
                <a:cubicBezTo>
                  <a:pt x="7606" y="23951"/>
                  <a:pt x="8373" y="24385"/>
                  <a:pt x="9173" y="24385"/>
                </a:cubicBezTo>
                <a:lnTo>
                  <a:pt x="18480" y="24385"/>
                </a:lnTo>
                <a:cubicBezTo>
                  <a:pt x="19281" y="24385"/>
                  <a:pt x="20014" y="23985"/>
                  <a:pt x="20481" y="23318"/>
                </a:cubicBezTo>
                <a:lnTo>
                  <a:pt x="27053" y="13944"/>
                </a:lnTo>
                <a:cubicBezTo>
                  <a:pt x="27620" y="13110"/>
                  <a:pt x="27653" y="12043"/>
                  <a:pt x="27086" y="11209"/>
                </a:cubicBezTo>
                <a:close/>
              </a:path>
            </a:pathLst>
          </a:custGeom>
          <a:solidFill>
            <a:srgbClr val="6AA84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94" name="Google Shape;1894;p43"/>
          <p:cNvSpPr/>
          <p:nvPr/>
        </p:nvSpPr>
        <p:spPr>
          <a:xfrm flipH="1">
            <a:off x="936229" y="2212075"/>
            <a:ext cx="589275" cy="526316"/>
          </a:xfrm>
          <a:custGeom>
            <a:avLst/>
            <a:gdLst/>
            <a:ahLst/>
            <a:cxnLst/>
            <a:rect l="l" t="t" r="r" b="b"/>
            <a:pathLst>
              <a:path w="23418" h="20916" extrusionOk="0">
                <a:moveTo>
                  <a:pt x="6138" y="19948"/>
                </a:moveTo>
                <a:lnTo>
                  <a:pt x="468" y="11242"/>
                </a:lnTo>
                <a:cubicBezTo>
                  <a:pt x="1" y="10541"/>
                  <a:pt x="1" y="9607"/>
                  <a:pt x="501" y="8907"/>
                </a:cubicBezTo>
                <a:lnTo>
                  <a:pt x="6105" y="901"/>
                </a:lnTo>
                <a:cubicBezTo>
                  <a:pt x="6505" y="334"/>
                  <a:pt x="7139" y="1"/>
                  <a:pt x="7839" y="1"/>
                </a:cubicBezTo>
                <a:lnTo>
                  <a:pt x="15512" y="1"/>
                </a:lnTo>
                <a:cubicBezTo>
                  <a:pt x="16212" y="1"/>
                  <a:pt x="16879" y="367"/>
                  <a:pt x="17246" y="968"/>
                </a:cubicBezTo>
                <a:lnTo>
                  <a:pt x="22950" y="9641"/>
                </a:lnTo>
                <a:cubicBezTo>
                  <a:pt x="23417" y="10375"/>
                  <a:pt x="23417" y="11309"/>
                  <a:pt x="22917" y="12009"/>
                </a:cubicBezTo>
                <a:lnTo>
                  <a:pt x="17313" y="20015"/>
                </a:lnTo>
                <a:cubicBezTo>
                  <a:pt x="16913" y="20582"/>
                  <a:pt x="16279" y="20915"/>
                  <a:pt x="15578" y="20915"/>
                </a:cubicBezTo>
                <a:lnTo>
                  <a:pt x="7906" y="20915"/>
                </a:lnTo>
                <a:cubicBezTo>
                  <a:pt x="7206" y="20882"/>
                  <a:pt x="6539" y="20549"/>
                  <a:pt x="6138" y="19948"/>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95" name="Google Shape;1895;p43"/>
          <p:cNvSpPr/>
          <p:nvPr/>
        </p:nvSpPr>
        <p:spPr>
          <a:xfrm flipH="1">
            <a:off x="3019337" y="2117233"/>
            <a:ext cx="4171200" cy="705600"/>
          </a:xfrm>
          <a:prstGeom prst="rect">
            <a:avLst/>
          </a:prstGeom>
          <a:solidFill>
            <a:srgbClr val="EEEEEE"/>
          </a:solidFill>
          <a:ln>
            <a:noFill/>
          </a:ln>
        </p:spPr>
        <p:txBody>
          <a:bodyPr spcFirstLastPara="1" wrap="square" lIns="182867" tIns="121900" rIns="182867" bIns="121900" anchor="ctr" anchorCtr="0">
            <a:noAutofit/>
          </a:bodyPr>
          <a:lstStyle/>
          <a:p>
            <a:pPr algn="r" defTabSz="1219170">
              <a:buClr>
                <a:srgbClr val="000000"/>
              </a:buClr>
            </a:pPr>
            <a:r>
              <a:rPr lang="en" sz="1600" kern="0">
                <a:solidFill>
                  <a:srgbClr val="000000"/>
                </a:solidFill>
                <a:latin typeface="Roboto"/>
                <a:ea typeface="Roboto"/>
                <a:cs typeface="Roboto"/>
                <a:sym typeface="Roboto"/>
              </a:rPr>
              <a:t>Jupiter is a gas giant and also the biggest planet in the Solar System</a:t>
            </a:r>
            <a:endParaRPr sz="1600" kern="0">
              <a:solidFill>
                <a:srgbClr val="000000"/>
              </a:solidFill>
              <a:latin typeface="Roboto"/>
              <a:ea typeface="Roboto"/>
              <a:cs typeface="Roboto"/>
              <a:sym typeface="Roboto"/>
            </a:endParaRPr>
          </a:p>
        </p:txBody>
      </p:sp>
      <p:grpSp>
        <p:nvGrpSpPr>
          <p:cNvPr id="1896" name="Google Shape;1896;p43"/>
          <p:cNvGrpSpPr/>
          <p:nvPr/>
        </p:nvGrpSpPr>
        <p:grpSpPr>
          <a:xfrm flipH="1">
            <a:off x="1037942" y="2333762"/>
            <a:ext cx="375324" cy="282615"/>
            <a:chOff x="4679929" y="5087569"/>
            <a:chExt cx="274306" cy="206549"/>
          </a:xfrm>
        </p:grpSpPr>
        <p:sp>
          <p:nvSpPr>
            <p:cNvPr id="1897" name="Google Shape;1897;p43"/>
            <p:cNvSpPr/>
            <p:nvPr/>
          </p:nvSpPr>
          <p:spPr>
            <a:xfrm>
              <a:off x="4679929" y="5087569"/>
              <a:ext cx="274306" cy="206549"/>
            </a:xfrm>
            <a:custGeom>
              <a:avLst/>
              <a:gdLst/>
              <a:ahLst/>
              <a:cxnLst/>
              <a:rect l="l" t="t" r="r" b="b"/>
              <a:pathLst>
                <a:path w="14311" h="10776" extrusionOk="0">
                  <a:moveTo>
                    <a:pt x="11709" y="735"/>
                  </a:moveTo>
                  <a:cubicBezTo>
                    <a:pt x="12776" y="735"/>
                    <a:pt x="13610" y="1569"/>
                    <a:pt x="13610" y="2636"/>
                  </a:cubicBezTo>
                  <a:lnTo>
                    <a:pt x="13610" y="6039"/>
                  </a:lnTo>
                  <a:cubicBezTo>
                    <a:pt x="13610" y="7073"/>
                    <a:pt x="12776" y="7940"/>
                    <a:pt x="11709" y="7940"/>
                  </a:cubicBezTo>
                  <a:lnTo>
                    <a:pt x="11175" y="7940"/>
                  </a:lnTo>
                  <a:cubicBezTo>
                    <a:pt x="11108" y="7940"/>
                    <a:pt x="11042" y="7940"/>
                    <a:pt x="11008" y="8007"/>
                  </a:cubicBezTo>
                  <a:lnTo>
                    <a:pt x="8173" y="9775"/>
                  </a:lnTo>
                  <a:lnTo>
                    <a:pt x="8206" y="8307"/>
                  </a:lnTo>
                  <a:cubicBezTo>
                    <a:pt x="8240" y="8207"/>
                    <a:pt x="8206" y="8107"/>
                    <a:pt x="8140" y="8040"/>
                  </a:cubicBezTo>
                  <a:cubicBezTo>
                    <a:pt x="8073" y="7973"/>
                    <a:pt x="7973" y="7940"/>
                    <a:pt x="7873" y="7940"/>
                  </a:cubicBezTo>
                  <a:lnTo>
                    <a:pt x="2602" y="7940"/>
                  </a:lnTo>
                  <a:cubicBezTo>
                    <a:pt x="1535" y="7940"/>
                    <a:pt x="701" y="7073"/>
                    <a:pt x="701" y="6039"/>
                  </a:cubicBezTo>
                  <a:lnTo>
                    <a:pt x="701" y="2636"/>
                  </a:lnTo>
                  <a:cubicBezTo>
                    <a:pt x="701" y="1569"/>
                    <a:pt x="1535" y="735"/>
                    <a:pt x="2602" y="735"/>
                  </a:cubicBezTo>
                  <a:close/>
                  <a:moveTo>
                    <a:pt x="2602" y="1"/>
                  </a:moveTo>
                  <a:cubicBezTo>
                    <a:pt x="1168" y="1"/>
                    <a:pt x="1" y="1202"/>
                    <a:pt x="1" y="2636"/>
                  </a:cubicBezTo>
                  <a:lnTo>
                    <a:pt x="1" y="6039"/>
                  </a:lnTo>
                  <a:cubicBezTo>
                    <a:pt x="1" y="7473"/>
                    <a:pt x="1168" y="8640"/>
                    <a:pt x="2602" y="8640"/>
                  </a:cubicBezTo>
                  <a:lnTo>
                    <a:pt x="7506" y="8640"/>
                  </a:lnTo>
                  <a:lnTo>
                    <a:pt x="7439" y="10408"/>
                  </a:lnTo>
                  <a:cubicBezTo>
                    <a:pt x="7439" y="10542"/>
                    <a:pt x="7506" y="10675"/>
                    <a:pt x="7639" y="10742"/>
                  </a:cubicBezTo>
                  <a:cubicBezTo>
                    <a:pt x="7673" y="10775"/>
                    <a:pt x="7739" y="10775"/>
                    <a:pt x="7806" y="10775"/>
                  </a:cubicBezTo>
                  <a:cubicBezTo>
                    <a:pt x="7873" y="10775"/>
                    <a:pt x="7940" y="10775"/>
                    <a:pt x="7973" y="10742"/>
                  </a:cubicBezTo>
                  <a:lnTo>
                    <a:pt x="11275" y="8640"/>
                  </a:lnTo>
                  <a:lnTo>
                    <a:pt x="11709" y="8640"/>
                  </a:lnTo>
                  <a:cubicBezTo>
                    <a:pt x="13143" y="8640"/>
                    <a:pt x="14311" y="7473"/>
                    <a:pt x="14311" y="6039"/>
                  </a:cubicBezTo>
                  <a:lnTo>
                    <a:pt x="14311" y="2636"/>
                  </a:lnTo>
                  <a:cubicBezTo>
                    <a:pt x="14311" y="1168"/>
                    <a:pt x="13143" y="1"/>
                    <a:pt x="11709" y="1"/>
                  </a:cubicBezTo>
                  <a:close/>
                </a:path>
              </a:pathLst>
            </a:custGeom>
            <a:solidFill>
              <a:srgbClr val="75757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98" name="Google Shape;1898;p43"/>
            <p:cNvSpPr/>
            <p:nvPr/>
          </p:nvSpPr>
          <p:spPr>
            <a:xfrm>
              <a:off x="4735553" y="5157913"/>
              <a:ext cx="23672" cy="23672"/>
            </a:xfrm>
            <a:custGeom>
              <a:avLst/>
              <a:gdLst/>
              <a:ahLst/>
              <a:cxnLst/>
              <a:rect l="l" t="t" r="r" b="b"/>
              <a:pathLst>
                <a:path w="1235" h="1235" extrusionOk="0">
                  <a:moveTo>
                    <a:pt x="601" y="0"/>
                  </a:moveTo>
                  <a:cubicBezTo>
                    <a:pt x="267" y="0"/>
                    <a:pt x="1" y="267"/>
                    <a:pt x="1" y="601"/>
                  </a:cubicBezTo>
                  <a:cubicBezTo>
                    <a:pt x="1" y="968"/>
                    <a:pt x="267" y="1234"/>
                    <a:pt x="601" y="1234"/>
                  </a:cubicBezTo>
                  <a:cubicBezTo>
                    <a:pt x="935" y="1234"/>
                    <a:pt x="1235" y="968"/>
                    <a:pt x="1235" y="601"/>
                  </a:cubicBezTo>
                  <a:cubicBezTo>
                    <a:pt x="1235" y="267"/>
                    <a:pt x="968" y="0"/>
                    <a:pt x="601" y="0"/>
                  </a:cubicBezTo>
                  <a:close/>
                </a:path>
              </a:pathLst>
            </a:custGeom>
            <a:solidFill>
              <a:srgbClr val="75757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99" name="Google Shape;1899;p43"/>
            <p:cNvSpPr/>
            <p:nvPr/>
          </p:nvSpPr>
          <p:spPr>
            <a:xfrm>
              <a:off x="4781592" y="5157913"/>
              <a:ext cx="24304" cy="23672"/>
            </a:xfrm>
            <a:custGeom>
              <a:avLst/>
              <a:gdLst/>
              <a:ahLst/>
              <a:cxnLst/>
              <a:rect l="l" t="t" r="r" b="b"/>
              <a:pathLst>
                <a:path w="1268" h="1235" extrusionOk="0">
                  <a:moveTo>
                    <a:pt x="634" y="0"/>
                  </a:moveTo>
                  <a:cubicBezTo>
                    <a:pt x="301" y="0"/>
                    <a:pt x="0" y="267"/>
                    <a:pt x="0" y="601"/>
                  </a:cubicBezTo>
                  <a:cubicBezTo>
                    <a:pt x="0" y="968"/>
                    <a:pt x="301" y="1234"/>
                    <a:pt x="634" y="1234"/>
                  </a:cubicBezTo>
                  <a:cubicBezTo>
                    <a:pt x="968" y="1234"/>
                    <a:pt x="1268" y="968"/>
                    <a:pt x="1268" y="601"/>
                  </a:cubicBezTo>
                  <a:cubicBezTo>
                    <a:pt x="1268" y="267"/>
                    <a:pt x="968" y="0"/>
                    <a:pt x="634" y="0"/>
                  </a:cubicBezTo>
                  <a:close/>
                </a:path>
              </a:pathLst>
            </a:custGeom>
            <a:solidFill>
              <a:srgbClr val="75757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00" name="Google Shape;1900;p43"/>
            <p:cNvSpPr/>
            <p:nvPr/>
          </p:nvSpPr>
          <p:spPr>
            <a:xfrm>
              <a:off x="4828265" y="5157913"/>
              <a:ext cx="23672" cy="23672"/>
            </a:xfrm>
            <a:custGeom>
              <a:avLst/>
              <a:gdLst/>
              <a:ahLst/>
              <a:cxnLst/>
              <a:rect l="l" t="t" r="r" b="b"/>
              <a:pathLst>
                <a:path w="1235" h="1235" extrusionOk="0">
                  <a:moveTo>
                    <a:pt x="634" y="0"/>
                  </a:moveTo>
                  <a:cubicBezTo>
                    <a:pt x="301" y="0"/>
                    <a:pt x="0" y="267"/>
                    <a:pt x="0" y="601"/>
                  </a:cubicBezTo>
                  <a:cubicBezTo>
                    <a:pt x="0" y="968"/>
                    <a:pt x="301" y="1234"/>
                    <a:pt x="634" y="1234"/>
                  </a:cubicBezTo>
                  <a:cubicBezTo>
                    <a:pt x="968" y="1234"/>
                    <a:pt x="1235" y="968"/>
                    <a:pt x="1235" y="601"/>
                  </a:cubicBezTo>
                  <a:cubicBezTo>
                    <a:pt x="1235" y="267"/>
                    <a:pt x="968" y="0"/>
                    <a:pt x="634" y="0"/>
                  </a:cubicBezTo>
                  <a:close/>
                </a:path>
              </a:pathLst>
            </a:custGeom>
            <a:solidFill>
              <a:srgbClr val="75757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01" name="Google Shape;1901;p43"/>
            <p:cNvSpPr/>
            <p:nvPr/>
          </p:nvSpPr>
          <p:spPr>
            <a:xfrm>
              <a:off x="4874937" y="5157913"/>
              <a:ext cx="23672" cy="23672"/>
            </a:xfrm>
            <a:custGeom>
              <a:avLst/>
              <a:gdLst/>
              <a:ahLst/>
              <a:cxnLst/>
              <a:rect l="l" t="t" r="r" b="b"/>
              <a:pathLst>
                <a:path w="1235" h="1235" extrusionOk="0">
                  <a:moveTo>
                    <a:pt x="634" y="0"/>
                  </a:moveTo>
                  <a:cubicBezTo>
                    <a:pt x="267" y="0"/>
                    <a:pt x="0" y="267"/>
                    <a:pt x="0" y="601"/>
                  </a:cubicBezTo>
                  <a:cubicBezTo>
                    <a:pt x="0" y="968"/>
                    <a:pt x="267" y="1234"/>
                    <a:pt x="634" y="1234"/>
                  </a:cubicBezTo>
                  <a:cubicBezTo>
                    <a:pt x="968" y="1234"/>
                    <a:pt x="1235" y="968"/>
                    <a:pt x="1235" y="601"/>
                  </a:cubicBezTo>
                  <a:cubicBezTo>
                    <a:pt x="1235" y="267"/>
                    <a:pt x="968" y="0"/>
                    <a:pt x="634" y="0"/>
                  </a:cubicBezTo>
                  <a:close/>
                </a:path>
              </a:pathLst>
            </a:custGeom>
            <a:solidFill>
              <a:srgbClr val="75757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1902" name="Google Shape;1902;p43"/>
          <p:cNvSpPr/>
          <p:nvPr/>
        </p:nvSpPr>
        <p:spPr>
          <a:xfrm flipH="1">
            <a:off x="1687788" y="2117233"/>
            <a:ext cx="1179600" cy="705600"/>
          </a:xfrm>
          <a:prstGeom prst="rect">
            <a:avLst/>
          </a:prstGeom>
          <a:solidFill>
            <a:srgbClr val="EEEEEE"/>
          </a:solidFill>
          <a:ln>
            <a:noFill/>
          </a:ln>
        </p:spPr>
        <p:txBody>
          <a:bodyPr spcFirstLastPara="1" wrap="square" lIns="182867" tIns="121900" rIns="182867" bIns="121900" anchor="ctr" anchorCtr="0">
            <a:noAutofit/>
          </a:bodyPr>
          <a:lstStyle/>
          <a:p>
            <a:pPr algn="ctr" defTabSz="1219170">
              <a:buClr>
                <a:srgbClr val="000000"/>
              </a:buClr>
            </a:pPr>
            <a:r>
              <a:rPr lang="en" sz="1867" b="1" kern="0">
                <a:solidFill>
                  <a:srgbClr val="000000"/>
                </a:solidFill>
                <a:latin typeface="Roboto"/>
                <a:ea typeface="Roboto"/>
                <a:cs typeface="Roboto"/>
                <a:sym typeface="Roboto"/>
              </a:rPr>
              <a:t>Jupiter </a:t>
            </a:r>
            <a:endParaRPr sz="1867" b="1" kern="0">
              <a:solidFill>
                <a:srgbClr val="000000"/>
              </a:solidFill>
              <a:latin typeface="Roboto"/>
              <a:ea typeface="Roboto"/>
              <a:cs typeface="Roboto"/>
              <a:sym typeface="Roboto"/>
            </a:endParaRPr>
          </a:p>
        </p:txBody>
      </p:sp>
      <p:sp>
        <p:nvSpPr>
          <p:cNvPr id="1903" name="Google Shape;1903;p43"/>
          <p:cNvSpPr/>
          <p:nvPr/>
        </p:nvSpPr>
        <p:spPr>
          <a:xfrm flipH="1">
            <a:off x="877447" y="2071067"/>
            <a:ext cx="8673512" cy="804800"/>
          </a:xfrm>
          <a:prstGeom prst="roundRect">
            <a:avLst>
              <a:gd name="adj" fmla="val 50000"/>
            </a:avLst>
          </a:prstGeom>
          <a:solidFill>
            <a:schemeClr val="accent4">
              <a:lumMod val="75000"/>
            </a:scheme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nvGrpSpPr>
          <p:cNvPr id="1904" name="Google Shape;1904;p43"/>
          <p:cNvGrpSpPr/>
          <p:nvPr/>
        </p:nvGrpSpPr>
        <p:grpSpPr>
          <a:xfrm>
            <a:off x="2168572" y="2080441"/>
            <a:ext cx="5435649" cy="779124"/>
            <a:chOff x="1274044" y="1378982"/>
            <a:chExt cx="3293535" cy="584343"/>
          </a:xfrm>
        </p:grpSpPr>
        <p:sp>
          <p:nvSpPr>
            <p:cNvPr id="1905" name="Google Shape;1905;p43"/>
            <p:cNvSpPr txBox="1"/>
            <p:nvPr/>
          </p:nvSpPr>
          <p:spPr>
            <a:xfrm flipH="1">
              <a:off x="1909346" y="1396925"/>
              <a:ext cx="2658233" cy="566400"/>
            </a:xfrm>
            <a:prstGeom prst="rect">
              <a:avLst/>
            </a:prstGeom>
            <a:noFill/>
            <a:ln>
              <a:noFill/>
            </a:ln>
          </p:spPr>
          <p:txBody>
            <a:bodyPr spcFirstLastPara="1" wrap="square" lIns="121900" tIns="121900" rIns="121900" bIns="121900" anchor="ctr" anchorCtr="0">
              <a:noAutofit/>
            </a:bodyPr>
            <a:lstStyle/>
            <a:p>
              <a:pPr defTabSz="1219170">
                <a:buClr>
                  <a:srgbClr val="000000"/>
                </a:buClr>
                <a:buSzPts val="1100"/>
              </a:pPr>
              <a:r>
                <a:rPr lang="ru-RU" sz="1400" kern="0" dirty="0">
                  <a:solidFill>
                    <a:srgbClr val="FFFFFF"/>
                  </a:solidFill>
                  <a:latin typeface="Roboto"/>
                  <a:ea typeface="Roboto"/>
                  <a:cs typeface="Roboto"/>
                  <a:sym typeface="Roboto"/>
                </a:rPr>
                <a:t>Графики смен ведутся вручную в Excel, данные не синхронизируются, возможны ошибки и дублирования.</a:t>
              </a:r>
              <a:endParaRPr lang="de-DE" sz="1400" kern="0" dirty="0">
                <a:solidFill>
                  <a:srgbClr val="FFFFFF"/>
                </a:solidFill>
                <a:latin typeface="Roboto"/>
                <a:ea typeface="Roboto"/>
                <a:cs typeface="Roboto"/>
                <a:sym typeface="Roboto"/>
              </a:endParaRPr>
            </a:p>
          </p:txBody>
        </p:sp>
        <p:sp>
          <p:nvSpPr>
            <p:cNvPr id="1906" name="Google Shape;1906;p43"/>
            <p:cNvSpPr txBox="1"/>
            <p:nvPr/>
          </p:nvSpPr>
          <p:spPr>
            <a:xfrm flipH="1">
              <a:off x="1274044" y="1378982"/>
              <a:ext cx="1070700" cy="566400"/>
            </a:xfrm>
            <a:prstGeom prst="rect">
              <a:avLst/>
            </a:prstGeom>
            <a:noFill/>
            <a:ln>
              <a:noFill/>
            </a:ln>
          </p:spPr>
          <p:txBody>
            <a:bodyPr spcFirstLastPara="1" wrap="square" lIns="0" tIns="0" rIns="0" bIns="0" anchor="ctr" anchorCtr="0">
              <a:noAutofit/>
            </a:bodyPr>
            <a:lstStyle/>
            <a:p>
              <a:pPr defTabSz="1219170">
                <a:buClr>
                  <a:srgbClr val="000000"/>
                </a:buClr>
              </a:pPr>
              <a:r>
                <a:rPr lang="vi-VN" sz="2667" kern="0">
                  <a:solidFill>
                    <a:srgbClr val="FFFFFF"/>
                  </a:solidFill>
                  <a:latin typeface="Fira Sans Extra Condensed SemiBold"/>
                  <a:ea typeface="Fira Sans Extra Condensed SemiBold"/>
                  <a:cs typeface="Fira Sans Extra Condensed SemiBold"/>
                  <a:sym typeface="Fira Sans Extra Condensed SemiBold"/>
                </a:rPr>
                <a:t>1</a:t>
              </a:r>
              <a:endParaRPr sz="2667" kern="0" dirty="0">
                <a:solidFill>
                  <a:srgbClr val="FFFFFF"/>
                </a:solidFill>
                <a:latin typeface="Fira Sans Extra Condensed SemiBold"/>
                <a:ea typeface="Fira Sans Extra Condensed SemiBold"/>
                <a:cs typeface="Fira Sans Extra Condensed SemiBold"/>
                <a:sym typeface="Fira Sans Extra Condensed SemiBold"/>
              </a:endParaRPr>
            </a:p>
          </p:txBody>
        </p:sp>
      </p:grpSp>
      <p:grpSp>
        <p:nvGrpSpPr>
          <p:cNvPr id="1907" name="Google Shape;1907;p43"/>
          <p:cNvGrpSpPr/>
          <p:nvPr/>
        </p:nvGrpSpPr>
        <p:grpSpPr>
          <a:xfrm>
            <a:off x="964555" y="2148545"/>
            <a:ext cx="653712" cy="653940"/>
            <a:chOff x="3802620" y="1176257"/>
            <a:chExt cx="1538872" cy="1539406"/>
          </a:xfrm>
        </p:grpSpPr>
        <p:sp>
          <p:nvSpPr>
            <p:cNvPr id="1908" name="Google Shape;1908;p43"/>
            <p:cNvSpPr/>
            <p:nvPr/>
          </p:nvSpPr>
          <p:spPr>
            <a:xfrm>
              <a:off x="3802620" y="1176257"/>
              <a:ext cx="1538872" cy="1539406"/>
            </a:xfrm>
            <a:custGeom>
              <a:avLst/>
              <a:gdLst/>
              <a:ahLst/>
              <a:cxnLst/>
              <a:rect l="l" t="t" r="r" b="b"/>
              <a:pathLst>
                <a:path w="46074" h="46090" extrusionOk="0">
                  <a:moveTo>
                    <a:pt x="23045" y="1"/>
                  </a:moveTo>
                  <a:cubicBezTo>
                    <a:pt x="10315" y="1"/>
                    <a:pt x="1" y="10315"/>
                    <a:pt x="1" y="23045"/>
                  </a:cubicBezTo>
                  <a:cubicBezTo>
                    <a:pt x="1" y="35776"/>
                    <a:pt x="10315" y="46090"/>
                    <a:pt x="23045" y="46090"/>
                  </a:cubicBezTo>
                  <a:cubicBezTo>
                    <a:pt x="35759" y="46090"/>
                    <a:pt x="46073" y="35776"/>
                    <a:pt x="46073" y="23045"/>
                  </a:cubicBezTo>
                  <a:cubicBezTo>
                    <a:pt x="46073" y="10315"/>
                    <a:pt x="35759" y="1"/>
                    <a:pt x="23045" y="1"/>
                  </a:cubicBezTo>
                  <a:close/>
                </a:path>
              </a:pathLst>
            </a:custGeom>
            <a:gradFill>
              <a:gsLst>
                <a:gs pos="0">
                  <a:srgbClr val="000000">
                    <a:alpha val="11372"/>
                  </a:srgbClr>
                </a:gs>
                <a:gs pos="100000">
                  <a:srgbClr val="FFFFFF"/>
                </a:gs>
              </a:gsLst>
              <a:lin ang="16200038"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09" name="Google Shape;1909;p43"/>
            <p:cNvSpPr/>
            <p:nvPr/>
          </p:nvSpPr>
          <p:spPr>
            <a:xfrm>
              <a:off x="3872192" y="1246397"/>
              <a:ext cx="1399727" cy="1399694"/>
            </a:xfrm>
            <a:custGeom>
              <a:avLst/>
              <a:gdLst/>
              <a:ahLst/>
              <a:cxnLst/>
              <a:rect l="l" t="t" r="r" b="b"/>
              <a:pathLst>
                <a:path w="41908" h="41907" extrusionOk="0">
                  <a:moveTo>
                    <a:pt x="20962" y="0"/>
                  </a:moveTo>
                  <a:cubicBezTo>
                    <a:pt x="9382" y="0"/>
                    <a:pt x="1" y="9381"/>
                    <a:pt x="1" y="20945"/>
                  </a:cubicBezTo>
                  <a:cubicBezTo>
                    <a:pt x="1" y="32526"/>
                    <a:pt x="9382" y="41907"/>
                    <a:pt x="20962" y="41907"/>
                  </a:cubicBezTo>
                  <a:cubicBezTo>
                    <a:pt x="32526" y="41907"/>
                    <a:pt x="41907" y="32526"/>
                    <a:pt x="41907" y="20945"/>
                  </a:cubicBezTo>
                  <a:cubicBezTo>
                    <a:pt x="41907" y="9381"/>
                    <a:pt x="32526" y="0"/>
                    <a:pt x="20962" y="0"/>
                  </a:cubicBezTo>
                  <a:close/>
                </a:path>
              </a:pathLst>
            </a:custGeom>
            <a:gradFill>
              <a:gsLst>
                <a:gs pos="0">
                  <a:srgbClr val="000000">
                    <a:alpha val="11372"/>
                  </a:srgbClr>
                </a:gs>
                <a:gs pos="100000">
                  <a:schemeClr val="lt1"/>
                </a:gs>
              </a:gsLst>
              <a:lin ang="5400012"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1910" name="Google Shape;1910;p43"/>
          <p:cNvGrpSpPr/>
          <p:nvPr/>
        </p:nvGrpSpPr>
        <p:grpSpPr>
          <a:xfrm flipH="1">
            <a:off x="1153664" y="3596790"/>
            <a:ext cx="7479931" cy="716061"/>
            <a:chOff x="2668508" y="1587929"/>
            <a:chExt cx="5609948" cy="537046"/>
          </a:xfrm>
        </p:grpSpPr>
        <p:sp>
          <p:nvSpPr>
            <p:cNvPr id="1911" name="Google Shape;1911;p43"/>
            <p:cNvSpPr/>
            <p:nvPr/>
          </p:nvSpPr>
          <p:spPr>
            <a:xfrm>
              <a:off x="2668508" y="1587975"/>
              <a:ext cx="4514100" cy="537000"/>
            </a:xfrm>
            <a:prstGeom prst="rect">
              <a:avLst/>
            </a:prstGeom>
            <a:solidFill>
              <a:srgbClr val="EEEEE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12" name="Google Shape;1912;p43"/>
            <p:cNvSpPr/>
            <p:nvPr/>
          </p:nvSpPr>
          <p:spPr>
            <a:xfrm>
              <a:off x="6917390" y="1587929"/>
              <a:ext cx="1361066" cy="536998"/>
            </a:xfrm>
            <a:custGeom>
              <a:avLst/>
              <a:gdLst/>
              <a:ahLst/>
              <a:cxnLst/>
              <a:rect l="l" t="t" r="r" b="b"/>
              <a:pathLst>
                <a:path w="72119" h="28454" extrusionOk="0">
                  <a:moveTo>
                    <a:pt x="61778" y="0"/>
                  </a:moveTo>
                  <a:lnTo>
                    <a:pt x="1" y="0"/>
                  </a:lnTo>
                  <a:lnTo>
                    <a:pt x="1" y="14711"/>
                  </a:lnTo>
                  <a:lnTo>
                    <a:pt x="1" y="28454"/>
                  </a:lnTo>
                  <a:lnTo>
                    <a:pt x="61845" y="28454"/>
                  </a:lnTo>
                  <a:cubicBezTo>
                    <a:pt x="62412" y="28454"/>
                    <a:pt x="62946" y="28154"/>
                    <a:pt x="63312" y="27687"/>
                  </a:cubicBezTo>
                  <a:lnTo>
                    <a:pt x="71685" y="15678"/>
                  </a:lnTo>
                  <a:cubicBezTo>
                    <a:pt x="72119" y="15078"/>
                    <a:pt x="72119" y="14310"/>
                    <a:pt x="71718" y="13677"/>
                  </a:cubicBezTo>
                  <a:lnTo>
                    <a:pt x="63312" y="801"/>
                  </a:lnTo>
                  <a:cubicBezTo>
                    <a:pt x="62946" y="300"/>
                    <a:pt x="62412" y="0"/>
                    <a:pt x="61778" y="0"/>
                  </a:cubicBezTo>
                  <a:close/>
                </a:path>
              </a:pathLst>
            </a:custGeom>
            <a:solidFill>
              <a:srgbClr val="EEEEE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1913" name="Google Shape;1913;p43"/>
          <p:cNvSpPr/>
          <p:nvPr/>
        </p:nvSpPr>
        <p:spPr>
          <a:xfrm flipH="1">
            <a:off x="877471" y="3647970"/>
            <a:ext cx="695867" cy="613633"/>
          </a:xfrm>
          <a:custGeom>
            <a:avLst/>
            <a:gdLst/>
            <a:ahLst/>
            <a:cxnLst/>
            <a:rect l="l" t="t" r="r" b="b"/>
            <a:pathLst>
              <a:path w="27654" h="24386" extrusionOk="0">
                <a:moveTo>
                  <a:pt x="27086" y="11209"/>
                </a:moveTo>
                <a:lnTo>
                  <a:pt x="20481" y="1102"/>
                </a:lnTo>
                <a:cubicBezTo>
                  <a:pt x="20048" y="401"/>
                  <a:pt x="19281" y="1"/>
                  <a:pt x="18447" y="1"/>
                </a:cubicBezTo>
                <a:lnTo>
                  <a:pt x="9173" y="1"/>
                </a:lnTo>
                <a:cubicBezTo>
                  <a:pt x="8373" y="1"/>
                  <a:pt x="7606" y="401"/>
                  <a:pt x="7172" y="1035"/>
                </a:cubicBezTo>
                <a:lnTo>
                  <a:pt x="601" y="10442"/>
                </a:lnTo>
                <a:cubicBezTo>
                  <a:pt x="0" y="11276"/>
                  <a:pt x="0" y="12343"/>
                  <a:pt x="534" y="13177"/>
                </a:cubicBezTo>
                <a:lnTo>
                  <a:pt x="7139" y="23284"/>
                </a:lnTo>
                <a:cubicBezTo>
                  <a:pt x="7606" y="23951"/>
                  <a:pt x="8373" y="24385"/>
                  <a:pt x="9173" y="24385"/>
                </a:cubicBezTo>
                <a:lnTo>
                  <a:pt x="18480" y="24385"/>
                </a:lnTo>
                <a:cubicBezTo>
                  <a:pt x="19281" y="24385"/>
                  <a:pt x="20014" y="23985"/>
                  <a:pt x="20481" y="23318"/>
                </a:cubicBezTo>
                <a:lnTo>
                  <a:pt x="27053" y="13944"/>
                </a:lnTo>
                <a:cubicBezTo>
                  <a:pt x="27620" y="13110"/>
                  <a:pt x="27653" y="12043"/>
                  <a:pt x="27086" y="11209"/>
                </a:cubicBezTo>
                <a:close/>
              </a:path>
            </a:pathLst>
          </a:custGeom>
          <a:solidFill>
            <a:srgbClr val="6AA84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14" name="Google Shape;1914;p43"/>
          <p:cNvSpPr/>
          <p:nvPr/>
        </p:nvSpPr>
        <p:spPr>
          <a:xfrm flipH="1">
            <a:off x="936229" y="3691626"/>
            <a:ext cx="589275" cy="526316"/>
          </a:xfrm>
          <a:custGeom>
            <a:avLst/>
            <a:gdLst/>
            <a:ahLst/>
            <a:cxnLst/>
            <a:rect l="l" t="t" r="r" b="b"/>
            <a:pathLst>
              <a:path w="23418" h="20916" extrusionOk="0">
                <a:moveTo>
                  <a:pt x="6138" y="19948"/>
                </a:moveTo>
                <a:lnTo>
                  <a:pt x="468" y="11242"/>
                </a:lnTo>
                <a:cubicBezTo>
                  <a:pt x="1" y="10541"/>
                  <a:pt x="1" y="9607"/>
                  <a:pt x="501" y="8907"/>
                </a:cubicBezTo>
                <a:lnTo>
                  <a:pt x="6105" y="901"/>
                </a:lnTo>
                <a:cubicBezTo>
                  <a:pt x="6505" y="334"/>
                  <a:pt x="7139" y="1"/>
                  <a:pt x="7839" y="1"/>
                </a:cubicBezTo>
                <a:lnTo>
                  <a:pt x="15512" y="1"/>
                </a:lnTo>
                <a:cubicBezTo>
                  <a:pt x="16212" y="1"/>
                  <a:pt x="16879" y="367"/>
                  <a:pt x="17246" y="968"/>
                </a:cubicBezTo>
                <a:lnTo>
                  <a:pt x="22950" y="9641"/>
                </a:lnTo>
                <a:cubicBezTo>
                  <a:pt x="23417" y="10375"/>
                  <a:pt x="23417" y="11309"/>
                  <a:pt x="22917" y="12009"/>
                </a:cubicBezTo>
                <a:lnTo>
                  <a:pt x="17313" y="20015"/>
                </a:lnTo>
                <a:cubicBezTo>
                  <a:pt x="16913" y="20582"/>
                  <a:pt x="16279" y="20915"/>
                  <a:pt x="15578" y="20915"/>
                </a:cubicBezTo>
                <a:lnTo>
                  <a:pt x="7906" y="20915"/>
                </a:lnTo>
                <a:cubicBezTo>
                  <a:pt x="7206" y="20882"/>
                  <a:pt x="6539" y="20549"/>
                  <a:pt x="6138" y="19948"/>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15" name="Google Shape;1915;p43"/>
          <p:cNvSpPr/>
          <p:nvPr/>
        </p:nvSpPr>
        <p:spPr>
          <a:xfrm flipH="1">
            <a:off x="3019337" y="3596784"/>
            <a:ext cx="4171200" cy="705600"/>
          </a:xfrm>
          <a:prstGeom prst="rect">
            <a:avLst/>
          </a:prstGeom>
          <a:solidFill>
            <a:srgbClr val="EEEEEE"/>
          </a:solidFill>
          <a:ln>
            <a:noFill/>
          </a:ln>
        </p:spPr>
        <p:txBody>
          <a:bodyPr spcFirstLastPara="1" wrap="square" lIns="182867" tIns="121900" rIns="182867" bIns="121900" anchor="ctr" anchorCtr="0">
            <a:noAutofit/>
          </a:bodyPr>
          <a:lstStyle/>
          <a:p>
            <a:pPr algn="r" defTabSz="1219170">
              <a:buClr>
                <a:srgbClr val="000000"/>
              </a:buClr>
            </a:pPr>
            <a:r>
              <a:rPr lang="en" sz="1600" kern="0">
                <a:solidFill>
                  <a:srgbClr val="000000"/>
                </a:solidFill>
                <a:latin typeface="Roboto"/>
                <a:ea typeface="Roboto"/>
                <a:cs typeface="Roboto"/>
                <a:sym typeface="Roboto"/>
              </a:rPr>
              <a:t>Jupiter is a gas giant and also the biggest planet in the Solar System</a:t>
            </a:r>
            <a:endParaRPr sz="1600" kern="0">
              <a:solidFill>
                <a:srgbClr val="000000"/>
              </a:solidFill>
              <a:latin typeface="Roboto"/>
              <a:ea typeface="Roboto"/>
              <a:cs typeface="Roboto"/>
              <a:sym typeface="Roboto"/>
            </a:endParaRPr>
          </a:p>
        </p:txBody>
      </p:sp>
      <p:grpSp>
        <p:nvGrpSpPr>
          <p:cNvPr id="1916" name="Google Shape;1916;p43"/>
          <p:cNvGrpSpPr/>
          <p:nvPr/>
        </p:nvGrpSpPr>
        <p:grpSpPr>
          <a:xfrm flipH="1">
            <a:off x="1037942" y="3813313"/>
            <a:ext cx="375324" cy="282615"/>
            <a:chOff x="4679929" y="5087569"/>
            <a:chExt cx="274306" cy="206549"/>
          </a:xfrm>
        </p:grpSpPr>
        <p:sp>
          <p:nvSpPr>
            <p:cNvPr id="1917" name="Google Shape;1917;p43"/>
            <p:cNvSpPr/>
            <p:nvPr/>
          </p:nvSpPr>
          <p:spPr>
            <a:xfrm>
              <a:off x="4679929" y="5087569"/>
              <a:ext cx="274306" cy="206549"/>
            </a:xfrm>
            <a:custGeom>
              <a:avLst/>
              <a:gdLst/>
              <a:ahLst/>
              <a:cxnLst/>
              <a:rect l="l" t="t" r="r" b="b"/>
              <a:pathLst>
                <a:path w="14311" h="10776" extrusionOk="0">
                  <a:moveTo>
                    <a:pt x="11709" y="735"/>
                  </a:moveTo>
                  <a:cubicBezTo>
                    <a:pt x="12776" y="735"/>
                    <a:pt x="13610" y="1569"/>
                    <a:pt x="13610" y="2636"/>
                  </a:cubicBezTo>
                  <a:lnTo>
                    <a:pt x="13610" y="6039"/>
                  </a:lnTo>
                  <a:cubicBezTo>
                    <a:pt x="13610" y="7073"/>
                    <a:pt x="12776" y="7940"/>
                    <a:pt x="11709" y="7940"/>
                  </a:cubicBezTo>
                  <a:lnTo>
                    <a:pt x="11175" y="7940"/>
                  </a:lnTo>
                  <a:cubicBezTo>
                    <a:pt x="11108" y="7940"/>
                    <a:pt x="11042" y="7940"/>
                    <a:pt x="11008" y="8007"/>
                  </a:cubicBezTo>
                  <a:lnTo>
                    <a:pt x="8173" y="9775"/>
                  </a:lnTo>
                  <a:lnTo>
                    <a:pt x="8206" y="8307"/>
                  </a:lnTo>
                  <a:cubicBezTo>
                    <a:pt x="8240" y="8207"/>
                    <a:pt x="8206" y="8107"/>
                    <a:pt x="8140" y="8040"/>
                  </a:cubicBezTo>
                  <a:cubicBezTo>
                    <a:pt x="8073" y="7973"/>
                    <a:pt x="7973" y="7940"/>
                    <a:pt x="7873" y="7940"/>
                  </a:cubicBezTo>
                  <a:lnTo>
                    <a:pt x="2602" y="7940"/>
                  </a:lnTo>
                  <a:cubicBezTo>
                    <a:pt x="1535" y="7940"/>
                    <a:pt x="701" y="7073"/>
                    <a:pt x="701" y="6039"/>
                  </a:cubicBezTo>
                  <a:lnTo>
                    <a:pt x="701" y="2636"/>
                  </a:lnTo>
                  <a:cubicBezTo>
                    <a:pt x="701" y="1569"/>
                    <a:pt x="1535" y="735"/>
                    <a:pt x="2602" y="735"/>
                  </a:cubicBezTo>
                  <a:close/>
                  <a:moveTo>
                    <a:pt x="2602" y="1"/>
                  </a:moveTo>
                  <a:cubicBezTo>
                    <a:pt x="1168" y="1"/>
                    <a:pt x="1" y="1202"/>
                    <a:pt x="1" y="2636"/>
                  </a:cubicBezTo>
                  <a:lnTo>
                    <a:pt x="1" y="6039"/>
                  </a:lnTo>
                  <a:cubicBezTo>
                    <a:pt x="1" y="7473"/>
                    <a:pt x="1168" y="8640"/>
                    <a:pt x="2602" y="8640"/>
                  </a:cubicBezTo>
                  <a:lnTo>
                    <a:pt x="7506" y="8640"/>
                  </a:lnTo>
                  <a:lnTo>
                    <a:pt x="7439" y="10408"/>
                  </a:lnTo>
                  <a:cubicBezTo>
                    <a:pt x="7439" y="10542"/>
                    <a:pt x="7506" y="10675"/>
                    <a:pt x="7639" y="10742"/>
                  </a:cubicBezTo>
                  <a:cubicBezTo>
                    <a:pt x="7673" y="10775"/>
                    <a:pt x="7739" y="10775"/>
                    <a:pt x="7806" y="10775"/>
                  </a:cubicBezTo>
                  <a:cubicBezTo>
                    <a:pt x="7873" y="10775"/>
                    <a:pt x="7940" y="10775"/>
                    <a:pt x="7973" y="10742"/>
                  </a:cubicBezTo>
                  <a:lnTo>
                    <a:pt x="11275" y="8640"/>
                  </a:lnTo>
                  <a:lnTo>
                    <a:pt x="11709" y="8640"/>
                  </a:lnTo>
                  <a:cubicBezTo>
                    <a:pt x="13143" y="8640"/>
                    <a:pt x="14311" y="7473"/>
                    <a:pt x="14311" y="6039"/>
                  </a:cubicBezTo>
                  <a:lnTo>
                    <a:pt x="14311" y="2636"/>
                  </a:lnTo>
                  <a:cubicBezTo>
                    <a:pt x="14311" y="1168"/>
                    <a:pt x="13143" y="1"/>
                    <a:pt x="11709" y="1"/>
                  </a:cubicBezTo>
                  <a:close/>
                </a:path>
              </a:pathLst>
            </a:custGeom>
            <a:solidFill>
              <a:srgbClr val="75757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18" name="Google Shape;1918;p43"/>
            <p:cNvSpPr/>
            <p:nvPr/>
          </p:nvSpPr>
          <p:spPr>
            <a:xfrm>
              <a:off x="4735553" y="5157913"/>
              <a:ext cx="23672" cy="23672"/>
            </a:xfrm>
            <a:custGeom>
              <a:avLst/>
              <a:gdLst/>
              <a:ahLst/>
              <a:cxnLst/>
              <a:rect l="l" t="t" r="r" b="b"/>
              <a:pathLst>
                <a:path w="1235" h="1235" extrusionOk="0">
                  <a:moveTo>
                    <a:pt x="601" y="0"/>
                  </a:moveTo>
                  <a:cubicBezTo>
                    <a:pt x="267" y="0"/>
                    <a:pt x="1" y="267"/>
                    <a:pt x="1" y="601"/>
                  </a:cubicBezTo>
                  <a:cubicBezTo>
                    <a:pt x="1" y="968"/>
                    <a:pt x="267" y="1234"/>
                    <a:pt x="601" y="1234"/>
                  </a:cubicBezTo>
                  <a:cubicBezTo>
                    <a:pt x="935" y="1234"/>
                    <a:pt x="1235" y="968"/>
                    <a:pt x="1235" y="601"/>
                  </a:cubicBezTo>
                  <a:cubicBezTo>
                    <a:pt x="1235" y="267"/>
                    <a:pt x="968" y="0"/>
                    <a:pt x="601" y="0"/>
                  </a:cubicBezTo>
                  <a:close/>
                </a:path>
              </a:pathLst>
            </a:custGeom>
            <a:solidFill>
              <a:srgbClr val="75757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19" name="Google Shape;1919;p43"/>
            <p:cNvSpPr/>
            <p:nvPr/>
          </p:nvSpPr>
          <p:spPr>
            <a:xfrm>
              <a:off x="4781592" y="5157913"/>
              <a:ext cx="24304" cy="23672"/>
            </a:xfrm>
            <a:custGeom>
              <a:avLst/>
              <a:gdLst/>
              <a:ahLst/>
              <a:cxnLst/>
              <a:rect l="l" t="t" r="r" b="b"/>
              <a:pathLst>
                <a:path w="1268" h="1235" extrusionOk="0">
                  <a:moveTo>
                    <a:pt x="634" y="0"/>
                  </a:moveTo>
                  <a:cubicBezTo>
                    <a:pt x="301" y="0"/>
                    <a:pt x="0" y="267"/>
                    <a:pt x="0" y="601"/>
                  </a:cubicBezTo>
                  <a:cubicBezTo>
                    <a:pt x="0" y="968"/>
                    <a:pt x="301" y="1234"/>
                    <a:pt x="634" y="1234"/>
                  </a:cubicBezTo>
                  <a:cubicBezTo>
                    <a:pt x="968" y="1234"/>
                    <a:pt x="1268" y="968"/>
                    <a:pt x="1268" y="601"/>
                  </a:cubicBezTo>
                  <a:cubicBezTo>
                    <a:pt x="1268" y="267"/>
                    <a:pt x="968" y="0"/>
                    <a:pt x="634" y="0"/>
                  </a:cubicBezTo>
                  <a:close/>
                </a:path>
              </a:pathLst>
            </a:custGeom>
            <a:solidFill>
              <a:srgbClr val="75757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20" name="Google Shape;1920;p43"/>
            <p:cNvSpPr/>
            <p:nvPr/>
          </p:nvSpPr>
          <p:spPr>
            <a:xfrm>
              <a:off x="4828265" y="5157913"/>
              <a:ext cx="23672" cy="23672"/>
            </a:xfrm>
            <a:custGeom>
              <a:avLst/>
              <a:gdLst/>
              <a:ahLst/>
              <a:cxnLst/>
              <a:rect l="l" t="t" r="r" b="b"/>
              <a:pathLst>
                <a:path w="1235" h="1235" extrusionOk="0">
                  <a:moveTo>
                    <a:pt x="634" y="0"/>
                  </a:moveTo>
                  <a:cubicBezTo>
                    <a:pt x="301" y="0"/>
                    <a:pt x="0" y="267"/>
                    <a:pt x="0" y="601"/>
                  </a:cubicBezTo>
                  <a:cubicBezTo>
                    <a:pt x="0" y="968"/>
                    <a:pt x="301" y="1234"/>
                    <a:pt x="634" y="1234"/>
                  </a:cubicBezTo>
                  <a:cubicBezTo>
                    <a:pt x="968" y="1234"/>
                    <a:pt x="1235" y="968"/>
                    <a:pt x="1235" y="601"/>
                  </a:cubicBezTo>
                  <a:cubicBezTo>
                    <a:pt x="1235" y="267"/>
                    <a:pt x="968" y="0"/>
                    <a:pt x="634" y="0"/>
                  </a:cubicBezTo>
                  <a:close/>
                </a:path>
              </a:pathLst>
            </a:custGeom>
            <a:solidFill>
              <a:srgbClr val="75757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21" name="Google Shape;1921;p43"/>
            <p:cNvSpPr/>
            <p:nvPr/>
          </p:nvSpPr>
          <p:spPr>
            <a:xfrm>
              <a:off x="4874937" y="5157913"/>
              <a:ext cx="23672" cy="23672"/>
            </a:xfrm>
            <a:custGeom>
              <a:avLst/>
              <a:gdLst/>
              <a:ahLst/>
              <a:cxnLst/>
              <a:rect l="l" t="t" r="r" b="b"/>
              <a:pathLst>
                <a:path w="1235" h="1235" extrusionOk="0">
                  <a:moveTo>
                    <a:pt x="634" y="0"/>
                  </a:moveTo>
                  <a:cubicBezTo>
                    <a:pt x="267" y="0"/>
                    <a:pt x="0" y="267"/>
                    <a:pt x="0" y="601"/>
                  </a:cubicBezTo>
                  <a:cubicBezTo>
                    <a:pt x="0" y="968"/>
                    <a:pt x="267" y="1234"/>
                    <a:pt x="634" y="1234"/>
                  </a:cubicBezTo>
                  <a:cubicBezTo>
                    <a:pt x="968" y="1234"/>
                    <a:pt x="1235" y="968"/>
                    <a:pt x="1235" y="601"/>
                  </a:cubicBezTo>
                  <a:cubicBezTo>
                    <a:pt x="1235" y="267"/>
                    <a:pt x="968" y="0"/>
                    <a:pt x="634" y="0"/>
                  </a:cubicBezTo>
                  <a:close/>
                </a:path>
              </a:pathLst>
            </a:custGeom>
            <a:solidFill>
              <a:srgbClr val="75757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1922" name="Google Shape;1922;p43"/>
          <p:cNvSpPr/>
          <p:nvPr/>
        </p:nvSpPr>
        <p:spPr>
          <a:xfrm flipH="1">
            <a:off x="1687788" y="3596784"/>
            <a:ext cx="1179600" cy="705600"/>
          </a:xfrm>
          <a:prstGeom prst="rect">
            <a:avLst/>
          </a:prstGeom>
          <a:solidFill>
            <a:srgbClr val="EEEEEE"/>
          </a:solidFill>
          <a:ln>
            <a:noFill/>
          </a:ln>
        </p:spPr>
        <p:txBody>
          <a:bodyPr spcFirstLastPara="1" wrap="square" lIns="182867" tIns="121900" rIns="182867" bIns="121900" anchor="ctr" anchorCtr="0">
            <a:noAutofit/>
          </a:bodyPr>
          <a:lstStyle/>
          <a:p>
            <a:pPr algn="ctr" defTabSz="1219170">
              <a:buClr>
                <a:srgbClr val="000000"/>
              </a:buClr>
            </a:pPr>
            <a:r>
              <a:rPr lang="en" sz="1867" b="1" kern="0">
                <a:solidFill>
                  <a:srgbClr val="000000"/>
                </a:solidFill>
                <a:latin typeface="Roboto"/>
                <a:ea typeface="Roboto"/>
                <a:cs typeface="Roboto"/>
                <a:sym typeface="Roboto"/>
              </a:rPr>
              <a:t>Jupiter </a:t>
            </a:r>
            <a:endParaRPr sz="1867" b="1" kern="0">
              <a:solidFill>
                <a:srgbClr val="000000"/>
              </a:solidFill>
              <a:latin typeface="Roboto"/>
              <a:ea typeface="Roboto"/>
              <a:cs typeface="Roboto"/>
              <a:sym typeface="Roboto"/>
            </a:endParaRPr>
          </a:p>
        </p:txBody>
      </p:sp>
      <p:sp>
        <p:nvSpPr>
          <p:cNvPr id="1923" name="Google Shape;1923;p43"/>
          <p:cNvSpPr/>
          <p:nvPr/>
        </p:nvSpPr>
        <p:spPr>
          <a:xfrm flipH="1">
            <a:off x="877311" y="3550617"/>
            <a:ext cx="8102144" cy="804800"/>
          </a:xfrm>
          <a:prstGeom prst="roundRect">
            <a:avLst>
              <a:gd name="adj" fmla="val 50000"/>
            </a:avLst>
          </a:prstGeom>
          <a:solidFill>
            <a:schemeClr val="accent4">
              <a:lumMod val="60000"/>
              <a:lumOff val="40000"/>
            </a:scheme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nvGrpSpPr>
          <p:cNvPr id="1924" name="Google Shape;1924;p43"/>
          <p:cNvGrpSpPr/>
          <p:nvPr/>
        </p:nvGrpSpPr>
        <p:grpSpPr>
          <a:xfrm>
            <a:off x="2203140" y="3543752"/>
            <a:ext cx="5135753" cy="783434"/>
            <a:chOff x="1277664" y="1363075"/>
            <a:chExt cx="3111824" cy="587575"/>
          </a:xfrm>
        </p:grpSpPr>
        <p:sp>
          <p:nvSpPr>
            <p:cNvPr id="1925" name="Google Shape;1925;p43"/>
            <p:cNvSpPr txBox="1"/>
            <p:nvPr/>
          </p:nvSpPr>
          <p:spPr>
            <a:xfrm flipH="1">
              <a:off x="1882816" y="1384250"/>
              <a:ext cx="2506672" cy="566400"/>
            </a:xfrm>
            <a:prstGeom prst="rect">
              <a:avLst/>
            </a:prstGeom>
            <a:noFill/>
            <a:ln>
              <a:noFill/>
            </a:ln>
          </p:spPr>
          <p:txBody>
            <a:bodyPr spcFirstLastPara="1" wrap="square" lIns="121900" tIns="121900" rIns="121900" bIns="121900" anchor="ctr" anchorCtr="0">
              <a:noAutofit/>
            </a:bodyPr>
            <a:lstStyle/>
            <a:p>
              <a:pPr defTabSz="1219170">
                <a:buClr>
                  <a:srgbClr val="000000"/>
                </a:buClr>
                <a:buSzPts val="1100"/>
              </a:pPr>
              <a:r>
                <a:rPr lang="ru-RU" sz="1400" kern="0" dirty="0">
                  <a:solidFill>
                    <a:srgbClr val="FFFFFF"/>
                  </a:solidFill>
                  <a:latin typeface="Roboto"/>
                  <a:ea typeface="Roboto"/>
                  <a:cs typeface="Roboto"/>
                  <a:sym typeface="Roboto"/>
                </a:rPr>
                <a:t>Нет системы фиксации замен смен → это влияет на корректность расчёта зарплаты и оценку KPI.</a:t>
              </a:r>
              <a:endParaRPr lang="de-DE" sz="1400" kern="0" dirty="0">
                <a:solidFill>
                  <a:srgbClr val="FFFFFF"/>
                </a:solidFill>
                <a:latin typeface="Roboto"/>
                <a:ea typeface="Roboto"/>
                <a:cs typeface="Roboto"/>
                <a:sym typeface="Roboto"/>
              </a:endParaRPr>
            </a:p>
          </p:txBody>
        </p:sp>
        <p:sp>
          <p:nvSpPr>
            <p:cNvPr id="1926" name="Google Shape;1926;p43"/>
            <p:cNvSpPr txBox="1"/>
            <p:nvPr/>
          </p:nvSpPr>
          <p:spPr>
            <a:xfrm flipH="1">
              <a:off x="1277664" y="1363075"/>
              <a:ext cx="1070700" cy="566400"/>
            </a:xfrm>
            <a:prstGeom prst="rect">
              <a:avLst/>
            </a:prstGeom>
            <a:noFill/>
            <a:ln>
              <a:noFill/>
            </a:ln>
          </p:spPr>
          <p:txBody>
            <a:bodyPr spcFirstLastPara="1" wrap="square" lIns="0" tIns="0" rIns="0" bIns="0" anchor="ctr" anchorCtr="0">
              <a:noAutofit/>
            </a:bodyPr>
            <a:lstStyle/>
            <a:p>
              <a:pPr defTabSz="1219170">
                <a:buClr>
                  <a:srgbClr val="000000"/>
                </a:buClr>
              </a:pPr>
              <a:r>
                <a:rPr lang="vi-VN" sz="2667" kern="0">
                  <a:solidFill>
                    <a:srgbClr val="FFFFFF"/>
                  </a:solidFill>
                  <a:latin typeface="Fira Sans Extra Condensed SemiBold"/>
                  <a:ea typeface="Fira Sans Extra Condensed SemiBold"/>
                  <a:cs typeface="Fira Sans Extra Condensed SemiBold"/>
                  <a:sym typeface="Fira Sans Extra Condensed SemiBold"/>
                </a:rPr>
                <a:t>2</a:t>
              </a:r>
              <a:endParaRPr sz="2667" kern="0" dirty="0">
                <a:solidFill>
                  <a:srgbClr val="FFFFFF"/>
                </a:solidFill>
                <a:latin typeface="Fira Sans Extra Condensed SemiBold"/>
                <a:ea typeface="Fira Sans Extra Condensed SemiBold"/>
                <a:cs typeface="Fira Sans Extra Condensed SemiBold"/>
                <a:sym typeface="Fira Sans Extra Condensed SemiBold"/>
              </a:endParaRPr>
            </a:p>
          </p:txBody>
        </p:sp>
      </p:grpSp>
      <p:grpSp>
        <p:nvGrpSpPr>
          <p:cNvPr id="1927" name="Google Shape;1927;p43"/>
          <p:cNvGrpSpPr/>
          <p:nvPr/>
        </p:nvGrpSpPr>
        <p:grpSpPr>
          <a:xfrm>
            <a:off x="964555" y="3628094"/>
            <a:ext cx="653712" cy="653940"/>
            <a:chOff x="3802620" y="1176257"/>
            <a:chExt cx="1538872" cy="1539406"/>
          </a:xfrm>
        </p:grpSpPr>
        <p:sp>
          <p:nvSpPr>
            <p:cNvPr id="1928" name="Google Shape;1928;p43"/>
            <p:cNvSpPr/>
            <p:nvPr/>
          </p:nvSpPr>
          <p:spPr>
            <a:xfrm>
              <a:off x="3802620" y="1176257"/>
              <a:ext cx="1538872" cy="1539406"/>
            </a:xfrm>
            <a:custGeom>
              <a:avLst/>
              <a:gdLst/>
              <a:ahLst/>
              <a:cxnLst/>
              <a:rect l="l" t="t" r="r" b="b"/>
              <a:pathLst>
                <a:path w="46074" h="46090" extrusionOk="0">
                  <a:moveTo>
                    <a:pt x="23045" y="1"/>
                  </a:moveTo>
                  <a:cubicBezTo>
                    <a:pt x="10315" y="1"/>
                    <a:pt x="1" y="10315"/>
                    <a:pt x="1" y="23045"/>
                  </a:cubicBezTo>
                  <a:cubicBezTo>
                    <a:pt x="1" y="35776"/>
                    <a:pt x="10315" y="46090"/>
                    <a:pt x="23045" y="46090"/>
                  </a:cubicBezTo>
                  <a:cubicBezTo>
                    <a:pt x="35759" y="46090"/>
                    <a:pt x="46073" y="35776"/>
                    <a:pt x="46073" y="23045"/>
                  </a:cubicBezTo>
                  <a:cubicBezTo>
                    <a:pt x="46073" y="10315"/>
                    <a:pt x="35759" y="1"/>
                    <a:pt x="23045" y="1"/>
                  </a:cubicBezTo>
                  <a:close/>
                </a:path>
              </a:pathLst>
            </a:custGeom>
            <a:gradFill>
              <a:gsLst>
                <a:gs pos="0">
                  <a:srgbClr val="000000">
                    <a:alpha val="11372"/>
                  </a:srgbClr>
                </a:gs>
                <a:gs pos="100000">
                  <a:srgbClr val="FFFFFF"/>
                </a:gs>
              </a:gsLst>
              <a:lin ang="16200038"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29" name="Google Shape;1929;p43"/>
            <p:cNvSpPr/>
            <p:nvPr/>
          </p:nvSpPr>
          <p:spPr>
            <a:xfrm>
              <a:off x="3872192" y="1246397"/>
              <a:ext cx="1399727" cy="1399694"/>
            </a:xfrm>
            <a:custGeom>
              <a:avLst/>
              <a:gdLst/>
              <a:ahLst/>
              <a:cxnLst/>
              <a:rect l="l" t="t" r="r" b="b"/>
              <a:pathLst>
                <a:path w="41908" h="41907" extrusionOk="0">
                  <a:moveTo>
                    <a:pt x="20962" y="0"/>
                  </a:moveTo>
                  <a:cubicBezTo>
                    <a:pt x="9382" y="0"/>
                    <a:pt x="1" y="9381"/>
                    <a:pt x="1" y="20945"/>
                  </a:cubicBezTo>
                  <a:cubicBezTo>
                    <a:pt x="1" y="32526"/>
                    <a:pt x="9382" y="41907"/>
                    <a:pt x="20962" y="41907"/>
                  </a:cubicBezTo>
                  <a:cubicBezTo>
                    <a:pt x="32526" y="41907"/>
                    <a:pt x="41907" y="32526"/>
                    <a:pt x="41907" y="20945"/>
                  </a:cubicBezTo>
                  <a:cubicBezTo>
                    <a:pt x="41907" y="9381"/>
                    <a:pt x="32526" y="0"/>
                    <a:pt x="20962" y="0"/>
                  </a:cubicBezTo>
                  <a:close/>
                </a:path>
              </a:pathLst>
            </a:custGeom>
            <a:gradFill>
              <a:gsLst>
                <a:gs pos="0">
                  <a:srgbClr val="000000">
                    <a:alpha val="11372"/>
                  </a:srgbClr>
                </a:gs>
                <a:gs pos="100000">
                  <a:schemeClr val="lt1"/>
                </a:gs>
              </a:gsLst>
              <a:lin ang="5400012"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1930" name="Google Shape;1930;p43"/>
          <p:cNvGrpSpPr/>
          <p:nvPr/>
        </p:nvGrpSpPr>
        <p:grpSpPr>
          <a:xfrm flipH="1">
            <a:off x="1153664" y="5076339"/>
            <a:ext cx="7479931" cy="716061"/>
            <a:chOff x="2668508" y="1587929"/>
            <a:chExt cx="5609948" cy="537046"/>
          </a:xfrm>
        </p:grpSpPr>
        <p:sp>
          <p:nvSpPr>
            <p:cNvPr id="1931" name="Google Shape;1931;p43"/>
            <p:cNvSpPr/>
            <p:nvPr/>
          </p:nvSpPr>
          <p:spPr>
            <a:xfrm>
              <a:off x="2668508" y="1587975"/>
              <a:ext cx="4514100" cy="537000"/>
            </a:xfrm>
            <a:prstGeom prst="rect">
              <a:avLst/>
            </a:prstGeom>
            <a:solidFill>
              <a:srgbClr val="EEEEE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32" name="Google Shape;1932;p43"/>
            <p:cNvSpPr/>
            <p:nvPr/>
          </p:nvSpPr>
          <p:spPr>
            <a:xfrm>
              <a:off x="6917390" y="1587929"/>
              <a:ext cx="1361066" cy="536998"/>
            </a:xfrm>
            <a:custGeom>
              <a:avLst/>
              <a:gdLst/>
              <a:ahLst/>
              <a:cxnLst/>
              <a:rect l="l" t="t" r="r" b="b"/>
              <a:pathLst>
                <a:path w="72119" h="28454" extrusionOk="0">
                  <a:moveTo>
                    <a:pt x="61778" y="0"/>
                  </a:moveTo>
                  <a:lnTo>
                    <a:pt x="1" y="0"/>
                  </a:lnTo>
                  <a:lnTo>
                    <a:pt x="1" y="14711"/>
                  </a:lnTo>
                  <a:lnTo>
                    <a:pt x="1" y="28454"/>
                  </a:lnTo>
                  <a:lnTo>
                    <a:pt x="61845" y="28454"/>
                  </a:lnTo>
                  <a:cubicBezTo>
                    <a:pt x="62412" y="28454"/>
                    <a:pt x="62946" y="28154"/>
                    <a:pt x="63312" y="27687"/>
                  </a:cubicBezTo>
                  <a:lnTo>
                    <a:pt x="71685" y="15678"/>
                  </a:lnTo>
                  <a:cubicBezTo>
                    <a:pt x="72119" y="15078"/>
                    <a:pt x="72119" y="14310"/>
                    <a:pt x="71718" y="13677"/>
                  </a:cubicBezTo>
                  <a:lnTo>
                    <a:pt x="63312" y="801"/>
                  </a:lnTo>
                  <a:cubicBezTo>
                    <a:pt x="62946" y="300"/>
                    <a:pt x="62412" y="0"/>
                    <a:pt x="61778" y="0"/>
                  </a:cubicBezTo>
                  <a:close/>
                </a:path>
              </a:pathLst>
            </a:custGeom>
            <a:solidFill>
              <a:srgbClr val="EEEEE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1933" name="Google Shape;1933;p43"/>
          <p:cNvSpPr/>
          <p:nvPr/>
        </p:nvSpPr>
        <p:spPr>
          <a:xfrm flipH="1">
            <a:off x="877471" y="5127520"/>
            <a:ext cx="695867" cy="613633"/>
          </a:xfrm>
          <a:custGeom>
            <a:avLst/>
            <a:gdLst/>
            <a:ahLst/>
            <a:cxnLst/>
            <a:rect l="l" t="t" r="r" b="b"/>
            <a:pathLst>
              <a:path w="27654" h="24386" extrusionOk="0">
                <a:moveTo>
                  <a:pt x="27086" y="11209"/>
                </a:moveTo>
                <a:lnTo>
                  <a:pt x="20481" y="1102"/>
                </a:lnTo>
                <a:cubicBezTo>
                  <a:pt x="20048" y="401"/>
                  <a:pt x="19281" y="1"/>
                  <a:pt x="18447" y="1"/>
                </a:cubicBezTo>
                <a:lnTo>
                  <a:pt x="9173" y="1"/>
                </a:lnTo>
                <a:cubicBezTo>
                  <a:pt x="8373" y="1"/>
                  <a:pt x="7606" y="401"/>
                  <a:pt x="7172" y="1035"/>
                </a:cubicBezTo>
                <a:lnTo>
                  <a:pt x="601" y="10442"/>
                </a:lnTo>
                <a:cubicBezTo>
                  <a:pt x="0" y="11276"/>
                  <a:pt x="0" y="12343"/>
                  <a:pt x="534" y="13177"/>
                </a:cubicBezTo>
                <a:lnTo>
                  <a:pt x="7139" y="23284"/>
                </a:lnTo>
                <a:cubicBezTo>
                  <a:pt x="7606" y="23951"/>
                  <a:pt x="8373" y="24385"/>
                  <a:pt x="9173" y="24385"/>
                </a:cubicBezTo>
                <a:lnTo>
                  <a:pt x="18480" y="24385"/>
                </a:lnTo>
                <a:cubicBezTo>
                  <a:pt x="19281" y="24385"/>
                  <a:pt x="20014" y="23985"/>
                  <a:pt x="20481" y="23318"/>
                </a:cubicBezTo>
                <a:lnTo>
                  <a:pt x="27053" y="13944"/>
                </a:lnTo>
                <a:cubicBezTo>
                  <a:pt x="27620" y="13110"/>
                  <a:pt x="27653" y="12043"/>
                  <a:pt x="27086" y="11209"/>
                </a:cubicBezTo>
                <a:close/>
              </a:path>
            </a:pathLst>
          </a:custGeom>
          <a:solidFill>
            <a:srgbClr val="6AA84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34" name="Google Shape;1934;p43"/>
          <p:cNvSpPr/>
          <p:nvPr/>
        </p:nvSpPr>
        <p:spPr>
          <a:xfrm flipH="1">
            <a:off x="936229" y="5171175"/>
            <a:ext cx="589275" cy="526316"/>
          </a:xfrm>
          <a:custGeom>
            <a:avLst/>
            <a:gdLst/>
            <a:ahLst/>
            <a:cxnLst/>
            <a:rect l="l" t="t" r="r" b="b"/>
            <a:pathLst>
              <a:path w="23418" h="20916" extrusionOk="0">
                <a:moveTo>
                  <a:pt x="6138" y="19948"/>
                </a:moveTo>
                <a:lnTo>
                  <a:pt x="468" y="11242"/>
                </a:lnTo>
                <a:cubicBezTo>
                  <a:pt x="1" y="10541"/>
                  <a:pt x="1" y="9607"/>
                  <a:pt x="501" y="8907"/>
                </a:cubicBezTo>
                <a:lnTo>
                  <a:pt x="6105" y="901"/>
                </a:lnTo>
                <a:cubicBezTo>
                  <a:pt x="6505" y="334"/>
                  <a:pt x="7139" y="1"/>
                  <a:pt x="7839" y="1"/>
                </a:cubicBezTo>
                <a:lnTo>
                  <a:pt x="15512" y="1"/>
                </a:lnTo>
                <a:cubicBezTo>
                  <a:pt x="16212" y="1"/>
                  <a:pt x="16879" y="367"/>
                  <a:pt x="17246" y="968"/>
                </a:cubicBezTo>
                <a:lnTo>
                  <a:pt x="22950" y="9641"/>
                </a:lnTo>
                <a:cubicBezTo>
                  <a:pt x="23417" y="10375"/>
                  <a:pt x="23417" y="11309"/>
                  <a:pt x="22917" y="12009"/>
                </a:cubicBezTo>
                <a:lnTo>
                  <a:pt x="17313" y="20015"/>
                </a:lnTo>
                <a:cubicBezTo>
                  <a:pt x="16913" y="20582"/>
                  <a:pt x="16279" y="20915"/>
                  <a:pt x="15578" y="20915"/>
                </a:cubicBezTo>
                <a:lnTo>
                  <a:pt x="7906" y="20915"/>
                </a:lnTo>
                <a:cubicBezTo>
                  <a:pt x="7206" y="20882"/>
                  <a:pt x="6539" y="20549"/>
                  <a:pt x="6138" y="19948"/>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35" name="Google Shape;1935;p43"/>
          <p:cNvSpPr/>
          <p:nvPr/>
        </p:nvSpPr>
        <p:spPr>
          <a:xfrm flipH="1">
            <a:off x="3019337" y="5076333"/>
            <a:ext cx="4171200" cy="705600"/>
          </a:xfrm>
          <a:prstGeom prst="rect">
            <a:avLst/>
          </a:prstGeom>
          <a:solidFill>
            <a:srgbClr val="EEEEEE"/>
          </a:solidFill>
          <a:ln>
            <a:noFill/>
          </a:ln>
        </p:spPr>
        <p:txBody>
          <a:bodyPr spcFirstLastPara="1" wrap="square" lIns="182867" tIns="121900" rIns="182867" bIns="121900" anchor="ctr" anchorCtr="0">
            <a:noAutofit/>
          </a:bodyPr>
          <a:lstStyle/>
          <a:p>
            <a:pPr algn="r" defTabSz="1219170">
              <a:buClr>
                <a:srgbClr val="000000"/>
              </a:buClr>
            </a:pPr>
            <a:r>
              <a:rPr lang="en" sz="1600" kern="0">
                <a:solidFill>
                  <a:srgbClr val="000000"/>
                </a:solidFill>
                <a:latin typeface="Roboto"/>
                <a:ea typeface="Roboto"/>
                <a:cs typeface="Roboto"/>
                <a:sym typeface="Roboto"/>
              </a:rPr>
              <a:t>Jupiter is a gas giant and also the biggest planet in the Solar System</a:t>
            </a:r>
            <a:endParaRPr sz="1600" kern="0">
              <a:solidFill>
                <a:srgbClr val="000000"/>
              </a:solidFill>
              <a:latin typeface="Roboto"/>
              <a:ea typeface="Roboto"/>
              <a:cs typeface="Roboto"/>
              <a:sym typeface="Roboto"/>
            </a:endParaRPr>
          </a:p>
        </p:txBody>
      </p:sp>
      <p:grpSp>
        <p:nvGrpSpPr>
          <p:cNvPr id="1936" name="Google Shape;1936;p43"/>
          <p:cNvGrpSpPr/>
          <p:nvPr/>
        </p:nvGrpSpPr>
        <p:grpSpPr>
          <a:xfrm flipH="1">
            <a:off x="1037942" y="5292862"/>
            <a:ext cx="375324" cy="282615"/>
            <a:chOff x="4679929" y="5087569"/>
            <a:chExt cx="274306" cy="206549"/>
          </a:xfrm>
        </p:grpSpPr>
        <p:sp>
          <p:nvSpPr>
            <p:cNvPr id="1937" name="Google Shape;1937;p43"/>
            <p:cNvSpPr/>
            <p:nvPr/>
          </p:nvSpPr>
          <p:spPr>
            <a:xfrm>
              <a:off x="4679929" y="5087569"/>
              <a:ext cx="274306" cy="206549"/>
            </a:xfrm>
            <a:custGeom>
              <a:avLst/>
              <a:gdLst/>
              <a:ahLst/>
              <a:cxnLst/>
              <a:rect l="l" t="t" r="r" b="b"/>
              <a:pathLst>
                <a:path w="14311" h="10776" extrusionOk="0">
                  <a:moveTo>
                    <a:pt x="11709" y="735"/>
                  </a:moveTo>
                  <a:cubicBezTo>
                    <a:pt x="12776" y="735"/>
                    <a:pt x="13610" y="1569"/>
                    <a:pt x="13610" y="2636"/>
                  </a:cubicBezTo>
                  <a:lnTo>
                    <a:pt x="13610" y="6039"/>
                  </a:lnTo>
                  <a:cubicBezTo>
                    <a:pt x="13610" y="7073"/>
                    <a:pt x="12776" y="7940"/>
                    <a:pt x="11709" y="7940"/>
                  </a:cubicBezTo>
                  <a:lnTo>
                    <a:pt x="11175" y="7940"/>
                  </a:lnTo>
                  <a:cubicBezTo>
                    <a:pt x="11108" y="7940"/>
                    <a:pt x="11042" y="7940"/>
                    <a:pt x="11008" y="8007"/>
                  </a:cubicBezTo>
                  <a:lnTo>
                    <a:pt x="8173" y="9775"/>
                  </a:lnTo>
                  <a:lnTo>
                    <a:pt x="8206" y="8307"/>
                  </a:lnTo>
                  <a:cubicBezTo>
                    <a:pt x="8240" y="8207"/>
                    <a:pt x="8206" y="8107"/>
                    <a:pt x="8140" y="8040"/>
                  </a:cubicBezTo>
                  <a:cubicBezTo>
                    <a:pt x="8073" y="7973"/>
                    <a:pt x="7973" y="7940"/>
                    <a:pt x="7873" y="7940"/>
                  </a:cubicBezTo>
                  <a:lnTo>
                    <a:pt x="2602" y="7940"/>
                  </a:lnTo>
                  <a:cubicBezTo>
                    <a:pt x="1535" y="7940"/>
                    <a:pt x="701" y="7073"/>
                    <a:pt x="701" y="6039"/>
                  </a:cubicBezTo>
                  <a:lnTo>
                    <a:pt x="701" y="2636"/>
                  </a:lnTo>
                  <a:cubicBezTo>
                    <a:pt x="701" y="1569"/>
                    <a:pt x="1535" y="735"/>
                    <a:pt x="2602" y="735"/>
                  </a:cubicBezTo>
                  <a:close/>
                  <a:moveTo>
                    <a:pt x="2602" y="1"/>
                  </a:moveTo>
                  <a:cubicBezTo>
                    <a:pt x="1168" y="1"/>
                    <a:pt x="1" y="1202"/>
                    <a:pt x="1" y="2636"/>
                  </a:cubicBezTo>
                  <a:lnTo>
                    <a:pt x="1" y="6039"/>
                  </a:lnTo>
                  <a:cubicBezTo>
                    <a:pt x="1" y="7473"/>
                    <a:pt x="1168" y="8640"/>
                    <a:pt x="2602" y="8640"/>
                  </a:cubicBezTo>
                  <a:lnTo>
                    <a:pt x="7506" y="8640"/>
                  </a:lnTo>
                  <a:lnTo>
                    <a:pt x="7439" y="10408"/>
                  </a:lnTo>
                  <a:cubicBezTo>
                    <a:pt x="7439" y="10542"/>
                    <a:pt x="7506" y="10675"/>
                    <a:pt x="7639" y="10742"/>
                  </a:cubicBezTo>
                  <a:cubicBezTo>
                    <a:pt x="7673" y="10775"/>
                    <a:pt x="7739" y="10775"/>
                    <a:pt x="7806" y="10775"/>
                  </a:cubicBezTo>
                  <a:cubicBezTo>
                    <a:pt x="7873" y="10775"/>
                    <a:pt x="7940" y="10775"/>
                    <a:pt x="7973" y="10742"/>
                  </a:cubicBezTo>
                  <a:lnTo>
                    <a:pt x="11275" y="8640"/>
                  </a:lnTo>
                  <a:lnTo>
                    <a:pt x="11709" y="8640"/>
                  </a:lnTo>
                  <a:cubicBezTo>
                    <a:pt x="13143" y="8640"/>
                    <a:pt x="14311" y="7473"/>
                    <a:pt x="14311" y="6039"/>
                  </a:cubicBezTo>
                  <a:lnTo>
                    <a:pt x="14311" y="2636"/>
                  </a:lnTo>
                  <a:cubicBezTo>
                    <a:pt x="14311" y="1168"/>
                    <a:pt x="13143" y="1"/>
                    <a:pt x="11709" y="1"/>
                  </a:cubicBezTo>
                  <a:close/>
                </a:path>
              </a:pathLst>
            </a:custGeom>
            <a:solidFill>
              <a:srgbClr val="75757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38" name="Google Shape;1938;p43"/>
            <p:cNvSpPr/>
            <p:nvPr/>
          </p:nvSpPr>
          <p:spPr>
            <a:xfrm>
              <a:off x="4735553" y="5157913"/>
              <a:ext cx="23672" cy="23672"/>
            </a:xfrm>
            <a:custGeom>
              <a:avLst/>
              <a:gdLst/>
              <a:ahLst/>
              <a:cxnLst/>
              <a:rect l="l" t="t" r="r" b="b"/>
              <a:pathLst>
                <a:path w="1235" h="1235" extrusionOk="0">
                  <a:moveTo>
                    <a:pt x="601" y="0"/>
                  </a:moveTo>
                  <a:cubicBezTo>
                    <a:pt x="267" y="0"/>
                    <a:pt x="1" y="267"/>
                    <a:pt x="1" y="601"/>
                  </a:cubicBezTo>
                  <a:cubicBezTo>
                    <a:pt x="1" y="968"/>
                    <a:pt x="267" y="1234"/>
                    <a:pt x="601" y="1234"/>
                  </a:cubicBezTo>
                  <a:cubicBezTo>
                    <a:pt x="935" y="1234"/>
                    <a:pt x="1235" y="968"/>
                    <a:pt x="1235" y="601"/>
                  </a:cubicBezTo>
                  <a:cubicBezTo>
                    <a:pt x="1235" y="267"/>
                    <a:pt x="968" y="0"/>
                    <a:pt x="601" y="0"/>
                  </a:cubicBezTo>
                  <a:close/>
                </a:path>
              </a:pathLst>
            </a:custGeom>
            <a:solidFill>
              <a:srgbClr val="75757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39" name="Google Shape;1939;p43"/>
            <p:cNvSpPr/>
            <p:nvPr/>
          </p:nvSpPr>
          <p:spPr>
            <a:xfrm>
              <a:off x="4781592" y="5157913"/>
              <a:ext cx="24304" cy="23672"/>
            </a:xfrm>
            <a:custGeom>
              <a:avLst/>
              <a:gdLst/>
              <a:ahLst/>
              <a:cxnLst/>
              <a:rect l="l" t="t" r="r" b="b"/>
              <a:pathLst>
                <a:path w="1268" h="1235" extrusionOk="0">
                  <a:moveTo>
                    <a:pt x="634" y="0"/>
                  </a:moveTo>
                  <a:cubicBezTo>
                    <a:pt x="301" y="0"/>
                    <a:pt x="0" y="267"/>
                    <a:pt x="0" y="601"/>
                  </a:cubicBezTo>
                  <a:cubicBezTo>
                    <a:pt x="0" y="968"/>
                    <a:pt x="301" y="1234"/>
                    <a:pt x="634" y="1234"/>
                  </a:cubicBezTo>
                  <a:cubicBezTo>
                    <a:pt x="968" y="1234"/>
                    <a:pt x="1268" y="968"/>
                    <a:pt x="1268" y="601"/>
                  </a:cubicBezTo>
                  <a:cubicBezTo>
                    <a:pt x="1268" y="267"/>
                    <a:pt x="968" y="0"/>
                    <a:pt x="634" y="0"/>
                  </a:cubicBezTo>
                  <a:close/>
                </a:path>
              </a:pathLst>
            </a:custGeom>
            <a:solidFill>
              <a:srgbClr val="75757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40" name="Google Shape;1940;p43"/>
            <p:cNvSpPr/>
            <p:nvPr/>
          </p:nvSpPr>
          <p:spPr>
            <a:xfrm>
              <a:off x="4828265" y="5157913"/>
              <a:ext cx="23672" cy="23672"/>
            </a:xfrm>
            <a:custGeom>
              <a:avLst/>
              <a:gdLst/>
              <a:ahLst/>
              <a:cxnLst/>
              <a:rect l="l" t="t" r="r" b="b"/>
              <a:pathLst>
                <a:path w="1235" h="1235" extrusionOk="0">
                  <a:moveTo>
                    <a:pt x="634" y="0"/>
                  </a:moveTo>
                  <a:cubicBezTo>
                    <a:pt x="301" y="0"/>
                    <a:pt x="0" y="267"/>
                    <a:pt x="0" y="601"/>
                  </a:cubicBezTo>
                  <a:cubicBezTo>
                    <a:pt x="0" y="968"/>
                    <a:pt x="301" y="1234"/>
                    <a:pt x="634" y="1234"/>
                  </a:cubicBezTo>
                  <a:cubicBezTo>
                    <a:pt x="968" y="1234"/>
                    <a:pt x="1235" y="968"/>
                    <a:pt x="1235" y="601"/>
                  </a:cubicBezTo>
                  <a:cubicBezTo>
                    <a:pt x="1235" y="267"/>
                    <a:pt x="968" y="0"/>
                    <a:pt x="634" y="0"/>
                  </a:cubicBezTo>
                  <a:close/>
                </a:path>
              </a:pathLst>
            </a:custGeom>
            <a:solidFill>
              <a:srgbClr val="75757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41" name="Google Shape;1941;p43"/>
            <p:cNvSpPr/>
            <p:nvPr/>
          </p:nvSpPr>
          <p:spPr>
            <a:xfrm>
              <a:off x="4874937" y="5157913"/>
              <a:ext cx="23672" cy="23672"/>
            </a:xfrm>
            <a:custGeom>
              <a:avLst/>
              <a:gdLst/>
              <a:ahLst/>
              <a:cxnLst/>
              <a:rect l="l" t="t" r="r" b="b"/>
              <a:pathLst>
                <a:path w="1235" h="1235" extrusionOk="0">
                  <a:moveTo>
                    <a:pt x="634" y="0"/>
                  </a:moveTo>
                  <a:cubicBezTo>
                    <a:pt x="267" y="0"/>
                    <a:pt x="0" y="267"/>
                    <a:pt x="0" y="601"/>
                  </a:cubicBezTo>
                  <a:cubicBezTo>
                    <a:pt x="0" y="968"/>
                    <a:pt x="267" y="1234"/>
                    <a:pt x="634" y="1234"/>
                  </a:cubicBezTo>
                  <a:cubicBezTo>
                    <a:pt x="968" y="1234"/>
                    <a:pt x="1235" y="968"/>
                    <a:pt x="1235" y="601"/>
                  </a:cubicBezTo>
                  <a:cubicBezTo>
                    <a:pt x="1235" y="267"/>
                    <a:pt x="968" y="0"/>
                    <a:pt x="634" y="0"/>
                  </a:cubicBezTo>
                  <a:close/>
                </a:path>
              </a:pathLst>
            </a:custGeom>
            <a:solidFill>
              <a:srgbClr val="75757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1942" name="Google Shape;1942;p43"/>
          <p:cNvSpPr/>
          <p:nvPr/>
        </p:nvSpPr>
        <p:spPr>
          <a:xfrm flipH="1">
            <a:off x="1687788" y="5076333"/>
            <a:ext cx="1179600" cy="705600"/>
          </a:xfrm>
          <a:prstGeom prst="rect">
            <a:avLst/>
          </a:prstGeom>
          <a:solidFill>
            <a:srgbClr val="EEEEEE"/>
          </a:solidFill>
          <a:ln>
            <a:noFill/>
          </a:ln>
        </p:spPr>
        <p:txBody>
          <a:bodyPr spcFirstLastPara="1" wrap="square" lIns="182867" tIns="121900" rIns="182867" bIns="121900" anchor="ctr" anchorCtr="0">
            <a:noAutofit/>
          </a:bodyPr>
          <a:lstStyle/>
          <a:p>
            <a:pPr algn="ctr" defTabSz="1219170">
              <a:buClr>
                <a:srgbClr val="000000"/>
              </a:buClr>
            </a:pPr>
            <a:r>
              <a:rPr lang="en" sz="1867" b="1" kern="0">
                <a:solidFill>
                  <a:srgbClr val="000000"/>
                </a:solidFill>
                <a:latin typeface="Roboto"/>
                <a:ea typeface="Roboto"/>
                <a:cs typeface="Roboto"/>
                <a:sym typeface="Roboto"/>
              </a:rPr>
              <a:t>Jupiter </a:t>
            </a:r>
            <a:endParaRPr sz="1867" b="1" kern="0">
              <a:solidFill>
                <a:srgbClr val="000000"/>
              </a:solidFill>
              <a:latin typeface="Roboto"/>
              <a:ea typeface="Roboto"/>
              <a:cs typeface="Roboto"/>
              <a:sym typeface="Roboto"/>
            </a:endParaRPr>
          </a:p>
        </p:txBody>
      </p:sp>
      <p:sp>
        <p:nvSpPr>
          <p:cNvPr id="1943" name="Google Shape;1943;p43"/>
          <p:cNvSpPr/>
          <p:nvPr/>
        </p:nvSpPr>
        <p:spPr>
          <a:xfrm flipH="1">
            <a:off x="877447" y="5030167"/>
            <a:ext cx="8673512" cy="804800"/>
          </a:xfrm>
          <a:prstGeom prst="roundRect">
            <a:avLst>
              <a:gd name="adj" fmla="val 50000"/>
            </a:avLst>
          </a:prstGeom>
          <a:gradFill>
            <a:gsLst>
              <a:gs pos="0">
                <a:schemeClr val="accent5"/>
              </a:gs>
              <a:gs pos="100000">
                <a:schemeClr val="accent4"/>
              </a:gs>
            </a:gsLst>
            <a:lin ang="5400700"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nvGrpSpPr>
          <p:cNvPr id="1944" name="Google Shape;1944;p43"/>
          <p:cNvGrpSpPr/>
          <p:nvPr/>
        </p:nvGrpSpPr>
        <p:grpSpPr>
          <a:xfrm>
            <a:off x="2192300" y="5030167"/>
            <a:ext cx="5947796" cy="755202"/>
            <a:chOff x="1271096" y="1368224"/>
            <a:chExt cx="3337876" cy="566401"/>
          </a:xfrm>
        </p:grpSpPr>
        <p:sp>
          <p:nvSpPr>
            <p:cNvPr id="1945" name="Google Shape;1945;p43"/>
            <p:cNvSpPr txBox="1"/>
            <p:nvPr/>
          </p:nvSpPr>
          <p:spPr>
            <a:xfrm flipH="1">
              <a:off x="1850835" y="1368224"/>
              <a:ext cx="2758137" cy="566400"/>
            </a:xfrm>
            <a:prstGeom prst="rect">
              <a:avLst/>
            </a:prstGeom>
            <a:noFill/>
            <a:ln>
              <a:noFill/>
            </a:ln>
          </p:spPr>
          <p:txBody>
            <a:bodyPr spcFirstLastPara="1" wrap="square" lIns="121900" tIns="121900" rIns="121900" bIns="121900" anchor="ctr" anchorCtr="0">
              <a:noAutofit/>
            </a:bodyPr>
            <a:lstStyle/>
            <a:p>
              <a:pPr defTabSz="1219170">
                <a:buClr>
                  <a:srgbClr val="000000"/>
                </a:buClr>
                <a:buSzPts val="1100"/>
              </a:pPr>
              <a:r>
                <a:rPr lang="ru-RU" sz="1400" kern="0" dirty="0">
                  <a:solidFill>
                    <a:srgbClr val="FFFFFF"/>
                  </a:solidFill>
                  <a:latin typeface="Roboto"/>
                  <a:ea typeface="Roboto"/>
                  <a:cs typeface="Roboto"/>
                  <a:sym typeface="Roboto"/>
                </a:rPr>
                <a:t>Отсутствует автоматическое оповещение сотрудников о сменах через централизованную систему → возможны недопонимания и пропуски информации.</a:t>
              </a:r>
              <a:endParaRPr lang="de-DE" sz="1400" kern="0" dirty="0">
                <a:solidFill>
                  <a:srgbClr val="FFFFFF"/>
                </a:solidFill>
                <a:latin typeface="Roboto"/>
                <a:ea typeface="Roboto"/>
                <a:cs typeface="Roboto"/>
                <a:sym typeface="Roboto"/>
              </a:endParaRPr>
            </a:p>
          </p:txBody>
        </p:sp>
        <p:sp>
          <p:nvSpPr>
            <p:cNvPr id="1946" name="Google Shape;1946;p43"/>
            <p:cNvSpPr txBox="1"/>
            <p:nvPr/>
          </p:nvSpPr>
          <p:spPr>
            <a:xfrm flipH="1">
              <a:off x="1271096" y="1368225"/>
              <a:ext cx="1070700" cy="566400"/>
            </a:xfrm>
            <a:prstGeom prst="rect">
              <a:avLst/>
            </a:prstGeom>
            <a:noFill/>
            <a:ln>
              <a:noFill/>
            </a:ln>
          </p:spPr>
          <p:txBody>
            <a:bodyPr spcFirstLastPara="1" wrap="square" lIns="0" tIns="0" rIns="0" bIns="0" anchor="ctr" anchorCtr="0">
              <a:noAutofit/>
            </a:bodyPr>
            <a:lstStyle/>
            <a:p>
              <a:pPr defTabSz="1219170">
                <a:buClr>
                  <a:srgbClr val="000000"/>
                </a:buClr>
              </a:pPr>
              <a:r>
                <a:rPr lang="vi-VN" sz="2667" kern="0">
                  <a:solidFill>
                    <a:srgbClr val="FFFFFF"/>
                  </a:solidFill>
                  <a:latin typeface="Fira Sans Extra Condensed SemiBold"/>
                  <a:ea typeface="Fira Sans Extra Condensed SemiBold"/>
                  <a:cs typeface="Fira Sans Extra Condensed SemiBold"/>
                  <a:sym typeface="Fira Sans Extra Condensed SemiBold"/>
                </a:rPr>
                <a:t>3</a:t>
              </a:r>
              <a:endParaRPr sz="2667" kern="0" dirty="0">
                <a:solidFill>
                  <a:srgbClr val="FFFFFF"/>
                </a:solidFill>
                <a:latin typeface="Fira Sans Extra Condensed SemiBold"/>
                <a:ea typeface="Fira Sans Extra Condensed SemiBold"/>
                <a:cs typeface="Fira Sans Extra Condensed SemiBold"/>
                <a:sym typeface="Fira Sans Extra Condensed SemiBold"/>
              </a:endParaRPr>
            </a:p>
          </p:txBody>
        </p:sp>
      </p:grpSp>
      <p:grpSp>
        <p:nvGrpSpPr>
          <p:cNvPr id="1947" name="Google Shape;1947;p43"/>
          <p:cNvGrpSpPr/>
          <p:nvPr/>
        </p:nvGrpSpPr>
        <p:grpSpPr>
          <a:xfrm>
            <a:off x="964555" y="5107645"/>
            <a:ext cx="653712" cy="653940"/>
            <a:chOff x="3802620" y="1176257"/>
            <a:chExt cx="1538872" cy="1539406"/>
          </a:xfrm>
        </p:grpSpPr>
        <p:sp>
          <p:nvSpPr>
            <p:cNvPr id="1948" name="Google Shape;1948;p43"/>
            <p:cNvSpPr/>
            <p:nvPr/>
          </p:nvSpPr>
          <p:spPr>
            <a:xfrm>
              <a:off x="3802620" y="1176257"/>
              <a:ext cx="1538872" cy="1539406"/>
            </a:xfrm>
            <a:custGeom>
              <a:avLst/>
              <a:gdLst/>
              <a:ahLst/>
              <a:cxnLst/>
              <a:rect l="l" t="t" r="r" b="b"/>
              <a:pathLst>
                <a:path w="46074" h="46090" extrusionOk="0">
                  <a:moveTo>
                    <a:pt x="23045" y="1"/>
                  </a:moveTo>
                  <a:cubicBezTo>
                    <a:pt x="10315" y="1"/>
                    <a:pt x="1" y="10315"/>
                    <a:pt x="1" y="23045"/>
                  </a:cubicBezTo>
                  <a:cubicBezTo>
                    <a:pt x="1" y="35776"/>
                    <a:pt x="10315" y="46090"/>
                    <a:pt x="23045" y="46090"/>
                  </a:cubicBezTo>
                  <a:cubicBezTo>
                    <a:pt x="35759" y="46090"/>
                    <a:pt x="46073" y="35776"/>
                    <a:pt x="46073" y="23045"/>
                  </a:cubicBezTo>
                  <a:cubicBezTo>
                    <a:pt x="46073" y="10315"/>
                    <a:pt x="35759" y="1"/>
                    <a:pt x="23045" y="1"/>
                  </a:cubicBezTo>
                  <a:close/>
                </a:path>
              </a:pathLst>
            </a:custGeom>
            <a:gradFill>
              <a:gsLst>
                <a:gs pos="0">
                  <a:srgbClr val="000000">
                    <a:alpha val="11372"/>
                  </a:srgbClr>
                </a:gs>
                <a:gs pos="100000">
                  <a:srgbClr val="FFFFFF"/>
                </a:gs>
              </a:gsLst>
              <a:lin ang="16200038"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49" name="Google Shape;1949;p43"/>
            <p:cNvSpPr/>
            <p:nvPr/>
          </p:nvSpPr>
          <p:spPr>
            <a:xfrm>
              <a:off x="3872192" y="1246397"/>
              <a:ext cx="1399727" cy="1399694"/>
            </a:xfrm>
            <a:custGeom>
              <a:avLst/>
              <a:gdLst/>
              <a:ahLst/>
              <a:cxnLst/>
              <a:rect l="l" t="t" r="r" b="b"/>
              <a:pathLst>
                <a:path w="41908" h="41907" extrusionOk="0">
                  <a:moveTo>
                    <a:pt x="20962" y="0"/>
                  </a:moveTo>
                  <a:cubicBezTo>
                    <a:pt x="9382" y="0"/>
                    <a:pt x="1" y="9381"/>
                    <a:pt x="1" y="20945"/>
                  </a:cubicBezTo>
                  <a:cubicBezTo>
                    <a:pt x="1" y="32526"/>
                    <a:pt x="9382" y="41907"/>
                    <a:pt x="20962" y="41907"/>
                  </a:cubicBezTo>
                  <a:cubicBezTo>
                    <a:pt x="32526" y="41907"/>
                    <a:pt x="41907" y="32526"/>
                    <a:pt x="41907" y="20945"/>
                  </a:cubicBezTo>
                  <a:cubicBezTo>
                    <a:pt x="41907" y="9381"/>
                    <a:pt x="32526" y="0"/>
                    <a:pt x="20962" y="0"/>
                  </a:cubicBezTo>
                  <a:close/>
                </a:path>
              </a:pathLst>
            </a:custGeom>
            <a:gradFill>
              <a:gsLst>
                <a:gs pos="0">
                  <a:srgbClr val="000000">
                    <a:alpha val="11372"/>
                  </a:srgbClr>
                </a:gs>
                <a:gs pos="100000">
                  <a:schemeClr val="lt1"/>
                </a:gs>
              </a:gsLst>
              <a:lin ang="5400012"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1950" name="Google Shape;1950;p43"/>
          <p:cNvSpPr txBox="1">
            <a:spLocks noGrp="1"/>
          </p:cNvSpPr>
          <p:nvPr>
            <p:ph type="title"/>
          </p:nvPr>
        </p:nvSpPr>
        <p:spPr>
          <a:xfrm>
            <a:off x="609600" y="364767"/>
            <a:ext cx="10961200" cy="763600"/>
          </a:xfrm>
          <a:prstGeom prst="rect">
            <a:avLst/>
          </a:prstGeom>
        </p:spPr>
        <p:txBody>
          <a:bodyPr spcFirstLastPara="1" wrap="square" lIns="121900" tIns="121900" rIns="121900" bIns="121900" anchor="t" anchorCtr="0">
            <a:noAutofit/>
          </a:bodyPr>
          <a:lstStyle/>
          <a:p>
            <a:r>
              <a:rPr lang="ru-RU" dirty="0"/>
              <a:t>Проблемы текущего процесса</a:t>
            </a:r>
            <a:endParaRPr lang="en-US" dirty="0"/>
          </a:p>
        </p:txBody>
      </p:sp>
      <p:grpSp>
        <p:nvGrpSpPr>
          <p:cNvPr id="1951" name="Google Shape;1951;p43"/>
          <p:cNvGrpSpPr/>
          <p:nvPr/>
        </p:nvGrpSpPr>
        <p:grpSpPr>
          <a:xfrm flipH="1">
            <a:off x="7413172" y="2526962"/>
            <a:ext cx="2950597" cy="2867879"/>
            <a:chOff x="1564590" y="1895221"/>
            <a:chExt cx="2212948" cy="2150909"/>
          </a:xfrm>
        </p:grpSpPr>
        <p:sp>
          <p:nvSpPr>
            <p:cNvPr id="1952" name="Google Shape;1952;p43"/>
            <p:cNvSpPr/>
            <p:nvPr/>
          </p:nvSpPr>
          <p:spPr>
            <a:xfrm>
              <a:off x="1564590" y="2595056"/>
              <a:ext cx="496101" cy="754825"/>
            </a:xfrm>
            <a:custGeom>
              <a:avLst/>
              <a:gdLst/>
              <a:ahLst/>
              <a:cxnLst/>
              <a:rect l="l" t="t" r="r" b="b"/>
              <a:pathLst>
                <a:path w="26287" h="39996" extrusionOk="0">
                  <a:moveTo>
                    <a:pt x="20015" y="1"/>
                  </a:moveTo>
                  <a:lnTo>
                    <a:pt x="1" y="19982"/>
                  </a:lnTo>
                  <a:lnTo>
                    <a:pt x="20015" y="39996"/>
                  </a:lnTo>
                  <a:cubicBezTo>
                    <a:pt x="23951" y="34325"/>
                    <a:pt x="26286" y="27420"/>
                    <a:pt x="26286" y="19982"/>
                  </a:cubicBezTo>
                  <a:cubicBezTo>
                    <a:pt x="26286" y="12543"/>
                    <a:pt x="23951" y="5671"/>
                    <a:pt x="20015" y="1"/>
                  </a:cubicBezTo>
                  <a:close/>
                </a:path>
              </a:pathLst>
            </a:custGeom>
            <a:gradFill>
              <a:gsLst>
                <a:gs pos="0">
                  <a:schemeClr val="accent1"/>
                </a:gs>
                <a:gs pos="100000">
                  <a:schemeClr val="accent3"/>
                </a:gs>
              </a:gsLst>
              <a:lin ang="5400700"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53" name="Google Shape;1953;p43"/>
            <p:cNvSpPr/>
            <p:nvPr/>
          </p:nvSpPr>
          <p:spPr>
            <a:xfrm>
              <a:off x="2279916" y="1895221"/>
              <a:ext cx="773716" cy="1016718"/>
            </a:xfrm>
            <a:custGeom>
              <a:avLst/>
              <a:gdLst/>
              <a:ahLst/>
              <a:cxnLst/>
              <a:rect l="l" t="t" r="r" b="b"/>
              <a:pathLst>
                <a:path w="40997" h="53873" extrusionOk="0">
                  <a:moveTo>
                    <a:pt x="14110" y="29521"/>
                  </a:moveTo>
                  <a:cubicBezTo>
                    <a:pt x="16779" y="36160"/>
                    <a:pt x="18213" y="42998"/>
                    <a:pt x="18080" y="48702"/>
                  </a:cubicBezTo>
                  <a:lnTo>
                    <a:pt x="17980" y="53872"/>
                  </a:lnTo>
                  <a:lnTo>
                    <a:pt x="40996" y="44566"/>
                  </a:lnTo>
                  <a:lnTo>
                    <a:pt x="37360" y="40930"/>
                  </a:lnTo>
                  <a:cubicBezTo>
                    <a:pt x="33291" y="36893"/>
                    <a:pt x="29588" y="30989"/>
                    <a:pt x="26886" y="24351"/>
                  </a:cubicBezTo>
                  <a:cubicBezTo>
                    <a:pt x="24217" y="17680"/>
                    <a:pt x="22783" y="10875"/>
                    <a:pt x="22916" y="5171"/>
                  </a:cubicBezTo>
                  <a:lnTo>
                    <a:pt x="23017" y="0"/>
                  </a:lnTo>
                  <a:lnTo>
                    <a:pt x="0" y="9307"/>
                  </a:lnTo>
                  <a:lnTo>
                    <a:pt x="3636" y="12943"/>
                  </a:lnTo>
                  <a:cubicBezTo>
                    <a:pt x="7706" y="16979"/>
                    <a:pt x="11408" y="22850"/>
                    <a:pt x="14110" y="29521"/>
                  </a:cubicBezTo>
                  <a:close/>
                </a:path>
              </a:pathLst>
            </a:custGeom>
            <a:gradFill>
              <a:gsLst>
                <a:gs pos="0">
                  <a:srgbClr val="000000">
                    <a:alpha val="11372"/>
                  </a:srgbClr>
                </a:gs>
                <a:gs pos="100000">
                  <a:schemeClr val="lt1"/>
                </a:gs>
              </a:gsLst>
              <a:lin ang="5400700"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54" name="Google Shape;1954;p43"/>
            <p:cNvSpPr/>
            <p:nvPr/>
          </p:nvSpPr>
          <p:spPr>
            <a:xfrm>
              <a:off x="2421392" y="2501889"/>
              <a:ext cx="939907" cy="940549"/>
            </a:xfrm>
            <a:custGeom>
              <a:avLst/>
              <a:gdLst/>
              <a:ahLst/>
              <a:cxnLst/>
              <a:rect l="l" t="t" r="r" b="b"/>
              <a:pathLst>
                <a:path w="49803" h="49837" extrusionOk="0">
                  <a:moveTo>
                    <a:pt x="49803" y="24919"/>
                  </a:moveTo>
                  <a:cubicBezTo>
                    <a:pt x="49803" y="38695"/>
                    <a:pt x="38662" y="49837"/>
                    <a:pt x="24885" y="49837"/>
                  </a:cubicBezTo>
                  <a:cubicBezTo>
                    <a:pt x="11142" y="49837"/>
                    <a:pt x="1" y="38695"/>
                    <a:pt x="1" y="24919"/>
                  </a:cubicBezTo>
                  <a:cubicBezTo>
                    <a:pt x="1" y="11175"/>
                    <a:pt x="11142" y="1"/>
                    <a:pt x="24885" y="1"/>
                  </a:cubicBezTo>
                  <a:cubicBezTo>
                    <a:pt x="38662" y="1"/>
                    <a:pt x="49803" y="11175"/>
                    <a:pt x="49803" y="24919"/>
                  </a:cubicBezTo>
                  <a:close/>
                </a:path>
              </a:pathLst>
            </a:custGeom>
            <a:gradFill>
              <a:gsLst>
                <a:gs pos="0">
                  <a:schemeClr val="accent1"/>
                </a:gs>
                <a:gs pos="100000">
                  <a:schemeClr val="accent3"/>
                </a:gs>
              </a:gsLst>
              <a:lin ang="5400700"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55" name="Google Shape;1955;p43"/>
            <p:cNvSpPr/>
            <p:nvPr/>
          </p:nvSpPr>
          <p:spPr>
            <a:xfrm>
              <a:off x="2467343" y="2548482"/>
              <a:ext cx="847998" cy="847375"/>
            </a:xfrm>
            <a:custGeom>
              <a:avLst/>
              <a:gdLst/>
              <a:ahLst/>
              <a:cxnLst/>
              <a:rect l="l" t="t" r="r" b="b"/>
              <a:pathLst>
                <a:path w="44933" h="44900" extrusionOk="0">
                  <a:moveTo>
                    <a:pt x="44933" y="22450"/>
                  </a:moveTo>
                  <a:cubicBezTo>
                    <a:pt x="44933" y="34859"/>
                    <a:pt x="34859" y="44899"/>
                    <a:pt x="22450" y="44899"/>
                  </a:cubicBezTo>
                  <a:cubicBezTo>
                    <a:pt x="10075" y="44899"/>
                    <a:pt x="1" y="34859"/>
                    <a:pt x="1" y="22450"/>
                  </a:cubicBezTo>
                  <a:cubicBezTo>
                    <a:pt x="1" y="10041"/>
                    <a:pt x="10075" y="0"/>
                    <a:pt x="22450" y="0"/>
                  </a:cubicBezTo>
                  <a:cubicBezTo>
                    <a:pt x="34859" y="0"/>
                    <a:pt x="44933" y="10041"/>
                    <a:pt x="44933" y="22450"/>
                  </a:cubicBezTo>
                  <a:close/>
                </a:path>
              </a:pathLst>
            </a:custGeom>
            <a:gradFill>
              <a:gsLst>
                <a:gs pos="0">
                  <a:srgbClr val="000000">
                    <a:alpha val="11372"/>
                  </a:srgbClr>
                </a:gs>
                <a:gs pos="100000">
                  <a:schemeClr val="lt1"/>
                </a:gs>
              </a:gsLst>
              <a:lin ang="5400700"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56" name="Google Shape;1956;p43"/>
            <p:cNvSpPr/>
            <p:nvPr/>
          </p:nvSpPr>
          <p:spPr>
            <a:xfrm>
              <a:off x="2291729" y="3029413"/>
              <a:ext cx="773697" cy="1016718"/>
            </a:xfrm>
            <a:custGeom>
              <a:avLst/>
              <a:gdLst/>
              <a:ahLst/>
              <a:cxnLst/>
              <a:rect l="l" t="t" r="r" b="b"/>
              <a:pathLst>
                <a:path w="40996" h="53873" extrusionOk="0">
                  <a:moveTo>
                    <a:pt x="17980" y="0"/>
                  </a:moveTo>
                  <a:lnTo>
                    <a:pt x="18080" y="5171"/>
                  </a:lnTo>
                  <a:cubicBezTo>
                    <a:pt x="18213" y="10875"/>
                    <a:pt x="16779" y="17679"/>
                    <a:pt x="14077" y="24351"/>
                  </a:cubicBezTo>
                  <a:cubicBezTo>
                    <a:pt x="11408" y="31022"/>
                    <a:pt x="7672" y="36893"/>
                    <a:pt x="3636" y="40929"/>
                  </a:cubicBezTo>
                  <a:lnTo>
                    <a:pt x="0" y="44565"/>
                  </a:lnTo>
                  <a:lnTo>
                    <a:pt x="23016" y="53872"/>
                  </a:lnTo>
                  <a:lnTo>
                    <a:pt x="22916" y="48702"/>
                  </a:lnTo>
                  <a:cubicBezTo>
                    <a:pt x="22783" y="42998"/>
                    <a:pt x="24217" y="36193"/>
                    <a:pt x="26886" y="29521"/>
                  </a:cubicBezTo>
                  <a:cubicBezTo>
                    <a:pt x="29588" y="22850"/>
                    <a:pt x="33290" y="16979"/>
                    <a:pt x="37327" y="12943"/>
                  </a:cubicBezTo>
                  <a:lnTo>
                    <a:pt x="40996" y="9307"/>
                  </a:lnTo>
                  <a:close/>
                </a:path>
              </a:pathLst>
            </a:custGeom>
            <a:gradFill>
              <a:gsLst>
                <a:gs pos="0">
                  <a:srgbClr val="000000">
                    <a:alpha val="11372"/>
                  </a:srgbClr>
                </a:gs>
                <a:gs pos="100000">
                  <a:schemeClr val="lt1"/>
                </a:gs>
              </a:gsLst>
              <a:lin ang="5400700"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57" name="Google Shape;1957;p43"/>
            <p:cNvSpPr/>
            <p:nvPr/>
          </p:nvSpPr>
          <p:spPr>
            <a:xfrm>
              <a:off x="1969979" y="2904769"/>
              <a:ext cx="135372" cy="135372"/>
            </a:xfrm>
            <a:custGeom>
              <a:avLst/>
              <a:gdLst/>
              <a:ahLst/>
              <a:cxnLst/>
              <a:rect l="l" t="t" r="r" b="b"/>
              <a:pathLst>
                <a:path w="7173" h="7173" extrusionOk="0">
                  <a:moveTo>
                    <a:pt x="7173" y="3570"/>
                  </a:moveTo>
                  <a:cubicBezTo>
                    <a:pt x="7173" y="5571"/>
                    <a:pt x="5572" y="7172"/>
                    <a:pt x="3604" y="7172"/>
                  </a:cubicBezTo>
                  <a:cubicBezTo>
                    <a:pt x="1602" y="7172"/>
                    <a:pt x="1" y="5571"/>
                    <a:pt x="1" y="3570"/>
                  </a:cubicBezTo>
                  <a:cubicBezTo>
                    <a:pt x="1" y="1602"/>
                    <a:pt x="1602" y="0"/>
                    <a:pt x="3604" y="0"/>
                  </a:cubicBezTo>
                  <a:cubicBezTo>
                    <a:pt x="5572" y="0"/>
                    <a:pt x="7173" y="1602"/>
                    <a:pt x="7173" y="3570"/>
                  </a:cubicBezTo>
                  <a:close/>
                </a:path>
              </a:pathLst>
            </a:custGeom>
            <a:solidFill>
              <a:srgbClr val="EEEEE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58" name="Google Shape;1958;p43"/>
            <p:cNvSpPr/>
            <p:nvPr/>
          </p:nvSpPr>
          <p:spPr>
            <a:xfrm>
              <a:off x="2002098" y="2936246"/>
              <a:ext cx="71772" cy="71791"/>
            </a:xfrm>
            <a:custGeom>
              <a:avLst/>
              <a:gdLst/>
              <a:ahLst/>
              <a:cxnLst/>
              <a:rect l="l" t="t" r="r" b="b"/>
              <a:pathLst>
                <a:path w="3803" h="3804" extrusionOk="0">
                  <a:moveTo>
                    <a:pt x="3803" y="1902"/>
                  </a:moveTo>
                  <a:cubicBezTo>
                    <a:pt x="3803" y="2969"/>
                    <a:pt x="2936" y="3803"/>
                    <a:pt x="1902" y="3803"/>
                  </a:cubicBezTo>
                  <a:cubicBezTo>
                    <a:pt x="834" y="3803"/>
                    <a:pt x="0" y="2969"/>
                    <a:pt x="0" y="1902"/>
                  </a:cubicBezTo>
                  <a:cubicBezTo>
                    <a:pt x="0" y="868"/>
                    <a:pt x="834" y="0"/>
                    <a:pt x="1902" y="0"/>
                  </a:cubicBezTo>
                  <a:cubicBezTo>
                    <a:pt x="2936" y="0"/>
                    <a:pt x="3803" y="868"/>
                    <a:pt x="3803" y="1902"/>
                  </a:cubicBezTo>
                  <a:close/>
                </a:path>
              </a:pathLst>
            </a:custGeom>
            <a:gradFill>
              <a:gsLst>
                <a:gs pos="0">
                  <a:schemeClr val="accent1"/>
                </a:gs>
                <a:gs pos="100000">
                  <a:schemeClr val="accent3"/>
                </a:gs>
              </a:gsLst>
              <a:lin ang="5400700"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59" name="Google Shape;1959;p43"/>
            <p:cNvSpPr/>
            <p:nvPr/>
          </p:nvSpPr>
          <p:spPr>
            <a:xfrm>
              <a:off x="3357002" y="2972438"/>
              <a:ext cx="420536" cy="3171"/>
            </a:xfrm>
            <a:custGeom>
              <a:avLst/>
              <a:gdLst/>
              <a:ahLst/>
              <a:cxnLst/>
              <a:rect l="l" t="t" r="r" b="b"/>
              <a:pathLst>
                <a:path w="22283" h="168" extrusionOk="0">
                  <a:moveTo>
                    <a:pt x="0" y="1"/>
                  </a:moveTo>
                  <a:lnTo>
                    <a:pt x="0" y="167"/>
                  </a:lnTo>
                  <a:lnTo>
                    <a:pt x="22283" y="167"/>
                  </a:lnTo>
                  <a:lnTo>
                    <a:pt x="22283" y="1"/>
                  </a:lnTo>
                  <a:close/>
                </a:path>
              </a:pathLst>
            </a:custGeom>
            <a:solidFill>
              <a:srgbClr val="666666"/>
            </a:solidFill>
            <a:ln w="19050"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60" name="Google Shape;1960;p43"/>
            <p:cNvSpPr/>
            <p:nvPr/>
          </p:nvSpPr>
          <p:spPr>
            <a:xfrm>
              <a:off x="2617161" y="3125712"/>
              <a:ext cx="333666" cy="436917"/>
            </a:xfrm>
            <a:custGeom>
              <a:avLst/>
              <a:gdLst/>
              <a:ahLst/>
              <a:cxnLst/>
              <a:rect l="l" t="t" r="r" b="b"/>
              <a:pathLst>
                <a:path w="17680" h="23151" extrusionOk="0">
                  <a:moveTo>
                    <a:pt x="17680" y="5438"/>
                  </a:moveTo>
                  <a:cubicBezTo>
                    <a:pt x="13477" y="9608"/>
                    <a:pt x="9474" y="15779"/>
                    <a:pt x="6505" y="23151"/>
                  </a:cubicBezTo>
                  <a:lnTo>
                    <a:pt x="1" y="20516"/>
                  </a:lnTo>
                  <a:cubicBezTo>
                    <a:pt x="2969" y="13177"/>
                    <a:pt x="4370" y="5938"/>
                    <a:pt x="4237" y="1"/>
                  </a:cubicBezTo>
                  <a:close/>
                </a:path>
              </a:pathLst>
            </a:custGeom>
            <a:gradFill>
              <a:gsLst>
                <a:gs pos="0">
                  <a:schemeClr val="accent3"/>
                </a:gs>
                <a:gs pos="100000">
                  <a:schemeClr val="accent5"/>
                </a:gs>
              </a:gsLst>
              <a:lin ang="5400700"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61" name="Google Shape;1961;p43"/>
            <p:cNvSpPr/>
            <p:nvPr/>
          </p:nvSpPr>
          <p:spPr>
            <a:xfrm>
              <a:off x="2610235" y="2381167"/>
              <a:ext cx="334307" cy="436917"/>
            </a:xfrm>
            <a:custGeom>
              <a:avLst/>
              <a:gdLst/>
              <a:ahLst/>
              <a:cxnLst/>
              <a:rect l="l" t="t" r="r" b="b"/>
              <a:pathLst>
                <a:path w="17714" h="23151" extrusionOk="0">
                  <a:moveTo>
                    <a:pt x="6505" y="1"/>
                  </a:moveTo>
                  <a:cubicBezTo>
                    <a:pt x="9474" y="7373"/>
                    <a:pt x="13510" y="13544"/>
                    <a:pt x="17713" y="17713"/>
                  </a:cubicBezTo>
                  <a:lnTo>
                    <a:pt x="4237" y="23151"/>
                  </a:lnTo>
                  <a:cubicBezTo>
                    <a:pt x="4371" y="17213"/>
                    <a:pt x="2970" y="9974"/>
                    <a:pt x="1" y="2603"/>
                  </a:cubicBezTo>
                  <a:close/>
                </a:path>
              </a:pathLst>
            </a:custGeom>
            <a:gradFill>
              <a:gsLst>
                <a:gs pos="0">
                  <a:schemeClr val="accent1"/>
                </a:gs>
                <a:gs pos="100000">
                  <a:schemeClr val="accent3"/>
                </a:gs>
              </a:gsLst>
              <a:lin ang="5400700"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62" name="Google Shape;1962;p43"/>
            <p:cNvSpPr/>
            <p:nvPr/>
          </p:nvSpPr>
          <p:spPr>
            <a:xfrm>
              <a:off x="2552320" y="2633459"/>
              <a:ext cx="677410" cy="677391"/>
            </a:xfrm>
            <a:custGeom>
              <a:avLst/>
              <a:gdLst/>
              <a:ahLst/>
              <a:cxnLst/>
              <a:rect l="l" t="t" r="r" b="b"/>
              <a:pathLst>
                <a:path w="35894" h="35893" extrusionOk="0">
                  <a:moveTo>
                    <a:pt x="35893" y="17947"/>
                  </a:moveTo>
                  <a:cubicBezTo>
                    <a:pt x="35893" y="27854"/>
                    <a:pt x="27887" y="35893"/>
                    <a:pt x="17947" y="35893"/>
                  </a:cubicBezTo>
                  <a:cubicBezTo>
                    <a:pt x="8040" y="35893"/>
                    <a:pt x="1" y="27854"/>
                    <a:pt x="1" y="17947"/>
                  </a:cubicBezTo>
                  <a:cubicBezTo>
                    <a:pt x="1" y="8040"/>
                    <a:pt x="8040" y="0"/>
                    <a:pt x="17947" y="0"/>
                  </a:cubicBezTo>
                  <a:cubicBezTo>
                    <a:pt x="27887" y="0"/>
                    <a:pt x="35893" y="8040"/>
                    <a:pt x="35893" y="17947"/>
                  </a:cubicBezTo>
                  <a:close/>
                </a:path>
              </a:pathLst>
            </a:custGeom>
            <a:gradFill>
              <a:gsLst>
                <a:gs pos="0">
                  <a:schemeClr val="accent1"/>
                </a:gs>
                <a:gs pos="100000">
                  <a:schemeClr val="accent3"/>
                </a:gs>
              </a:gsLst>
              <a:lin ang="5400700"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63" name="Google Shape;1963;p43"/>
            <p:cNvSpPr/>
            <p:nvPr/>
          </p:nvSpPr>
          <p:spPr>
            <a:xfrm>
              <a:off x="2622822" y="2703961"/>
              <a:ext cx="537017" cy="537017"/>
            </a:xfrm>
            <a:custGeom>
              <a:avLst/>
              <a:gdLst/>
              <a:ahLst/>
              <a:cxnLst/>
              <a:rect l="l" t="t" r="r" b="b"/>
              <a:pathLst>
                <a:path w="28455" h="28455" extrusionOk="0">
                  <a:moveTo>
                    <a:pt x="28455" y="14211"/>
                  </a:moveTo>
                  <a:cubicBezTo>
                    <a:pt x="28455" y="22083"/>
                    <a:pt x="22083" y="28454"/>
                    <a:pt x="14211" y="28454"/>
                  </a:cubicBezTo>
                  <a:cubicBezTo>
                    <a:pt x="6372" y="28454"/>
                    <a:pt x="1" y="22083"/>
                    <a:pt x="1" y="14211"/>
                  </a:cubicBezTo>
                  <a:cubicBezTo>
                    <a:pt x="1" y="6372"/>
                    <a:pt x="6372" y="0"/>
                    <a:pt x="14211" y="0"/>
                  </a:cubicBezTo>
                  <a:cubicBezTo>
                    <a:pt x="22083" y="0"/>
                    <a:pt x="28455" y="6372"/>
                    <a:pt x="28455" y="14211"/>
                  </a:cubicBezTo>
                  <a:close/>
                </a:path>
              </a:pathLst>
            </a:custGeom>
            <a:solidFill>
              <a:srgbClr val="FFFFFF"/>
            </a:solidFill>
            <a:ln>
              <a:noFill/>
            </a:ln>
          </p:spPr>
          <p:txBody>
            <a:bodyPr spcFirstLastPara="1" wrap="square" lIns="121900" tIns="121900" rIns="121900" bIns="121900" anchor="ctr" anchorCtr="0">
              <a:noAutofit/>
            </a:bodyPr>
            <a:lstStyle/>
            <a:p>
              <a:pPr algn="ctr" defTabSz="1219170">
                <a:buClr>
                  <a:srgbClr val="000000"/>
                </a:buClr>
                <a:buSzPts val="1100"/>
              </a:pPr>
              <a:r>
                <a:rPr lang="en" sz="2667" kern="0">
                  <a:solidFill>
                    <a:srgbClr val="000000"/>
                  </a:solidFill>
                  <a:latin typeface="Fira Sans Extra Condensed SemiBold"/>
                  <a:ea typeface="Fira Sans Extra Condensed SemiBold"/>
                  <a:cs typeface="Fira Sans Extra Condensed SemiBold"/>
                  <a:sym typeface="Fira Sans Extra Condensed SemiBold"/>
                </a:rPr>
                <a:t>2</a:t>
              </a:r>
              <a:endParaRPr sz="1867" kern="0">
                <a:solidFill>
                  <a:srgbClr val="000000"/>
                </a:solidFill>
                <a:latin typeface="Fira Sans Extra Condensed SemiBold"/>
                <a:ea typeface="Fira Sans Extra Condensed SemiBold"/>
                <a:cs typeface="Fira Sans Extra Condensed SemiBold"/>
                <a:sym typeface="Fira Sans Extra Condensed SemiBold"/>
              </a:endParaRPr>
            </a:p>
          </p:txBody>
        </p:sp>
      </p:grpSp>
      <p:sp>
        <p:nvSpPr>
          <p:cNvPr id="1964" name="Google Shape;1964;p43"/>
          <p:cNvSpPr/>
          <p:nvPr/>
        </p:nvSpPr>
        <p:spPr>
          <a:xfrm flipH="1">
            <a:off x="10363656" y="3743040"/>
            <a:ext cx="219928" cy="440685"/>
          </a:xfrm>
          <a:custGeom>
            <a:avLst/>
            <a:gdLst/>
            <a:ahLst/>
            <a:cxnLst/>
            <a:rect l="l" t="t" r="r" b="b"/>
            <a:pathLst>
              <a:path w="8740" h="17513" extrusionOk="0">
                <a:moveTo>
                  <a:pt x="0" y="0"/>
                </a:moveTo>
                <a:lnTo>
                  <a:pt x="0" y="17513"/>
                </a:lnTo>
                <a:lnTo>
                  <a:pt x="8740" y="8740"/>
                </a:lnTo>
                <a:close/>
              </a:path>
            </a:pathLst>
          </a:custGeom>
          <a:solidFill>
            <a:srgbClr val="0B9FC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65" name="Google Shape;1965;p43"/>
          <p:cNvSpPr/>
          <p:nvPr/>
        </p:nvSpPr>
        <p:spPr>
          <a:xfrm flipH="1">
            <a:off x="10586076" y="3962933"/>
            <a:ext cx="25" cy="25"/>
          </a:xfrm>
          <a:custGeom>
            <a:avLst/>
            <a:gdLst/>
            <a:ahLst/>
            <a:cxnLst/>
            <a:rect l="l" t="t" r="r" b="b"/>
            <a:pathLst>
              <a:path w="1" h="1" extrusionOk="0">
                <a:moveTo>
                  <a:pt x="0" y="1"/>
                </a:moveTo>
                <a:close/>
              </a:path>
            </a:pathLst>
          </a:custGeom>
          <a:solidFill>
            <a:srgbClr val="0B9FC2"/>
          </a:solidFill>
          <a:ln w="10850" cap="flat" cmpd="sng">
            <a:solidFill>
              <a:srgbClr val="CDD6DA"/>
            </a:solidFill>
            <a:prstDash val="solid"/>
            <a:miter lim="33357"/>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nvGrpSpPr>
          <p:cNvPr id="1966" name="Google Shape;1966;p43"/>
          <p:cNvGrpSpPr/>
          <p:nvPr/>
        </p:nvGrpSpPr>
        <p:grpSpPr>
          <a:xfrm flipH="1">
            <a:off x="7981394" y="1848583"/>
            <a:ext cx="2602261" cy="2117477"/>
            <a:chOff x="1399675" y="1386437"/>
            <a:chExt cx="1951696" cy="1588108"/>
          </a:xfrm>
        </p:grpSpPr>
        <p:sp>
          <p:nvSpPr>
            <p:cNvPr id="1967" name="Google Shape;1967;p43"/>
            <p:cNvSpPr/>
            <p:nvPr/>
          </p:nvSpPr>
          <p:spPr>
            <a:xfrm>
              <a:off x="2930836" y="1833671"/>
              <a:ext cx="420536" cy="3171"/>
            </a:xfrm>
            <a:custGeom>
              <a:avLst/>
              <a:gdLst/>
              <a:ahLst/>
              <a:cxnLst/>
              <a:rect l="l" t="t" r="r" b="b"/>
              <a:pathLst>
                <a:path w="22283" h="168" extrusionOk="0">
                  <a:moveTo>
                    <a:pt x="0" y="0"/>
                  </a:moveTo>
                  <a:lnTo>
                    <a:pt x="0" y="167"/>
                  </a:lnTo>
                  <a:lnTo>
                    <a:pt x="22283" y="167"/>
                  </a:lnTo>
                  <a:lnTo>
                    <a:pt x="22283" y="0"/>
                  </a:lnTo>
                  <a:close/>
                </a:path>
              </a:pathLst>
            </a:custGeom>
            <a:solidFill>
              <a:srgbClr val="666666"/>
            </a:solidFill>
            <a:ln w="19050"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nvGrpSpPr>
            <p:cNvPr id="1968" name="Google Shape;1968;p43"/>
            <p:cNvGrpSpPr/>
            <p:nvPr/>
          </p:nvGrpSpPr>
          <p:grpSpPr>
            <a:xfrm>
              <a:off x="1399675" y="1386437"/>
              <a:ext cx="1536065" cy="1588108"/>
              <a:chOff x="1480172" y="1427015"/>
              <a:chExt cx="1496848" cy="1547562"/>
            </a:xfrm>
          </p:grpSpPr>
          <p:sp>
            <p:nvSpPr>
              <p:cNvPr id="1969" name="Google Shape;1969;p43"/>
              <p:cNvSpPr/>
              <p:nvPr/>
            </p:nvSpPr>
            <p:spPr>
              <a:xfrm>
                <a:off x="1480172" y="2330448"/>
                <a:ext cx="528804" cy="644128"/>
              </a:xfrm>
              <a:custGeom>
                <a:avLst/>
                <a:gdLst/>
                <a:ahLst/>
                <a:cxnLst/>
                <a:rect l="l" t="t" r="r" b="b"/>
                <a:pathLst>
                  <a:path w="28755" h="35026" extrusionOk="0">
                    <a:moveTo>
                      <a:pt x="28754" y="15045"/>
                    </a:moveTo>
                    <a:cubicBezTo>
                      <a:pt x="22416" y="5938"/>
                      <a:pt x="11909" y="1"/>
                      <a:pt x="0" y="1"/>
                    </a:cubicBezTo>
                    <a:lnTo>
                      <a:pt x="0" y="26286"/>
                    </a:lnTo>
                    <a:lnTo>
                      <a:pt x="8740" y="35026"/>
                    </a:lnTo>
                    <a:close/>
                  </a:path>
                </a:pathLst>
              </a:custGeom>
              <a:gradFill>
                <a:gsLst>
                  <a:gs pos="0">
                    <a:schemeClr val="dk2"/>
                  </a:gs>
                  <a:gs pos="100000">
                    <a:schemeClr val="accent1"/>
                  </a:gs>
                </a:gsLst>
                <a:lin ang="5400700"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70" name="Google Shape;1970;p43"/>
              <p:cNvSpPr/>
              <p:nvPr/>
            </p:nvSpPr>
            <p:spPr>
              <a:xfrm>
                <a:off x="2060517" y="1427015"/>
                <a:ext cx="916502" cy="915896"/>
              </a:xfrm>
              <a:custGeom>
                <a:avLst/>
                <a:gdLst/>
                <a:ahLst/>
                <a:cxnLst/>
                <a:rect l="l" t="t" r="r" b="b"/>
                <a:pathLst>
                  <a:path w="49837" h="49804" extrusionOk="0">
                    <a:moveTo>
                      <a:pt x="49836" y="24885"/>
                    </a:moveTo>
                    <a:cubicBezTo>
                      <a:pt x="49836" y="38662"/>
                      <a:pt x="38662" y="49803"/>
                      <a:pt x="24919" y="49803"/>
                    </a:cubicBezTo>
                    <a:cubicBezTo>
                      <a:pt x="11142" y="49803"/>
                      <a:pt x="1" y="38662"/>
                      <a:pt x="1" y="24885"/>
                    </a:cubicBezTo>
                    <a:cubicBezTo>
                      <a:pt x="1" y="11142"/>
                      <a:pt x="11142" y="1"/>
                      <a:pt x="24919" y="1"/>
                    </a:cubicBezTo>
                    <a:cubicBezTo>
                      <a:pt x="38662" y="1"/>
                      <a:pt x="49836" y="11142"/>
                      <a:pt x="49836" y="24885"/>
                    </a:cubicBezTo>
                    <a:close/>
                  </a:path>
                </a:pathLst>
              </a:custGeom>
              <a:gradFill>
                <a:gsLst>
                  <a:gs pos="0">
                    <a:schemeClr val="dk2"/>
                  </a:gs>
                  <a:gs pos="100000">
                    <a:schemeClr val="accent1"/>
                  </a:gs>
                </a:gsLst>
                <a:lin ang="5400700"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71" name="Google Shape;1971;p43"/>
              <p:cNvSpPr/>
              <p:nvPr/>
            </p:nvSpPr>
            <p:spPr>
              <a:xfrm>
                <a:off x="1724308" y="2375370"/>
                <a:ext cx="144784" cy="144784"/>
              </a:xfrm>
              <a:custGeom>
                <a:avLst/>
                <a:gdLst/>
                <a:ahLst/>
                <a:cxnLst/>
                <a:rect l="l" t="t" r="r" b="b"/>
                <a:pathLst>
                  <a:path w="7873" h="7873" extrusionOk="0">
                    <a:moveTo>
                      <a:pt x="6472" y="1401"/>
                    </a:moveTo>
                    <a:cubicBezTo>
                      <a:pt x="5071" y="0"/>
                      <a:pt x="2803" y="0"/>
                      <a:pt x="1402" y="1401"/>
                    </a:cubicBezTo>
                    <a:cubicBezTo>
                      <a:pt x="1" y="2802"/>
                      <a:pt x="1" y="5070"/>
                      <a:pt x="1402" y="6471"/>
                    </a:cubicBezTo>
                    <a:cubicBezTo>
                      <a:pt x="2803" y="7872"/>
                      <a:pt x="5071" y="7872"/>
                      <a:pt x="6472" y="6471"/>
                    </a:cubicBezTo>
                    <a:cubicBezTo>
                      <a:pt x="7873" y="5070"/>
                      <a:pt x="7873" y="2802"/>
                      <a:pt x="6472" y="1401"/>
                    </a:cubicBezTo>
                    <a:close/>
                  </a:path>
                </a:pathLst>
              </a:custGeom>
              <a:solidFill>
                <a:srgbClr val="EEEEE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72" name="Google Shape;1972;p43"/>
              <p:cNvSpPr/>
              <p:nvPr/>
            </p:nvSpPr>
            <p:spPr>
              <a:xfrm>
                <a:off x="1761731" y="2412774"/>
                <a:ext cx="69956" cy="69956"/>
              </a:xfrm>
              <a:custGeom>
                <a:avLst/>
                <a:gdLst/>
                <a:ahLst/>
                <a:cxnLst/>
                <a:rect l="l" t="t" r="r" b="b"/>
                <a:pathLst>
                  <a:path w="3804" h="3804" extrusionOk="0">
                    <a:moveTo>
                      <a:pt x="3803" y="1902"/>
                    </a:moveTo>
                    <a:cubicBezTo>
                      <a:pt x="3803" y="2970"/>
                      <a:pt x="2969" y="3804"/>
                      <a:pt x="1902" y="3804"/>
                    </a:cubicBezTo>
                    <a:cubicBezTo>
                      <a:pt x="868" y="3804"/>
                      <a:pt x="0" y="2970"/>
                      <a:pt x="0" y="1902"/>
                    </a:cubicBezTo>
                    <a:cubicBezTo>
                      <a:pt x="0" y="835"/>
                      <a:pt x="868" y="1"/>
                      <a:pt x="1902" y="1"/>
                    </a:cubicBezTo>
                    <a:cubicBezTo>
                      <a:pt x="2969" y="1"/>
                      <a:pt x="3803" y="835"/>
                      <a:pt x="3803" y="1902"/>
                    </a:cubicBezTo>
                    <a:close/>
                  </a:path>
                </a:pathLst>
              </a:custGeom>
              <a:gradFill>
                <a:gsLst>
                  <a:gs pos="0">
                    <a:schemeClr val="dk2"/>
                  </a:gs>
                  <a:gs pos="100000">
                    <a:schemeClr val="accent1"/>
                  </a:gs>
                </a:gsLst>
                <a:lin ang="5400700"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73" name="Google Shape;1973;p43"/>
              <p:cNvSpPr/>
              <p:nvPr/>
            </p:nvSpPr>
            <p:spPr>
              <a:xfrm>
                <a:off x="2105920" y="1471793"/>
                <a:ext cx="825693" cy="826336"/>
              </a:xfrm>
              <a:custGeom>
                <a:avLst/>
                <a:gdLst/>
                <a:ahLst/>
                <a:cxnLst/>
                <a:rect l="l" t="t" r="r" b="b"/>
                <a:pathLst>
                  <a:path w="44899" h="44934" extrusionOk="0">
                    <a:moveTo>
                      <a:pt x="44899" y="22450"/>
                    </a:moveTo>
                    <a:cubicBezTo>
                      <a:pt x="44899" y="34859"/>
                      <a:pt x="34858" y="44933"/>
                      <a:pt x="22450" y="44933"/>
                    </a:cubicBezTo>
                    <a:cubicBezTo>
                      <a:pt x="10041" y="44933"/>
                      <a:pt x="0" y="34859"/>
                      <a:pt x="0" y="22450"/>
                    </a:cubicBezTo>
                    <a:cubicBezTo>
                      <a:pt x="0" y="10075"/>
                      <a:pt x="10041" y="1"/>
                      <a:pt x="22450" y="1"/>
                    </a:cubicBezTo>
                    <a:cubicBezTo>
                      <a:pt x="34858" y="1"/>
                      <a:pt x="44899" y="10075"/>
                      <a:pt x="44899" y="22450"/>
                    </a:cubicBezTo>
                    <a:close/>
                  </a:path>
                </a:pathLst>
              </a:custGeom>
              <a:gradFill>
                <a:gsLst>
                  <a:gs pos="0">
                    <a:srgbClr val="000000">
                      <a:alpha val="11372"/>
                    </a:srgbClr>
                  </a:gs>
                  <a:gs pos="100000">
                    <a:schemeClr val="lt1"/>
                  </a:gs>
                </a:gsLst>
                <a:lin ang="5400700"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74" name="Google Shape;1974;p43"/>
              <p:cNvSpPr/>
              <p:nvPr/>
            </p:nvSpPr>
            <p:spPr>
              <a:xfrm>
                <a:off x="2453717" y="2021412"/>
                <a:ext cx="325760" cy="425140"/>
              </a:xfrm>
              <a:custGeom>
                <a:avLst/>
                <a:gdLst/>
                <a:ahLst/>
                <a:cxnLst/>
                <a:rect l="l" t="t" r="r" b="b"/>
                <a:pathLst>
                  <a:path w="17714" h="23118" extrusionOk="0">
                    <a:moveTo>
                      <a:pt x="17713" y="20516"/>
                    </a:moveTo>
                    <a:lnTo>
                      <a:pt x="11209" y="23118"/>
                    </a:lnTo>
                    <a:cubicBezTo>
                      <a:pt x="8240" y="15779"/>
                      <a:pt x="4204" y="9608"/>
                      <a:pt x="1" y="5405"/>
                    </a:cubicBezTo>
                    <a:lnTo>
                      <a:pt x="13477" y="1"/>
                    </a:lnTo>
                    <a:cubicBezTo>
                      <a:pt x="13344" y="5905"/>
                      <a:pt x="14745" y="13144"/>
                      <a:pt x="17713" y="20516"/>
                    </a:cubicBezTo>
                    <a:close/>
                  </a:path>
                </a:pathLst>
              </a:custGeom>
              <a:gradFill>
                <a:gsLst>
                  <a:gs pos="0">
                    <a:schemeClr val="lt2"/>
                  </a:gs>
                  <a:gs pos="100000">
                    <a:schemeClr val="accent2"/>
                  </a:gs>
                </a:gsLst>
                <a:lin ang="5400700"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75" name="Google Shape;1975;p43"/>
              <p:cNvSpPr/>
              <p:nvPr/>
            </p:nvSpPr>
            <p:spPr>
              <a:xfrm>
                <a:off x="2188727" y="1554618"/>
                <a:ext cx="660072" cy="660072"/>
              </a:xfrm>
              <a:custGeom>
                <a:avLst/>
                <a:gdLst/>
                <a:ahLst/>
                <a:cxnLst/>
                <a:rect l="l" t="t" r="r" b="b"/>
                <a:pathLst>
                  <a:path w="35893" h="35893" extrusionOk="0">
                    <a:moveTo>
                      <a:pt x="35893" y="17946"/>
                    </a:moveTo>
                    <a:cubicBezTo>
                      <a:pt x="35893" y="27887"/>
                      <a:pt x="27854" y="35893"/>
                      <a:pt x="17947" y="35893"/>
                    </a:cubicBezTo>
                    <a:cubicBezTo>
                      <a:pt x="8040" y="35893"/>
                      <a:pt x="0" y="27887"/>
                      <a:pt x="0" y="17946"/>
                    </a:cubicBezTo>
                    <a:cubicBezTo>
                      <a:pt x="0" y="8039"/>
                      <a:pt x="8040" y="0"/>
                      <a:pt x="17947" y="0"/>
                    </a:cubicBezTo>
                    <a:cubicBezTo>
                      <a:pt x="27854" y="0"/>
                      <a:pt x="35893" y="8039"/>
                      <a:pt x="35893" y="17946"/>
                    </a:cubicBezTo>
                    <a:close/>
                  </a:path>
                </a:pathLst>
              </a:custGeom>
              <a:gradFill>
                <a:gsLst>
                  <a:gs pos="0">
                    <a:schemeClr val="dk2"/>
                  </a:gs>
                  <a:gs pos="100000">
                    <a:schemeClr val="accent1"/>
                  </a:gs>
                </a:gsLst>
                <a:lin ang="5400700"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76" name="Google Shape;1976;p43"/>
              <p:cNvSpPr/>
              <p:nvPr/>
            </p:nvSpPr>
            <p:spPr>
              <a:xfrm>
                <a:off x="2256823" y="1623321"/>
                <a:ext cx="523269" cy="523269"/>
              </a:xfrm>
              <a:custGeom>
                <a:avLst/>
                <a:gdLst/>
                <a:ahLst/>
                <a:cxnLst/>
                <a:rect l="l" t="t" r="r" b="b"/>
                <a:pathLst>
                  <a:path w="28454" h="28454" extrusionOk="0">
                    <a:moveTo>
                      <a:pt x="28454" y="14210"/>
                    </a:moveTo>
                    <a:cubicBezTo>
                      <a:pt x="28454" y="22083"/>
                      <a:pt x="22083" y="28454"/>
                      <a:pt x="14244" y="28454"/>
                    </a:cubicBezTo>
                    <a:cubicBezTo>
                      <a:pt x="6371" y="28454"/>
                      <a:pt x="0" y="22083"/>
                      <a:pt x="0" y="14210"/>
                    </a:cubicBezTo>
                    <a:cubicBezTo>
                      <a:pt x="0" y="6371"/>
                      <a:pt x="6371" y="0"/>
                      <a:pt x="14244" y="0"/>
                    </a:cubicBezTo>
                    <a:cubicBezTo>
                      <a:pt x="22083" y="0"/>
                      <a:pt x="28454" y="6371"/>
                      <a:pt x="28454" y="14210"/>
                    </a:cubicBezTo>
                    <a:close/>
                  </a:path>
                </a:pathLst>
              </a:custGeom>
              <a:solidFill>
                <a:srgbClr val="FFFFFF"/>
              </a:solidFill>
              <a:ln>
                <a:noFill/>
              </a:ln>
            </p:spPr>
            <p:txBody>
              <a:bodyPr spcFirstLastPara="1" wrap="square" lIns="121900" tIns="121900" rIns="121900" bIns="121900" anchor="ctr" anchorCtr="0">
                <a:noAutofit/>
              </a:bodyPr>
              <a:lstStyle/>
              <a:p>
                <a:pPr algn="ctr" defTabSz="1219170">
                  <a:buClr>
                    <a:srgbClr val="000000"/>
                  </a:buClr>
                </a:pPr>
                <a:r>
                  <a:rPr lang="en" sz="2667" kern="0">
                    <a:solidFill>
                      <a:srgbClr val="000000"/>
                    </a:solidFill>
                    <a:latin typeface="Fira Sans Extra Condensed SemiBold"/>
                    <a:ea typeface="Fira Sans Extra Condensed SemiBold"/>
                    <a:cs typeface="Fira Sans Extra Condensed SemiBold"/>
                    <a:sym typeface="Fira Sans Extra Condensed SemiBold"/>
                  </a:rPr>
                  <a:t>1</a:t>
                </a:r>
                <a:endParaRPr sz="2667" kern="0">
                  <a:solidFill>
                    <a:srgbClr val="000000"/>
                  </a:solidFill>
                  <a:latin typeface="Fira Sans Extra Condensed SemiBold"/>
                  <a:ea typeface="Fira Sans Extra Condensed SemiBold"/>
                  <a:cs typeface="Fira Sans Extra Condensed SemiBold"/>
                  <a:sym typeface="Fira Sans Extra Condensed SemiBold"/>
                </a:endParaRPr>
              </a:p>
            </p:txBody>
          </p:sp>
        </p:grpSp>
      </p:grpSp>
      <p:sp>
        <p:nvSpPr>
          <p:cNvPr id="1977" name="Google Shape;1977;p43"/>
          <p:cNvSpPr/>
          <p:nvPr/>
        </p:nvSpPr>
        <p:spPr>
          <a:xfrm flipH="1">
            <a:off x="9852497" y="3231834"/>
            <a:ext cx="1462193" cy="1462193"/>
          </a:xfrm>
          <a:custGeom>
            <a:avLst/>
            <a:gdLst/>
            <a:ahLst/>
            <a:cxnLst/>
            <a:rect l="l" t="t" r="r" b="b"/>
            <a:pathLst>
              <a:path w="64047" h="64047" extrusionOk="0">
                <a:moveTo>
                  <a:pt x="64046" y="32024"/>
                </a:moveTo>
                <a:cubicBezTo>
                  <a:pt x="64046" y="49703"/>
                  <a:pt x="49703" y="64047"/>
                  <a:pt x="32023" y="64047"/>
                </a:cubicBezTo>
                <a:cubicBezTo>
                  <a:pt x="14344" y="64047"/>
                  <a:pt x="1" y="49703"/>
                  <a:pt x="1" y="32024"/>
                </a:cubicBezTo>
                <a:cubicBezTo>
                  <a:pt x="1" y="14344"/>
                  <a:pt x="14344" y="1"/>
                  <a:pt x="32023" y="1"/>
                </a:cubicBezTo>
                <a:cubicBezTo>
                  <a:pt x="49703" y="1"/>
                  <a:pt x="64046" y="14344"/>
                  <a:pt x="64046" y="32024"/>
                </a:cubicBezTo>
                <a:close/>
              </a:path>
            </a:pathLst>
          </a:custGeom>
          <a:gradFill>
            <a:gsLst>
              <a:gs pos="0">
                <a:schemeClr val="dk2"/>
              </a:gs>
              <a:gs pos="100000">
                <a:schemeClr val="accent6"/>
              </a:gs>
            </a:gsLst>
            <a:lin ang="5400700"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78" name="Google Shape;1978;p43"/>
          <p:cNvSpPr/>
          <p:nvPr/>
        </p:nvSpPr>
        <p:spPr>
          <a:xfrm flipH="1">
            <a:off x="10032911" y="3405616"/>
            <a:ext cx="1107992" cy="1108848"/>
          </a:xfrm>
          <a:custGeom>
            <a:avLst/>
            <a:gdLst/>
            <a:ahLst/>
            <a:cxnLst/>
            <a:rect l="l" t="t" r="r" b="b"/>
            <a:pathLst>
              <a:path w="44032" h="44066" extrusionOk="0">
                <a:moveTo>
                  <a:pt x="44032" y="22016"/>
                </a:moveTo>
                <a:cubicBezTo>
                  <a:pt x="44032" y="34192"/>
                  <a:pt x="34191" y="44065"/>
                  <a:pt x="22016" y="44065"/>
                </a:cubicBezTo>
                <a:cubicBezTo>
                  <a:pt x="9874" y="44065"/>
                  <a:pt x="0" y="34192"/>
                  <a:pt x="0" y="22016"/>
                </a:cubicBezTo>
                <a:cubicBezTo>
                  <a:pt x="0" y="9874"/>
                  <a:pt x="9874" y="0"/>
                  <a:pt x="22016" y="0"/>
                </a:cubicBezTo>
                <a:cubicBezTo>
                  <a:pt x="34191" y="0"/>
                  <a:pt x="44032" y="9874"/>
                  <a:pt x="44032" y="22016"/>
                </a:cubicBezTo>
                <a:close/>
              </a:path>
            </a:pathLst>
          </a:custGeom>
          <a:solidFill>
            <a:srgbClr val="FFFFFF"/>
          </a:solidFill>
          <a:ln>
            <a:noFill/>
          </a:ln>
        </p:spPr>
        <p:txBody>
          <a:bodyPr spcFirstLastPara="1" wrap="square" lIns="121900" tIns="121900" rIns="121900" bIns="121900" anchor="ctr" anchorCtr="0">
            <a:noAutofit/>
          </a:bodyPr>
          <a:lstStyle/>
          <a:p>
            <a:pPr algn="ctr" defTabSz="1219170">
              <a:buClr>
                <a:srgbClr val="000000"/>
              </a:buClr>
            </a:pPr>
            <a:endParaRPr sz="2800" kern="0" dirty="0">
              <a:solidFill>
                <a:srgbClr val="000000"/>
              </a:solidFill>
              <a:latin typeface="Fira Sans Extra Condensed SemiBold"/>
              <a:ea typeface="Fira Sans Extra Condensed SemiBold"/>
              <a:cs typeface="Fira Sans Extra Condensed SemiBold"/>
              <a:sym typeface="Fira Sans Extra Condensed SemiBold"/>
            </a:endParaRPr>
          </a:p>
        </p:txBody>
      </p:sp>
      <p:sp>
        <p:nvSpPr>
          <p:cNvPr id="1979" name="Google Shape;1979;p43"/>
          <p:cNvSpPr/>
          <p:nvPr/>
        </p:nvSpPr>
        <p:spPr>
          <a:xfrm flipH="1">
            <a:off x="8535524" y="4823979"/>
            <a:ext cx="1254065" cy="1254040"/>
          </a:xfrm>
          <a:custGeom>
            <a:avLst/>
            <a:gdLst/>
            <a:ahLst/>
            <a:cxnLst/>
            <a:rect l="l" t="t" r="r" b="b"/>
            <a:pathLst>
              <a:path w="49837" h="49836" extrusionOk="0">
                <a:moveTo>
                  <a:pt x="49836" y="24918"/>
                </a:moveTo>
                <a:cubicBezTo>
                  <a:pt x="49836" y="38661"/>
                  <a:pt x="38662" y="49836"/>
                  <a:pt x="24919" y="49836"/>
                </a:cubicBezTo>
                <a:cubicBezTo>
                  <a:pt x="11142" y="49836"/>
                  <a:pt x="1" y="38661"/>
                  <a:pt x="1" y="24918"/>
                </a:cubicBezTo>
                <a:cubicBezTo>
                  <a:pt x="1" y="11175"/>
                  <a:pt x="11142" y="0"/>
                  <a:pt x="24919" y="0"/>
                </a:cubicBezTo>
                <a:cubicBezTo>
                  <a:pt x="38662" y="0"/>
                  <a:pt x="49836" y="11175"/>
                  <a:pt x="49836" y="24918"/>
                </a:cubicBezTo>
                <a:close/>
              </a:path>
            </a:pathLst>
          </a:custGeom>
          <a:gradFill>
            <a:gsLst>
              <a:gs pos="0">
                <a:schemeClr val="accent5"/>
              </a:gs>
              <a:gs pos="100000">
                <a:schemeClr val="accent4"/>
              </a:gs>
            </a:gsLst>
            <a:lin ang="5400700"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80" name="Google Shape;1980;p43"/>
          <p:cNvSpPr/>
          <p:nvPr/>
        </p:nvSpPr>
        <p:spPr>
          <a:xfrm flipH="1">
            <a:off x="8597656" y="4886078"/>
            <a:ext cx="1129808" cy="1129833"/>
          </a:xfrm>
          <a:custGeom>
            <a:avLst/>
            <a:gdLst/>
            <a:ahLst/>
            <a:cxnLst/>
            <a:rect l="l" t="t" r="r" b="b"/>
            <a:pathLst>
              <a:path w="44899" h="44900" extrusionOk="0">
                <a:moveTo>
                  <a:pt x="44899" y="22450"/>
                </a:moveTo>
                <a:cubicBezTo>
                  <a:pt x="44899" y="34859"/>
                  <a:pt x="34858" y="44899"/>
                  <a:pt x="22450" y="44899"/>
                </a:cubicBezTo>
                <a:cubicBezTo>
                  <a:pt x="10041" y="44899"/>
                  <a:pt x="0" y="34859"/>
                  <a:pt x="0" y="22450"/>
                </a:cubicBezTo>
                <a:cubicBezTo>
                  <a:pt x="0" y="10041"/>
                  <a:pt x="10041" y="1"/>
                  <a:pt x="22450" y="1"/>
                </a:cubicBezTo>
                <a:cubicBezTo>
                  <a:pt x="34858" y="1"/>
                  <a:pt x="44899" y="10041"/>
                  <a:pt x="44899" y="22450"/>
                </a:cubicBezTo>
                <a:close/>
              </a:path>
            </a:pathLst>
          </a:custGeom>
          <a:gradFill>
            <a:gsLst>
              <a:gs pos="0">
                <a:srgbClr val="000000">
                  <a:alpha val="11372"/>
                </a:srgbClr>
              </a:gs>
              <a:gs pos="100000">
                <a:schemeClr val="lt1"/>
              </a:gs>
            </a:gsLst>
            <a:lin ang="5400700"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81" name="Google Shape;1981;p43"/>
          <p:cNvSpPr/>
          <p:nvPr/>
        </p:nvSpPr>
        <p:spPr>
          <a:xfrm flipH="1">
            <a:off x="8796609" y="4680629"/>
            <a:ext cx="445743" cy="582556"/>
          </a:xfrm>
          <a:custGeom>
            <a:avLst/>
            <a:gdLst/>
            <a:ahLst/>
            <a:cxnLst/>
            <a:rect l="l" t="t" r="r" b="b"/>
            <a:pathLst>
              <a:path w="17714" h="23151" extrusionOk="0">
                <a:moveTo>
                  <a:pt x="11209" y="1"/>
                </a:moveTo>
                <a:cubicBezTo>
                  <a:pt x="8240" y="7372"/>
                  <a:pt x="4204" y="13544"/>
                  <a:pt x="1" y="17713"/>
                </a:cubicBezTo>
                <a:lnTo>
                  <a:pt x="13477" y="23150"/>
                </a:lnTo>
                <a:cubicBezTo>
                  <a:pt x="13344" y="17213"/>
                  <a:pt x="14745" y="9974"/>
                  <a:pt x="17713" y="2602"/>
                </a:cubicBezTo>
                <a:close/>
              </a:path>
            </a:pathLst>
          </a:custGeom>
          <a:gradFill>
            <a:gsLst>
              <a:gs pos="0">
                <a:schemeClr val="accent5"/>
              </a:gs>
              <a:gs pos="100000">
                <a:schemeClr val="accent6"/>
              </a:gs>
            </a:gsLst>
            <a:lin ang="5400700"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82" name="Google Shape;1982;p43"/>
          <p:cNvSpPr/>
          <p:nvPr/>
        </p:nvSpPr>
        <p:spPr>
          <a:xfrm flipH="1">
            <a:off x="8710975" y="4999379"/>
            <a:ext cx="903188" cy="903213"/>
          </a:xfrm>
          <a:custGeom>
            <a:avLst/>
            <a:gdLst/>
            <a:ahLst/>
            <a:cxnLst/>
            <a:rect l="l" t="t" r="r" b="b"/>
            <a:pathLst>
              <a:path w="35893" h="35894" extrusionOk="0">
                <a:moveTo>
                  <a:pt x="35893" y="17947"/>
                </a:moveTo>
                <a:cubicBezTo>
                  <a:pt x="35893" y="27854"/>
                  <a:pt x="27854" y="35893"/>
                  <a:pt x="17947" y="35893"/>
                </a:cubicBezTo>
                <a:cubicBezTo>
                  <a:pt x="8040" y="35893"/>
                  <a:pt x="0" y="27854"/>
                  <a:pt x="0" y="17947"/>
                </a:cubicBezTo>
                <a:cubicBezTo>
                  <a:pt x="0" y="8040"/>
                  <a:pt x="8040" y="1"/>
                  <a:pt x="17947" y="1"/>
                </a:cubicBezTo>
                <a:cubicBezTo>
                  <a:pt x="27854" y="1"/>
                  <a:pt x="35893" y="8040"/>
                  <a:pt x="35893" y="17947"/>
                </a:cubicBezTo>
                <a:close/>
              </a:path>
            </a:pathLst>
          </a:custGeom>
          <a:gradFill>
            <a:gsLst>
              <a:gs pos="0">
                <a:schemeClr val="accent5"/>
              </a:gs>
              <a:gs pos="100000">
                <a:schemeClr val="accent4"/>
              </a:gs>
            </a:gsLst>
            <a:lin ang="5400700"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83" name="Google Shape;1983;p43"/>
          <p:cNvSpPr/>
          <p:nvPr/>
        </p:nvSpPr>
        <p:spPr>
          <a:xfrm flipH="1">
            <a:off x="8804992" y="5092553"/>
            <a:ext cx="715997" cy="716023"/>
          </a:xfrm>
          <a:custGeom>
            <a:avLst/>
            <a:gdLst/>
            <a:ahLst/>
            <a:cxnLst/>
            <a:rect l="l" t="t" r="r" b="b"/>
            <a:pathLst>
              <a:path w="28454" h="28455" extrusionOk="0">
                <a:moveTo>
                  <a:pt x="28454" y="14244"/>
                </a:moveTo>
                <a:cubicBezTo>
                  <a:pt x="28454" y="22116"/>
                  <a:pt x="22083" y="28454"/>
                  <a:pt x="14244" y="28454"/>
                </a:cubicBezTo>
                <a:cubicBezTo>
                  <a:pt x="6371" y="28454"/>
                  <a:pt x="0" y="22116"/>
                  <a:pt x="0" y="14244"/>
                </a:cubicBezTo>
                <a:cubicBezTo>
                  <a:pt x="0" y="6372"/>
                  <a:pt x="6371" y="0"/>
                  <a:pt x="14244" y="0"/>
                </a:cubicBezTo>
                <a:cubicBezTo>
                  <a:pt x="22083" y="0"/>
                  <a:pt x="28454" y="6372"/>
                  <a:pt x="28454" y="14244"/>
                </a:cubicBezTo>
                <a:close/>
              </a:path>
            </a:pathLst>
          </a:custGeom>
          <a:solidFill>
            <a:srgbClr val="FFFFFF"/>
          </a:solidFill>
          <a:ln>
            <a:noFill/>
          </a:ln>
        </p:spPr>
        <p:txBody>
          <a:bodyPr spcFirstLastPara="1" wrap="square" lIns="121900" tIns="121900" rIns="121900" bIns="121900" anchor="ctr" anchorCtr="0">
            <a:noAutofit/>
          </a:bodyPr>
          <a:lstStyle/>
          <a:p>
            <a:pPr algn="ctr" defTabSz="1219170">
              <a:buClr>
                <a:srgbClr val="000000"/>
              </a:buClr>
              <a:buSzPts val="1100"/>
            </a:pPr>
            <a:r>
              <a:rPr lang="en" sz="2667" kern="0">
                <a:solidFill>
                  <a:srgbClr val="000000"/>
                </a:solidFill>
                <a:latin typeface="Fira Sans Extra Condensed SemiBold"/>
                <a:ea typeface="Fira Sans Extra Condensed SemiBold"/>
                <a:cs typeface="Fira Sans Extra Condensed SemiBold"/>
                <a:sym typeface="Fira Sans Extra Condensed SemiBold"/>
              </a:rPr>
              <a:t>3</a:t>
            </a:r>
            <a:endParaRPr sz="1867" kern="0">
              <a:solidFill>
                <a:srgbClr val="000000"/>
              </a:solidFill>
              <a:latin typeface="Fira Sans Extra Condensed SemiBold"/>
              <a:ea typeface="Fira Sans Extra Condensed SemiBold"/>
              <a:cs typeface="Fira Sans Extra Condensed SemiBold"/>
              <a:sym typeface="Fira Sans Extra Condensed SemiBold"/>
            </a:endParaRPr>
          </a:p>
        </p:txBody>
      </p:sp>
      <p:sp>
        <p:nvSpPr>
          <p:cNvPr id="1984" name="Google Shape;1984;p43"/>
          <p:cNvSpPr/>
          <p:nvPr/>
        </p:nvSpPr>
        <p:spPr>
          <a:xfrm flipH="1">
            <a:off x="10051501" y="4590631"/>
            <a:ext cx="198111" cy="198967"/>
          </a:xfrm>
          <a:custGeom>
            <a:avLst/>
            <a:gdLst/>
            <a:ahLst/>
            <a:cxnLst/>
            <a:rect l="l" t="t" r="r" b="b"/>
            <a:pathLst>
              <a:path w="7873" h="7907" extrusionOk="0">
                <a:moveTo>
                  <a:pt x="6472" y="1402"/>
                </a:moveTo>
                <a:cubicBezTo>
                  <a:pt x="5071" y="1"/>
                  <a:pt x="2803" y="1"/>
                  <a:pt x="1402" y="1402"/>
                </a:cubicBezTo>
                <a:cubicBezTo>
                  <a:pt x="1" y="2803"/>
                  <a:pt x="1" y="5105"/>
                  <a:pt x="1402" y="6506"/>
                </a:cubicBezTo>
                <a:cubicBezTo>
                  <a:pt x="2803" y="7907"/>
                  <a:pt x="5071" y="7907"/>
                  <a:pt x="6472" y="6506"/>
                </a:cubicBezTo>
                <a:cubicBezTo>
                  <a:pt x="7873" y="5105"/>
                  <a:pt x="7873" y="2803"/>
                  <a:pt x="6472" y="1402"/>
                </a:cubicBezTo>
                <a:close/>
              </a:path>
            </a:pathLst>
          </a:custGeom>
          <a:solidFill>
            <a:srgbClr val="EEEEE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85" name="Google Shape;1985;p43"/>
          <p:cNvSpPr/>
          <p:nvPr/>
        </p:nvSpPr>
        <p:spPr>
          <a:xfrm flipH="1">
            <a:off x="10102688" y="4641835"/>
            <a:ext cx="95721" cy="96552"/>
          </a:xfrm>
          <a:custGeom>
            <a:avLst/>
            <a:gdLst/>
            <a:ahLst/>
            <a:cxnLst/>
            <a:rect l="l" t="t" r="r" b="b"/>
            <a:pathLst>
              <a:path w="3804" h="3837" extrusionOk="0">
                <a:moveTo>
                  <a:pt x="3803" y="1902"/>
                </a:moveTo>
                <a:cubicBezTo>
                  <a:pt x="3803" y="2969"/>
                  <a:pt x="2969" y="3837"/>
                  <a:pt x="1902" y="3837"/>
                </a:cubicBezTo>
                <a:cubicBezTo>
                  <a:pt x="868" y="3837"/>
                  <a:pt x="0" y="2969"/>
                  <a:pt x="0" y="1902"/>
                </a:cubicBezTo>
                <a:cubicBezTo>
                  <a:pt x="0" y="868"/>
                  <a:pt x="868" y="1"/>
                  <a:pt x="1902" y="1"/>
                </a:cubicBezTo>
                <a:cubicBezTo>
                  <a:pt x="2969" y="1"/>
                  <a:pt x="3803" y="868"/>
                  <a:pt x="3803" y="1902"/>
                </a:cubicBezTo>
                <a:close/>
              </a:path>
            </a:pathLst>
          </a:custGeom>
          <a:gradFill>
            <a:gsLst>
              <a:gs pos="0">
                <a:schemeClr val="accent5"/>
              </a:gs>
              <a:gs pos="100000">
                <a:schemeClr val="accent4"/>
              </a:gs>
            </a:gsLst>
            <a:lin ang="5400700"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86" name="Google Shape;1986;p43"/>
          <p:cNvSpPr/>
          <p:nvPr/>
        </p:nvSpPr>
        <p:spPr>
          <a:xfrm flipH="1">
            <a:off x="7981393" y="5448445"/>
            <a:ext cx="560715" cy="4228"/>
          </a:xfrm>
          <a:custGeom>
            <a:avLst/>
            <a:gdLst/>
            <a:ahLst/>
            <a:cxnLst/>
            <a:rect l="l" t="t" r="r" b="b"/>
            <a:pathLst>
              <a:path w="22283" h="168" extrusionOk="0">
                <a:moveTo>
                  <a:pt x="0" y="1"/>
                </a:moveTo>
                <a:lnTo>
                  <a:pt x="0" y="168"/>
                </a:lnTo>
                <a:lnTo>
                  <a:pt x="22283" y="168"/>
                </a:lnTo>
                <a:lnTo>
                  <a:pt x="22283" y="1"/>
                </a:lnTo>
                <a:close/>
              </a:path>
            </a:pathLst>
          </a:custGeom>
          <a:solidFill>
            <a:srgbClr val="666666"/>
          </a:solidFill>
          <a:ln w="19050"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84" name="Google Shape;1884;p43"/>
          <p:cNvSpPr/>
          <p:nvPr/>
        </p:nvSpPr>
        <p:spPr>
          <a:xfrm>
            <a:off x="8527388" y="1840725"/>
            <a:ext cx="1254000" cy="1254000"/>
          </a:xfrm>
          <a:prstGeom prst="ellipse">
            <a:avLst/>
          </a:prstGeom>
          <a:no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86" name="Google Shape;1886;p43"/>
          <p:cNvSpPr/>
          <p:nvPr/>
        </p:nvSpPr>
        <p:spPr>
          <a:xfrm>
            <a:off x="7968696" y="3338692"/>
            <a:ext cx="1254000" cy="1254000"/>
          </a:xfrm>
          <a:prstGeom prst="ellipse">
            <a:avLst/>
          </a:prstGeom>
          <a:no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88" name="Google Shape;1888;p43"/>
          <p:cNvSpPr/>
          <p:nvPr/>
        </p:nvSpPr>
        <p:spPr>
          <a:xfrm>
            <a:off x="8523739" y="4825959"/>
            <a:ext cx="1254000" cy="1254000"/>
          </a:xfrm>
          <a:prstGeom prst="ellipse">
            <a:avLst/>
          </a:prstGeom>
          <a:no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nvGrpSpPr>
          <p:cNvPr id="1987" name="Google Shape;1987;p43"/>
          <p:cNvGrpSpPr/>
          <p:nvPr/>
        </p:nvGrpSpPr>
        <p:grpSpPr>
          <a:xfrm>
            <a:off x="1109910" y="2295299"/>
            <a:ext cx="363004" cy="360429"/>
            <a:chOff x="890400" y="4399350"/>
            <a:chExt cx="486600" cy="483150"/>
          </a:xfrm>
        </p:grpSpPr>
        <p:sp>
          <p:nvSpPr>
            <p:cNvPr id="1988" name="Google Shape;1988;p43"/>
            <p:cNvSpPr/>
            <p:nvPr/>
          </p:nvSpPr>
          <p:spPr>
            <a:xfrm>
              <a:off x="1125300" y="4503075"/>
              <a:ext cx="153800" cy="141650"/>
            </a:xfrm>
            <a:custGeom>
              <a:avLst/>
              <a:gdLst/>
              <a:ahLst/>
              <a:cxnLst/>
              <a:rect l="l" t="t" r="r" b="b"/>
              <a:pathLst>
                <a:path w="6152" h="5666" extrusionOk="0">
                  <a:moveTo>
                    <a:pt x="3044" y="1140"/>
                  </a:moveTo>
                  <a:cubicBezTo>
                    <a:pt x="3263" y="1140"/>
                    <a:pt x="3484" y="1182"/>
                    <a:pt x="3694" y="1269"/>
                  </a:cubicBezTo>
                  <a:cubicBezTo>
                    <a:pt x="4328" y="1532"/>
                    <a:pt x="4741" y="2151"/>
                    <a:pt x="4741" y="2836"/>
                  </a:cubicBezTo>
                  <a:cubicBezTo>
                    <a:pt x="4741" y="3525"/>
                    <a:pt x="4328" y="4144"/>
                    <a:pt x="3694" y="4406"/>
                  </a:cubicBezTo>
                  <a:cubicBezTo>
                    <a:pt x="3484" y="4493"/>
                    <a:pt x="3263" y="4536"/>
                    <a:pt x="3044" y="4536"/>
                  </a:cubicBezTo>
                  <a:cubicBezTo>
                    <a:pt x="2602" y="4536"/>
                    <a:pt x="2168" y="4363"/>
                    <a:pt x="1843" y="4038"/>
                  </a:cubicBezTo>
                  <a:cubicBezTo>
                    <a:pt x="1178" y="3377"/>
                    <a:pt x="1178" y="2299"/>
                    <a:pt x="1843" y="1638"/>
                  </a:cubicBezTo>
                  <a:cubicBezTo>
                    <a:pt x="2168" y="1312"/>
                    <a:pt x="2602" y="1140"/>
                    <a:pt x="3044" y="1140"/>
                  </a:cubicBezTo>
                  <a:close/>
                  <a:moveTo>
                    <a:pt x="3043" y="0"/>
                  </a:moveTo>
                  <a:cubicBezTo>
                    <a:pt x="2680" y="0"/>
                    <a:pt x="2313" y="70"/>
                    <a:pt x="1961" y="215"/>
                  </a:cubicBezTo>
                  <a:cubicBezTo>
                    <a:pt x="710" y="732"/>
                    <a:pt x="1" y="2060"/>
                    <a:pt x="264" y="3386"/>
                  </a:cubicBezTo>
                  <a:cubicBezTo>
                    <a:pt x="529" y="4709"/>
                    <a:pt x="1688" y="5666"/>
                    <a:pt x="3038" y="5666"/>
                  </a:cubicBezTo>
                  <a:cubicBezTo>
                    <a:pt x="3040" y="5666"/>
                    <a:pt x="3042" y="5666"/>
                    <a:pt x="3045" y="5666"/>
                  </a:cubicBezTo>
                  <a:cubicBezTo>
                    <a:pt x="3048" y="5666"/>
                    <a:pt x="3052" y="5666"/>
                    <a:pt x="3056" y="5666"/>
                  </a:cubicBezTo>
                  <a:cubicBezTo>
                    <a:pt x="3801" y="5666"/>
                    <a:pt x="4518" y="5367"/>
                    <a:pt x="5046" y="4838"/>
                  </a:cubicBezTo>
                  <a:cubicBezTo>
                    <a:pt x="6004" y="3884"/>
                    <a:pt x="6152" y="2386"/>
                    <a:pt x="5400" y="1260"/>
                  </a:cubicBezTo>
                  <a:cubicBezTo>
                    <a:pt x="4862" y="453"/>
                    <a:pt x="3967" y="0"/>
                    <a:pt x="3043"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435D74"/>
                </a:solidFill>
                <a:latin typeface="Arial"/>
                <a:cs typeface="Arial"/>
                <a:sym typeface="Arial"/>
              </a:endParaRPr>
            </a:p>
          </p:txBody>
        </p:sp>
        <p:sp>
          <p:nvSpPr>
            <p:cNvPr id="1989" name="Google Shape;1989;p43"/>
            <p:cNvSpPr/>
            <p:nvPr/>
          </p:nvSpPr>
          <p:spPr>
            <a:xfrm>
              <a:off x="890400" y="4399350"/>
              <a:ext cx="486600" cy="483150"/>
            </a:xfrm>
            <a:custGeom>
              <a:avLst/>
              <a:gdLst/>
              <a:ahLst/>
              <a:cxnLst/>
              <a:rect l="l" t="t" r="r" b="b"/>
              <a:pathLst>
                <a:path w="19464" h="19326" extrusionOk="0">
                  <a:moveTo>
                    <a:pt x="17908" y="1131"/>
                  </a:moveTo>
                  <a:cubicBezTo>
                    <a:pt x="18031" y="1131"/>
                    <a:pt x="18157" y="1132"/>
                    <a:pt x="18283" y="1134"/>
                  </a:cubicBezTo>
                  <a:cubicBezTo>
                    <a:pt x="18301" y="2369"/>
                    <a:pt x="18232" y="3465"/>
                    <a:pt x="18057" y="4449"/>
                  </a:cubicBezTo>
                  <a:cubicBezTo>
                    <a:pt x="16453" y="4223"/>
                    <a:pt x="15191" y="2960"/>
                    <a:pt x="14968" y="1357"/>
                  </a:cubicBezTo>
                  <a:cubicBezTo>
                    <a:pt x="15851" y="1203"/>
                    <a:pt x="16825" y="1131"/>
                    <a:pt x="17908" y="1131"/>
                  </a:cubicBezTo>
                  <a:close/>
                  <a:moveTo>
                    <a:pt x="6462" y="6683"/>
                  </a:moveTo>
                  <a:lnTo>
                    <a:pt x="6462" y="6686"/>
                  </a:lnTo>
                  <a:cubicBezTo>
                    <a:pt x="6003" y="7471"/>
                    <a:pt x="5574" y="8281"/>
                    <a:pt x="5173" y="9066"/>
                  </a:cubicBezTo>
                  <a:lnTo>
                    <a:pt x="2712" y="8839"/>
                  </a:lnTo>
                  <a:cubicBezTo>
                    <a:pt x="3545" y="7571"/>
                    <a:pt x="4952" y="6756"/>
                    <a:pt x="6462" y="6683"/>
                  </a:cubicBezTo>
                  <a:close/>
                  <a:moveTo>
                    <a:pt x="13863" y="1608"/>
                  </a:moveTo>
                  <a:cubicBezTo>
                    <a:pt x="14195" y="3637"/>
                    <a:pt x="15783" y="5225"/>
                    <a:pt x="17809" y="5557"/>
                  </a:cubicBezTo>
                  <a:cubicBezTo>
                    <a:pt x="17347" y="7209"/>
                    <a:pt x="16532" y="8534"/>
                    <a:pt x="15303" y="9718"/>
                  </a:cubicBezTo>
                  <a:cubicBezTo>
                    <a:pt x="13932" y="11043"/>
                    <a:pt x="11825" y="12218"/>
                    <a:pt x="9868" y="13221"/>
                  </a:cubicBezTo>
                  <a:lnTo>
                    <a:pt x="6196" y="9552"/>
                  </a:lnTo>
                  <a:cubicBezTo>
                    <a:pt x="7199" y="7592"/>
                    <a:pt x="8376" y="5485"/>
                    <a:pt x="9699" y="4114"/>
                  </a:cubicBezTo>
                  <a:cubicBezTo>
                    <a:pt x="10886" y="2885"/>
                    <a:pt x="12208" y="2073"/>
                    <a:pt x="13863" y="1608"/>
                  </a:cubicBezTo>
                  <a:close/>
                  <a:moveTo>
                    <a:pt x="5659" y="10612"/>
                  </a:moveTo>
                  <a:lnTo>
                    <a:pt x="8805" y="13758"/>
                  </a:lnTo>
                  <a:lnTo>
                    <a:pt x="8503" y="13909"/>
                  </a:lnTo>
                  <a:cubicBezTo>
                    <a:pt x="8237" y="14039"/>
                    <a:pt x="7984" y="14169"/>
                    <a:pt x="7736" y="14292"/>
                  </a:cubicBezTo>
                  <a:lnTo>
                    <a:pt x="5124" y="11681"/>
                  </a:lnTo>
                  <a:cubicBezTo>
                    <a:pt x="5248" y="11433"/>
                    <a:pt x="5378" y="11179"/>
                    <a:pt x="5508" y="10914"/>
                  </a:cubicBezTo>
                  <a:lnTo>
                    <a:pt x="5659" y="10612"/>
                  </a:lnTo>
                  <a:close/>
                  <a:moveTo>
                    <a:pt x="12658" y="13000"/>
                  </a:moveTo>
                  <a:lnTo>
                    <a:pt x="12658" y="13000"/>
                  </a:lnTo>
                  <a:cubicBezTo>
                    <a:pt x="12567" y="14483"/>
                    <a:pt x="11782" y="15835"/>
                    <a:pt x="10538" y="16651"/>
                  </a:cubicBezTo>
                  <a:lnTo>
                    <a:pt x="10348" y="14247"/>
                  </a:lnTo>
                  <a:cubicBezTo>
                    <a:pt x="11109" y="13858"/>
                    <a:pt x="11894" y="13441"/>
                    <a:pt x="12658" y="13000"/>
                  </a:cubicBezTo>
                  <a:close/>
                  <a:moveTo>
                    <a:pt x="4596" y="12756"/>
                  </a:moveTo>
                  <a:lnTo>
                    <a:pt x="5233" y="13393"/>
                  </a:lnTo>
                  <a:lnTo>
                    <a:pt x="4034" y="14594"/>
                  </a:lnTo>
                  <a:cubicBezTo>
                    <a:pt x="3814" y="14815"/>
                    <a:pt x="3811" y="15174"/>
                    <a:pt x="4034" y="15395"/>
                  </a:cubicBezTo>
                  <a:cubicBezTo>
                    <a:pt x="4145" y="15505"/>
                    <a:pt x="4290" y="15560"/>
                    <a:pt x="4434" y="15560"/>
                  </a:cubicBezTo>
                  <a:cubicBezTo>
                    <a:pt x="4579" y="15560"/>
                    <a:pt x="4724" y="15505"/>
                    <a:pt x="4835" y="15395"/>
                  </a:cubicBezTo>
                  <a:lnTo>
                    <a:pt x="6036" y="14193"/>
                  </a:lnTo>
                  <a:lnTo>
                    <a:pt x="6673" y="14833"/>
                  </a:lnTo>
                  <a:cubicBezTo>
                    <a:pt x="6528" y="15192"/>
                    <a:pt x="6311" y="15521"/>
                    <a:pt x="6036" y="15796"/>
                  </a:cubicBezTo>
                  <a:cubicBezTo>
                    <a:pt x="5387" y="16445"/>
                    <a:pt x="3110" y="17327"/>
                    <a:pt x="1555" y="17864"/>
                  </a:cubicBezTo>
                  <a:cubicBezTo>
                    <a:pt x="2096" y="16312"/>
                    <a:pt x="2984" y="14042"/>
                    <a:pt x="3633" y="13393"/>
                  </a:cubicBezTo>
                  <a:cubicBezTo>
                    <a:pt x="3908" y="13115"/>
                    <a:pt x="4234" y="12900"/>
                    <a:pt x="4596" y="12756"/>
                  </a:cubicBezTo>
                  <a:close/>
                  <a:moveTo>
                    <a:pt x="17939" y="0"/>
                  </a:moveTo>
                  <a:cubicBezTo>
                    <a:pt x="16582" y="0"/>
                    <a:pt x="15371" y="113"/>
                    <a:pt x="14282" y="349"/>
                  </a:cubicBezTo>
                  <a:cubicBezTo>
                    <a:pt x="14258" y="352"/>
                    <a:pt x="14234" y="358"/>
                    <a:pt x="14213" y="364"/>
                  </a:cubicBezTo>
                  <a:cubicBezTo>
                    <a:pt x="12057" y="841"/>
                    <a:pt x="10360" y="1801"/>
                    <a:pt x="8887" y="3329"/>
                  </a:cubicBezTo>
                  <a:cubicBezTo>
                    <a:pt x="8277" y="3960"/>
                    <a:pt x="7703" y="4724"/>
                    <a:pt x="7166" y="5548"/>
                  </a:cubicBezTo>
                  <a:lnTo>
                    <a:pt x="6676" y="5548"/>
                  </a:lnTo>
                  <a:cubicBezTo>
                    <a:pt x="5583" y="5548"/>
                    <a:pt x="4511" y="5856"/>
                    <a:pt x="3584" y="6436"/>
                  </a:cubicBezTo>
                  <a:cubicBezTo>
                    <a:pt x="2658" y="7016"/>
                    <a:pt x="1909" y="7837"/>
                    <a:pt x="1420" y="8815"/>
                  </a:cubicBezTo>
                  <a:lnTo>
                    <a:pt x="1284" y="9084"/>
                  </a:lnTo>
                  <a:cubicBezTo>
                    <a:pt x="1096" y="9458"/>
                    <a:pt x="1368" y="9902"/>
                    <a:pt x="1791" y="9905"/>
                  </a:cubicBezTo>
                  <a:lnTo>
                    <a:pt x="1948" y="9905"/>
                  </a:lnTo>
                  <a:lnTo>
                    <a:pt x="4623" y="10153"/>
                  </a:lnTo>
                  <a:cubicBezTo>
                    <a:pt x="4581" y="10237"/>
                    <a:pt x="4539" y="10322"/>
                    <a:pt x="4496" y="10409"/>
                  </a:cubicBezTo>
                  <a:cubicBezTo>
                    <a:pt x="4297" y="10802"/>
                    <a:pt x="4113" y="11176"/>
                    <a:pt x="3929" y="11533"/>
                  </a:cubicBezTo>
                  <a:cubicBezTo>
                    <a:pt x="3880" y="11626"/>
                    <a:pt x="3859" y="11732"/>
                    <a:pt x="3868" y="11838"/>
                  </a:cubicBezTo>
                  <a:cubicBezTo>
                    <a:pt x="3485" y="12031"/>
                    <a:pt x="3135" y="12287"/>
                    <a:pt x="2833" y="12592"/>
                  </a:cubicBezTo>
                  <a:cubicBezTo>
                    <a:pt x="1664" y="13761"/>
                    <a:pt x="275" y="18097"/>
                    <a:pt x="121" y="18586"/>
                  </a:cubicBezTo>
                  <a:cubicBezTo>
                    <a:pt x="1" y="18966"/>
                    <a:pt x="294" y="19325"/>
                    <a:pt x="657" y="19325"/>
                  </a:cubicBezTo>
                  <a:cubicBezTo>
                    <a:pt x="713" y="19325"/>
                    <a:pt x="770" y="19317"/>
                    <a:pt x="828" y="19299"/>
                  </a:cubicBezTo>
                  <a:cubicBezTo>
                    <a:pt x="1320" y="19145"/>
                    <a:pt x="5665" y="17765"/>
                    <a:pt x="6836" y="16593"/>
                  </a:cubicBezTo>
                  <a:cubicBezTo>
                    <a:pt x="7144" y="16288"/>
                    <a:pt x="7398" y="15935"/>
                    <a:pt x="7594" y="15549"/>
                  </a:cubicBezTo>
                  <a:lnTo>
                    <a:pt x="7628" y="15549"/>
                  </a:lnTo>
                  <a:cubicBezTo>
                    <a:pt x="7715" y="15549"/>
                    <a:pt x="7806" y="15527"/>
                    <a:pt x="7884" y="15485"/>
                  </a:cubicBezTo>
                  <a:cubicBezTo>
                    <a:pt x="8240" y="15304"/>
                    <a:pt x="8615" y="15117"/>
                    <a:pt x="9010" y="14920"/>
                  </a:cubicBezTo>
                  <a:lnTo>
                    <a:pt x="9255" y="14797"/>
                  </a:lnTo>
                  <a:lnTo>
                    <a:pt x="9463" y="17418"/>
                  </a:lnTo>
                  <a:lnTo>
                    <a:pt x="9463" y="17578"/>
                  </a:lnTo>
                  <a:cubicBezTo>
                    <a:pt x="9463" y="17906"/>
                    <a:pt x="9732" y="18144"/>
                    <a:pt x="10028" y="18144"/>
                  </a:cubicBezTo>
                  <a:cubicBezTo>
                    <a:pt x="10113" y="18144"/>
                    <a:pt x="10201" y="18124"/>
                    <a:pt x="10285" y="18082"/>
                  </a:cubicBezTo>
                  <a:lnTo>
                    <a:pt x="10553" y="17946"/>
                  </a:lnTo>
                  <a:cubicBezTo>
                    <a:pt x="12543" y="16950"/>
                    <a:pt x="13802" y="14914"/>
                    <a:pt x="13799" y="12689"/>
                  </a:cubicBezTo>
                  <a:lnTo>
                    <a:pt x="13799" y="12303"/>
                  </a:lnTo>
                  <a:cubicBezTo>
                    <a:pt x="14654" y="11750"/>
                    <a:pt x="15442" y="11161"/>
                    <a:pt x="16091" y="10536"/>
                  </a:cubicBezTo>
                  <a:cubicBezTo>
                    <a:pt x="17619" y="9060"/>
                    <a:pt x="18582" y="7366"/>
                    <a:pt x="19059" y="5207"/>
                  </a:cubicBezTo>
                  <a:cubicBezTo>
                    <a:pt x="19065" y="5186"/>
                    <a:pt x="19068" y="5165"/>
                    <a:pt x="19071" y="5140"/>
                  </a:cubicBezTo>
                  <a:cubicBezTo>
                    <a:pt x="19361" y="3809"/>
                    <a:pt x="19464" y="2302"/>
                    <a:pt x="19403" y="563"/>
                  </a:cubicBezTo>
                  <a:cubicBezTo>
                    <a:pt x="19394" y="264"/>
                    <a:pt x="19156" y="25"/>
                    <a:pt x="18857" y="16"/>
                  </a:cubicBezTo>
                  <a:cubicBezTo>
                    <a:pt x="18544" y="6"/>
                    <a:pt x="18238" y="0"/>
                    <a:pt x="17939"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435D74"/>
                </a:solidFill>
                <a:latin typeface="Arial"/>
                <a:cs typeface="Arial"/>
                <a:sym typeface="Arial"/>
              </a:endParaRPr>
            </a:p>
          </p:txBody>
        </p:sp>
        <p:sp>
          <p:nvSpPr>
            <p:cNvPr id="1990" name="Google Shape;1990;p43"/>
            <p:cNvSpPr/>
            <p:nvPr/>
          </p:nvSpPr>
          <p:spPr>
            <a:xfrm>
              <a:off x="1106975" y="4639875"/>
              <a:ext cx="28325" cy="28325"/>
            </a:xfrm>
            <a:custGeom>
              <a:avLst/>
              <a:gdLst/>
              <a:ahLst/>
              <a:cxnLst/>
              <a:rect l="l" t="t" r="r" b="b"/>
              <a:pathLst>
                <a:path w="1133" h="1133" extrusionOk="0">
                  <a:moveTo>
                    <a:pt x="565" y="0"/>
                  </a:moveTo>
                  <a:cubicBezTo>
                    <a:pt x="254" y="0"/>
                    <a:pt x="0" y="254"/>
                    <a:pt x="0" y="568"/>
                  </a:cubicBezTo>
                  <a:cubicBezTo>
                    <a:pt x="0" y="879"/>
                    <a:pt x="254" y="1133"/>
                    <a:pt x="565" y="1133"/>
                  </a:cubicBezTo>
                  <a:cubicBezTo>
                    <a:pt x="879" y="1133"/>
                    <a:pt x="1132" y="879"/>
                    <a:pt x="1132" y="568"/>
                  </a:cubicBezTo>
                  <a:cubicBezTo>
                    <a:pt x="1132" y="254"/>
                    <a:pt x="879" y="0"/>
                    <a:pt x="565"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435D74"/>
                </a:solidFill>
                <a:latin typeface="Arial"/>
                <a:cs typeface="Arial"/>
                <a:sym typeface="Arial"/>
              </a:endParaRPr>
            </a:p>
          </p:txBody>
        </p:sp>
      </p:grpSp>
      <p:grpSp>
        <p:nvGrpSpPr>
          <p:cNvPr id="1991" name="Google Shape;1991;p43"/>
          <p:cNvGrpSpPr/>
          <p:nvPr/>
        </p:nvGrpSpPr>
        <p:grpSpPr>
          <a:xfrm>
            <a:off x="1111205" y="3791038"/>
            <a:ext cx="360411" cy="328053"/>
            <a:chOff x="1487200" y="4421025"/>
            <a:chExt cx="483125" cy="439750"/>
          </a:xfrm>
        </p:grpSpPr>
        <p:sp>
          <p:nvSpPr>
            <p:cNvPr id="1992" name="Google Shape;1992;p43"/>
            <p:cNvSpPr/>
            <p:nvPr/>
          </p:nvSpPr>
          <p:spPr>
            <a:xfrm>
              <a:off x="1487200" y="4421025"/>
              <a:ext cx="483125" cy="439750"/>
            </a:xfrm>
            <a:custGeom>
              <a:avLst/>
              <a:gdLst/>
              <a:ahLst/>
              <a:cxnLst/>
              <a:rect l="l" t="t" r="r" b="b"/>
              <a:pathLst>
                <a:path w="19325" h="17590" extrusionOk="0">
                  <a:moveTo>
                    <a:pt x="12818" y="1130"/>
                  </a:moveTo>
                  <a:cubicBezTo>
                    <a:pt x="14361" y="1130"/>
                    <a:pt x="15671" y="2389"/>
                    <a:pt x="15867" y="4059"/>
                  </a:cubicBezTo>
                  <a:cubicBezTo>
                    <a:pt x="15867" y="4077"/>
                    <a:pt x="15870" y="4095"/>
                    <a:pt x="15873" y="4110"/>
                  </a:cubicBezTo>
                  <a:lnTo>
                    <a:pt x="16242" y="5871"/>
                  </a:lnTo>
                  <a:lnTo>
                    <a:pt x="9406" y="5871"/>
                  </a:lnTo>
                  <a:lnTo>
                    <a:pt x="11707" y="4110"/>
                  </a:lnTo>
                  <a:cubicBezTo>
                    <a:pt x="11957" y="3920"/>
                    <a:pt x="12008" y="3561"/>
                    <a:pt x="11815" y="3310"/>
                  </a:cubicBezTo>
                  <a:cubicBezTo>
                    <a:pt x="11703" y="3166"/>
                    <a:pt x="11534" y="3091"/>
                    <a:pt x="11364" y="3091"/>
                  </a:cubicBezTo>
                  <a:cubicBezTo>
                    <a:pt x="11242" y="3091"/>
                    <a:pt x="11119" y="3130"/>
                    <a:pt x="11015" y="3211"/>
                  </a:cubicBezTo>
                  <a:lnTo>
                    <a:pt x="7618" y="5816"/>
                  </a:lnTo>
                  <a:cubicBezTo>
                    <a:pt x="7597" y="5835"/>
                    <a:pt x="7576" y="5853"/>
                    <a:pt x="7558" y="5871"/>
                  </a:cubicBezTo>
                  <a:lnTo>
                    <a:pt x="3083" y="5871"/>
                  </a:lnTo>
                  <a:lnTo>
                    <a:pt x="3451" y="4110"/>
                  </a:lnTo>
                  <a:cubicBezTo>
                    <a:pt x="3454" y="4095"/>
                    <a:pt x="3457" y="4077"/>
                    <a:pt x="3460" y="4059"/>
                  </a:cubicBezTo>
                  <a:cubicBezTo>
                    <a:pt x="3654" y="2389"/>
                    <a:pt x="4964" y="1130"/>
                    <a:pt x="6507" y="1130"/>
                  </a:cubicBezTo>
                  <a:close/>
                  <a:moveTo>
                    <a:pt x="16939" y="7021"/>
                  </a:moveTo>
                  <a:cubicBezTo>
                    <a:pt x="17631" y="7021"/>
                    <a:pt x="18192" y="7580"/>
                    <a:pt x="18192" y="8274"/>
                  </a:cubicBezTo>
                  <a:lnTo>
                    <a:pt x="18192" y="11913"/>
                  </a:lnTo>
                  <a:cubicBezTo>
                    <a:pt x="18192" y="12604"/>
                    <a:pt x="17631" y="13163"/>
                    <a:pt x="16939" y="13166"/>
                  </a:cubicBezTo>
                  <a:lnTo>
                    <a:pt x="2385" y="13166"/>
                  </a:lnTo>
                  <a:cubicBezTo>
                    <a:pt x="1694" y="13163"/>
                    <a:pt x="1132" y="12604"/>
                    <a:pt x="1132" y="11913"/>
                  </a:cubicBezTo>
                  <a:lnTo>
                    <a:pt x="1132" y="8274"/>
                  </a:lnTo>
                  <a:cubicBezTo>
                    <a:pt x="1132" y="7580"/>
                    <a:pt x="1694" y="7021"/>
                    <a:pt x="2385" y="7021"/>
                  </a:cubicBezTo>
                  <a:close/>
                  <a:moveTo>
                    <a:pt x="5813" y="14304"/>
                  </a:moveTo>
                  <a:lnTo>
                    <a:pt x="5813" y="15889"/>
                  </a:lnTo>
                  <a:cubicBezTo>
                    <a:pt x="5813" y="16203"/>
                    <a:pt x="5559" y="16457"/>
                    <a:pt x="5248" y="16457"/>
                  </a:cubicBezTo>
                  <a:lnTo>
                    <a:pt x="3874" y="16457"/>
                  </a:lnTo>
                  <a:cubicBezTo>
                    <a:pt x="3560" y="16457"/>
                    <a:pt x="3306" y="16203"/>
                    <a:pt x="3306" y="15889"/>
                  </a:cubicBezTo>
                  <a:lnTo>
                    <a:pt x="3306" y="14304"/>
                  </a:lnTo>
                  <a:close/>
                  <a:moveTo>
                    <a:pt x="16018" y="14304"/>
                  </a:moveTo>
                  <a:lnTo>
                    <a:pt x="16018" y="15889"/>
                  </a:lnTo>
                  <a:cubicBezTo>
                    <a:pt x="16018" y="16203"/>
                    <a:pt x="15765" y="16457"/>
                    <a:pt x="15454" y="16457"/>
                  </a:cubicBezTo>
                  <a:lnTo>
                    <a:pt x="14080" y="16457"/>
                  </a:lnTo>
                  <a:cubicBezTo>
                    <a:pt x="13766" y="16457"/>
                    <a:pt x="13512" y="16203"/>
                    <a:pt x="13512" y="15889"/>
                  </a:cubicBezTo>
                  <a:lnTo>
                    <a:pt x="13512" y="14304"/>
                  </a:lnTo>
                  <a:close/>
                  <a:moveTo>
                    <a:pt x="6507" y="1"/>
                  </a:moveTo>
                  <a:cubicBezTo>
                    <a:pt x="4396" y="1"/>
                    <a:pt x="2609" y="1677"/>
                    <a:pt x="2337" y="3902"/>
                  </a:cubicBezTo>
                  <a:lnTo>
                    <a:pt x="1911" y="5934"/>
                  </a:lnTo>
                  <a:cubicBezTo>
                    <a:pt x="800" y="6161"/>
                    <a:pt x="0" y="7139"/>
                    <a:pt x="0" y="8274"/>
                  </a:cubicBezTo>
                  <a:lnTo>
                    <a:pt x="0" y="11910"/>
                  </a:lnTo>
                  <a:cubicBezTo>
                    <a:pt x="3" y="13145"/>
                    <a:pt x="945" y="14177"/>
                    <a:pt x="2174" y="14286"/>
                  </a:cubicBezTo>
                  <a:lnTo>
                    <a:pt x="2174" y="15889"/>
                  </a:lnTo>
                  <a:cubicBezTo>
                    <a:pt x="2174" y="16828"/>
                    <a:pt x="2935" y="17586"/>
                    <a:pt x="3874" y="17589"/>
                  </a:cubicBezTo>
                  <a:lnTo>
                    <a:pt x="5248" y="17589"/>
                  </a:lnTo>
                  <a:cubicBezTo>
                    <a:pt x="6184" y="17586"/>
                    <a:pt x="6945" y="16828"/>
                    <a:pt x="6945" y="15889"/>
                  </a:cubicBezTo>
                  <a:lnTo>
                    <a:pt x="6945" y="14298"/>
                  </a:lnTo>
                  <a:lnTo>
                    <a:pt x="12380" y="14298"/>
                  </a:lnTo>
                  <a:lnTo>
                    <a:pt x="12380" y="15889"/>
                  </a:lnTo>
                  <a:cubicBezTo>
                    <a:pt x="12380" y="16828"/>
                    <a:pt x="13141" y="17586"/>
                    <a:pt x="14080" y="17589"/>
                  </a:cubicBezTo>
                  <a:lnTo>
                    <a:pt x="15454" y="17589"/>
                  </a:lnTo>
                  <a:cubicBezTo>
                    <a:pt x="16390" y="17586"/>
                    <a:pt x="17151" y="16828"/>
                    <a:pt x="17151" y="15889"/>
                  </a:cubicBezTo>
                  <a:lnTo>
                    <a:pt x="17151" y="14286"/>
                  </a:lnTo>
                  <a:cubicBezTo>
                    <a:pt x="18380" y="14177"/>
                    <a:pt x="19322" y="13145"/>
                    <a:pt x="19325" y="11913"/>
                  </a:cubicBezTo>
                  <a:lnTo>
                    <a:pt x="19325" y="8274"/>
                  </a:lnTo>
                  <a:cubicBezTo>
                    <a:pt x="19325" y="7139"/>
                    <a:pt x="18524" y="6161"/>
                    <a:pt x="17413" y="5934"/>
                  </a:cubicBezTo>
                  <a:lnTo>
                    <a:pt x="16988" y="3902"/>
                  </a:lnTo>
                  <a:cubicBezTo>
                    <a:pt x="16716" y="1677"/>
                    <a:pt x="14928" y="1"/>
                    <a:pt x="12818"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435D74"/>
                </a:solidFill>
                <a:latin typeface="Arial"/>
                <a:cs typeface="Arial"/>
                <a:sym typeface="Arial"/>
              </a:endParaRPr>
            </a:p>
          </p:txBody>
        </p:sp>
        <p:sp>
          <p:nvSpPr>
            <p:cNvPr id="1993" name="Google Shape;1993;p43"/>
            <p:cNvSpPr/>
            <p:nvPr/>
          </p:nvSpPr>
          <p:spPr>
            <a:xfrm>
              <a:off x="1544950" y="4622200"/>
              <a:ext cx="103950" cy="100025"/>
            </a:xfrm>
            <a:custGeom>
              <a:avLst/>
              <a:gdLst/>
              <a:ahLst/>
              <a:cxnLst/>
              <a:rect l="l" t="t" r="r" b="b"/>
              <a:pathLst>
                <a:path w="4158" h="4001" extrusionOk="0">
                  <a:moveTo>
                    <a:pt x="2152" y="1131"/>
                  </a:moveTo>
                  <a:cubicBezTo>
                    <a:pt x="2599" y="1131"/>
                    <a:pt x="3025" y="1477"/>
                    <a:pt x="3025" y="2000"/>
                  </a:cubicBezTo>
                  <a:cubicBezTo>
                    <a:pt x="3025" y="2480"/>
                    <a:pt x="2639" y="2869"/>
                    <a:pt x="2159" y="2869"/>
                  </a:cubicBezTo>
                  <a:cubicBezTo>
                    <a:pt x="1386" y="2869"/>
                    <a:pt x="996" y="1933"/>
                    <a:pt x="1543" y="1387"/>
                  </a:cubicBezTo>
                  <a:cubicBezTo>
                    <a:pt x="1721" y="1210"/>
                    <a:pt x="1939" y="1131"/>
                    <a:pt x="2152" y="1131"/>
                  </a:cubicBezTo>
                  <a:close/>
                  <a:moveTo>
                    <a:pt x="2159" y="1"/>
                  </a:moveTo>
                  <a:cubicBezTo>
                    <a:pt x="1350" y="1"/>
                    <a:pt x="619" y="487"/>
                    <a:pt x="311" y="1233"/>
                  </a:cubicBezTo>
                  <a:cubicBezTo>
                    <a:pt x="0" y="1982"/>
                    <a:pt x="172" y="2842"/>
                    <a:pt x="743" y="3413"/>
                  </a:cubicBezTo>
                  <a:cubicBezTo>
                    <a:pt x="1127" y="3796"/>
                    <a:pt x="1639" y="4001"/>
                    <a:pt x="2159" y="4001"/>
                  </a:cubicBezTo>
                  <a:cubicBezTo>
                    <a:pt x="2416" y="4001"/>
                    <a:pt x="2676" y="3951"/>
                    <a:pt x="2923" y="3848"/>
                  </a:cubicBezTo>
                  <a:cubicBezTo>
                    <a:pt x="3672" y="3540"/>
                    <a:pt x="4158" y="2809"/>
                    <a:pt x="4158" y="2000"/>
                  </a:cubicBezTo>
                  <a:cubicBezTo>
                    <a:pt x="4158" y="895"/>
                    <a:pt x="3261" y="1"/>
                    <a:pt x="2159"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435D74"/>
                </a:solidFill>
                <a:latin typeface="Arial"/>
                <a:cs typeface="Arial"/>
                <a:sym typeface="Arial"/>
              </a:endParaRPr>
            </a:p>
          </p:txBody>
        </p:sp>
        <p:sp>
          <p:nvSpPr>
            <p:cNvPr id="1994" name="Google Shape;1994;p43"/>
            <p:cNvSpPr/>
            <p:nvPr/>
          </p:nvSpPr>
          <p:spPr>
            <a:xfrm>
              <a:off x="1804675" y="4622200"/>
              <a:ext cx="103975" cy="100025"/>
            </a:xfrm>
            <a:custGeom>
              <a:avLst/>
              <a:gdLst/>
              <a:ahLst/>
              <a:cxnLst/>
              <a:rect l="l" t="t" r="r" b="b"/>
              <a:pathLst>
                <a:path w="4159" h="4001" extrusionOk="0">
                  <a:moveTo>
                    <a:pt x="2152" y="1131"/>
                  </a:moveTo>
                  <a:cubicBezTo>
                    <a:pt x="2598" y="1131"/>
                    <a:pt x="3026" y="1477"/>
                    <a:pt x="3026" y="2000"/>
                  </a:cubicBezTo>
                  <a:cubicBezTo>
                    <a:pt x="3026" y="2480"/>
                    <a:pt x="2637" y="2869"/>
                    <a:pt x="2157" y="2869"/>
                  </a:cubicBezTo>
                  <a:cubicBezTo>
                    <a:pt x="1384" y="2869"/>
                    <a:pt x="997" y="1933"/>
                    <a:pt x="1544" y="1387"/>
                  </a:cubicBezTo>
                  <a:cubicBezTo>
                    <a:pt x="1721" y="1210"/>
                    <a:pt x="1938" y="1131"/>
                    <a:pt x="2152" y="1131"/>
                  </a:cubicBezTo>
                  <a:close/>
                  <a:moveTo>
                    <a:pt x="2157" y="1"/>
                  </a:moveTo>
                  <a:cubicBezTo>
                    <a:pt x="1348" y="1"/>
                    <a:pt x="620" y="487"/>
                    <a:pt x="309" y="1233"/>
                  </a:cubicBezTo>
                  <a:cubicBezTo>
                    <a:pt x="1" y="1982"/>
                    <a:pt x="170" y="2842"/>
                    <a:pt x="744" y="3413"/>
                  </a:cubicBezTo>
                  <a:cubicBezTo>
                    <a:pt x="1125" y="3796"/>
                    <a:pt x="1637" y="4001"/>
                    <a:pt x="2158" y="4001"/>
                  </a:cubicBezTo>
                  <a:cubicBezTo>
                    <a:pt x="2416" y="4001"/>
                    <a:pt x="2676" y="3951"/>
                    <a:pt x="2924" y="3848"/>
                  </a:cubicBezTo>
                  <a:cubicBezTo>
                    <a:pt x="3670" y="3540"/>
                    <a:pt x="4159" y="2809"/>
                    <a:pt x="4159" y="2000"/>
                  </a:cubicBezTo>
                  <a:cubicBezTo>
                    <a:pt x="4156" y="895"/>
                    <a:pt x="3262" y="1"/>
                    <a:pt x="2157"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435D74"/>
                </a:solidFill>
                <a:latin typeface="Arial"/>
                <a:cs typeface="Arial"/>
                <a:sym typeface="Arial"/>
              </a:endParaRPr>
            </a:p>
          </p:txBody>
        </p:sp>
        <p:sp>
          <p:nvSpPr>
            <p:cNvPr id="1995" name="Google Shape;1995;p43"/>
            <p:cNvSpPr/>
            <p:nvPr/>
          </p:nvSpPr>
          <p:spPr>
            <a:xfrm>
              <a:off x="1667450" y="4661825"/>
              <a:ext cx="119825" cy="28350"/>
            </a:xfrm>
            <a:custGeom>
              <a:avLst/>
              <a:gdLst/>
              <a:ahLst/>
              <a:cxnLst/>
              <a:rect l="l" t="t" r="r" b="b"/>
              <a:pathLst>
                <a:path w="4793" h="1134" extrusionOk="0">
                  <a:moveTo>
                    <a:pt x="565" y="1"/>
                  </a:moveTo>
                  <a:cubicBezTo>
                    <a:pt x="251" y="1"/>
                    <a:pt x="1" y="252"/>
                    <a:pt x="1" y="566"/>
                  </a:cubicBezTo>
                  <a:cubicBezTo>
                    <a:pt x="1" y="880"/>
                    <a:pt x="251" y="1133"/>
                    <a:pt x="565" y="1133"/>
                  </a:cubicBezTo>
                  <a:lnTo>
                    <a:pt x="4228" y="1133"/>
                  </a:lnTo>
                  <a:cubicBezTo>
                    <a:pt x="4539" y="1133"/>
                    <a:pt x="4792" y="880"/>
                    <a:pt x="4792" y="566"/>
                  </a:cubicBezTo>
                  <a:cubicBezTo>
                    <a:pt x="4792" y="252"/>
                    <a:pt x="4539" y="1"/>
                    <a:pt x="4228"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435D74"/>
                </a:solidFill>
                <a:latin typeface="Arial"/>
                <a:cs typeface="Arial"/>
                <a:sym typeface="Arial"/>
              </a:endParaRPr>
            </a:p>
          </p:txBody>
        </p:sp>
      </p:grpSp>
      <p:grpSp>
        <p:nvGrpSpPr>
          <p:cNvPr id="1996" name="Google Shape;1996;p43"/>
          <p:cNvGrpSpPr/>
          <p:nvPr/>
        </p:nvGrpSpPr>
        <p:grpSpPr>
          <a:xfrm>
            <a:off x="1108698" y="5254417"/>
            <a:ext cx="365428" cy="360392"/>
            <a:chOff x="2079300" y="4399325"/>
            <a:chExt cx="489850" cy="483100"/>
          </a:xfrm>
        </p:grpSpPr>
        <p:sp>
          <p:nvSpPr>
            <p:cNvPr id="1997" name="Google Shape;1997;p43"/>
            <p:cNvSpPr/>
            <p:nvPr/>
          </p:nvSpPr>
          <p:spPr>
            <a:xfrm>
              <a:off x="2079300" y="4399325"/>
              <a:ext cx="489850" cy="483100"/>
            </a:xfrm>
            <a:custGeom>
              <a:avLst/>
              <a:gdLst/>
              <a:ahLst/>
              <a:cxnLst/>
              <a:rect l="l" t="t" r="r" b="b"/>
              <a:pathLst>
                <a:path w="19594" h="19324" extrusionOk="0">
                  <a:moveTo>
                    <a:pt x="17109" y="1134"/>
                  </a:moveTo>
                  <a:cubicBezTo>
                    <a:pt x="17415" y="1134"/>
                    <a:pt x="17714" y="1254"/>
                    <a:pt x="17939" y="1479"/>
                  </a:cubicBezTo>
                  <a:cubicBezTo>
                    <a:pt x="18268" y="1805"/>
                    <a:pt x="18371" y="2297"/>
                    <a:pt x="18205" y="2732"/>
                  </a:cubicBezTo>
                  <a:cubicBezTo>
                    <a:pt x="18003" y="3260"/>
                    <a:pt x="17770" y="3774"/>
                    <a:pt x="17507" y="4275"/>
                  </a:cubicBezTo>
                  <a:cubicBezTo>
                    <a:pt x="16288" y="4088"/>
                    <a:pt x="15330" y="3130"/>
                    <a:pt x="15143" y="1911"/>
                  </a:cubicBezTo>
                  <a:cubicBezTo>
                    <a:pt x="15644" y="1648"/>
                    <a:pt x="16158" y="1415"/>
                    <a:pt x="16686" y="1210"/>
                  </a:cubicBezTo>
                  <a:lnTo>
                    <a:pt x="16686" y="1213"/>
                  </a:lnTo>
                  <a:cubicBezTo>
                    <a:pt x="16824" y="1160"/>
                    <a:pt x="16967" y="1134"/>
                    <a:pt x="17109" y="1134"/>
                  </a:cubicBezTo>
                  <a:close/>
                  <a:moveTo>
                    <a:pt x="2905" y="2901"/>
                  </a:moveTo>
                  <a:lnTo>
                    <a:pt x="10016" y="4541"/>
                  </a:lnTo>
                  <a:cubicBezTo>
                    <a:pt x="9744" y="4855"/>
                    <a:pt x="9485" y="5178"/>
                    <a:pt x="9234" y="5513"/>
                  </a:cubicBezTo>
                  <a:lnTo>
                    <a:pt x="9234" y="5516"/>
                  </a:lnTo>
                  <a:lnTo>
                    <a:pt x="7812" y="7463"/>
                  </a:lnTo>
                  <a:lnTo>
                    <a:pt x="2027" y="3780"/>
                  </a:lnTo>
                  <a:lnTo>
                    <a:pt x="2905" y="2901"/>
                  </a:lnTo>
                  <a:close/>
                  <a:moveTo>
                    <a:pt x="2465" y="11352"/>
                  </a:moveTo>
                  <a:lnTo>
                    <a:pt x="4738" y="11676"/>
                  </a:lnTo>
                  <a:lnTo>
                    <a:pt x="3488" y="13388"/>
                  </a:lnTo>
                  <a:lnTo>
                    <a:pt x="1574" y="12240"/>
                  </a:lnTo>
                  <a:lnTo>
                    <a:pt x="2465" y="11352"/>
                  </a:lnTo>
                  <a:close/>
                  <a:moveTo>
                    <a:pt x="14111" y="2502"/>
                  </a:moveTo>
                  <a:cubicBezTo>
                    <a:pt x="14479" y="3870"/>
                    <a:pt x="15545" y="4939"/>
                    <a:pt x="16913" y="5308"/>
                  </a:cubicBezTo>
                  <a:cubicBezTo>
                    <a:pt x="16318" y="6250"/>
                    <a:pt x="15617" y="7122"/>
                    <a:pt x="14823" y="7907"/>
                  </a:cubicBezTo>
                  <a:cubicBezTo>
                    <a:pt x="14811" y="7916"/>
                    <a:pt x="14802" y="7928"/>
                    <a:pt x="14793" y="7937"/>
                  </a:cubicBezTo>
                  <a:cubicBezTo>
                    <a:pt x="14304" y="8418"/>
                    <a:pt x="13784" y="8861"/>
                    <a:pt x="13235" y="9269"/>
                  </a:cubicBezTo>
                  <a:lnTo>
                    <a:pt x="5140" y="15184"/>
                  </a:lnTo>
                  <a:cubicBezTo>
                    <a:pt x="5128" y="15196"/>
                    <a:pt x="5113" y="15208"/>
                    <a:pt x="5101" y="15217"/>
                  </a:cubicBezTo>
                  <a:cubicBezTo>
                    <a:pt x="5082" y="15235"/>
                    <a:pt x="5061" y="15248"/>
                    <a:pt x="5040" y="15260"/>
                  </a:cubicBezTo>
                  <a:cubicBezTo>
                    <a:pt x="5031" y="15263"/>
                    <a:pt x="5022" y="15269"/>
                    <a:pt x="5016" y="15272"/>
                  </a:cubicBezTo>
                  <a:cubicBezTo>
                    <a:pt x="4925" y="15314"/>
                    <a:pt x="4801" y="15339"/>
                    <a:pt x="4674" y="15339"/>
                  </a:cubicBezTo>
                  <a:cubicBezTo>
                    <a:pt x="4506" y="15339"/>
                    <a:pt x="4333" y="15295"/>
                    <a:pt x="4228" y="15190"/>
                  </a:cubicBezTo>
                  <a:cubicBezTo>
                    <a:pt x="3998" y="14961"/>
                    <a:pt x="4004" y="14544"/>
                    <a:pt x="4237" y="14278"/>
                  </a:cubicBezTo>
                  <a:cubicBezTo>
                    <a:pt x="4249" y="14266"/>
                    <a:pt x="4261" y="14251"/>
                    <a:pt x="4270" y="14239"/>
                  </a:cubicBezTo>
                  <a:lnTo>
                    <a:pt x="10149" y="6186"/>
                  </a:lnTo>
                  <a:cubicBezTo>
                    <a:pt x="11230" y="4722"/>
                    <a:pt x="12574" y="3475"/>
                    <a:pt x="14111" y="2502"/>
                  </a:cubicBezTo>
                  <a:close/>
                  <a:moveTo>
                    <a:pt x="14877" y="9402"/>
                  </a:moveTo>
                  <a:lnTo>
                    <a:pt x="16517" y="16513"/>
                  </a:lnTo>
                  <a:lnTo>
                    <a:pt x="15635" y="17391"/>
                  </a:lnTo>
                  <a:lnTo>
                    <a:pt x="11955" y="11606"/>
                  </a:lnTo>
                  <a:lnTo>
                    <a:pt x="13905" y="10181"/>
                  </a:lnTo>
                  <a:cubicBezTo>
                    <a:pt x="14240" y="9933"/>
                    <a:pt x="14563" y="9674"/>
                    <a:pt x="14877" y="9402"/>
                  </a:cubicBezTo>
                  <a:close/>
                  <a:moveTo>
                    <a:pt x="7743" y="14686"/>
                  </a:moveTo>
                  <a:lnTo>
                    <a:pt x="8069" y="16957"/>
                  </a:lnTo>
                  <a:lnTo>
                    <a:pt x="7181" y="17844"/>
                  </a:lnTo>
                  <a:lnTo>
                    <a:pt x="6034" y="15936"/>
                  </a:lnTo>
                  <a:lnTo>
                    <a:pt x="7743" y="14686"/>
                  </a:lnTo>
                  <a:close/>
                  <a:moveTo>
                    <a:pt x="17108" y="0"/>
                  </a:moveTo>
                  <a:cubicBezTo>
                    <a:pt x="16830" y="0"/>
                    <a:pt x="16550" y="50"/>
                    <a:pt x="16282" y="153"/>
                  </a:cubicBezTo>
                  <a:cubicBezTo>
                    <a:pt x="14280" y="923"/>
                    <a:pt x="12456" y="2092"/>
                    <a:pt x="10919" y="3586"/>
                  </a:cubicBezTo>
                  <a:lnTo>
                    <a:pt x="7758" y="2856"/>
                  </a:lnTo>
                  <a:lnTo>
                    <a:pt x="7978" y="2635"/>
                  </a:lnTo>
                  <a:cubicBezTo>
                    <a:pt x="8198" y="2415"/>
                    <a:pt x="8198" y="2056"/>
                    <a:pt x="7978" y="1835"/>
                  </a:cubicBezTo>
                  <a:cubicBezTo>
                    <a:pt x="7868" y="1724"/>
                    <a:pt x="7724" y="1669"/>
                    <a:pt x="7579" y="1669"/>
                  </a:cubicBezTo>
                  <a:cubicBezTo>
                    <a:pt x="7434" y="1669"/>
                    <a:pt x="7288" y="1725"/>
                    <a:pt x="7178" y="1835"/>
                  </a:cubicBezTo>
                  <a:lnTo>
                    <a:pt x="6456" y="2557"/>
                  </a:lnTo>
                  <a:lnTo>
                    <a:pt x="3850" y="1956"/>
                  </a:lnTo>
                  <a:lnTo>
                    <a:pt x="4074" y="1736"/>
                  </a:lnTo>
                  <a:cubicBezTo>
                    <a:pt x="4300" y="1515"/>
                    <a:pt x="4303" y="1150"/>
                    <a:pt x="4080" y="926"/>
                  </a:cubicBezTo>
                  <a:cubicBezTo>
                    <a:pt x="3969" y="816"/>
                    <a:pt x="3824" y="761"/>
                    <a:pt x="3679" y="761"/>
                  </a:cubicBezTo>
                  <a:cubicBezTo>
                    <a:pt x="3531" y="761"/>
                    <a:pt x="3384" y="818"/>
                    <a:pt x="3274" y="932"/>
                  </a:cubicBezTo>
                  <a:lnTo>
                    <a:pt x="1945" y="2261"/>
                  </a:lnTo>
                  <a:lnTo>
                    <a:pt x="725" y="3478"/>
                  </a:lnTo>
                  <a:cubicBezTo>
                    <a:pt x="469" y="3734"/>
                    <a:pt x="517" y="4163"/>
                    <a:pt x="822" y="4356"/>
                  </a:cubicBezTo>
                  <a:lnTo>
                    <a:pt x="7145" y="8378"/>
                  </a:lnTo>
                  <a:lnTo>
                    <a:pt x="5496" y="10640"/>
                  </a:lnTo>
                  <a:lnTo>
                    <a:pt x="2344" y="10190"/>
                  </a:lnTo>
                  <a:cubicBezTo>
                    <a:pt x="2317" y="10186"/>
                    <a:pt x="2290" y="10185"/>
                    <a:pt x="2264" y="10185"/>
                  </a:cubicBezTo>
                  <a:cubicBezTo>
                    <a:pt x="2113" y="10185"/>
                    <a:pt x="1969" y="10242"/>
                    <a:pt x="1864" y="10350"/>
                  </a:cubicBezTo>
                  <a:lnTo>
                    <a:pt x="260" y="11950"/>
                  </a:lnTo>
                  <a:cubicBezTo>
                    <a:pt x="1" y="12213"/>
                    <a:pt x="55" y="12648"/>
                    <a:pt x="369" y="12838"/>
                  </a:cubicBezTo>
                  <a:lnTo>
                    <a:pt x="2966" y="14393"/>
                  </a:lnTo>
                  <a:cubicBezTo>
                    <a:pt x="2851" y="14964"/>
                    <a:pt x="3008" y="15574"/>
                    <a:pt x="3428" y="15990"/>
                  </a:cubicBezTo>
                  <a:cubicBezTo>
                    <a:pt x="3757" y="16322"/>
                    <a:pt x="4219" y="16467"/>
                    <a:pt x="4669" y="16467"/>
                  </a:cubicBezTo>
                  <a:cubicBezTo>
                    <a:pt x="4786" y="16467"/>
                    <a:pt x="4901" y="16458"/>
                    <a:pt x="5016" y="16440"/>
                  </a:cubicBezTo>
                  <a:lnTo>
                    <a:pt x="6580" y="19049"/>
                  </a:lnTo>
                  <a:cubicBezTo>
                    <a:pt x="6671" y="19197"/>
                    <a:pt x="6825" y="19297"/>
                    <a:pt x="6997" y="19318"/>
                  </a:cubicBezTo>
                  <a:cubicBezTo>
                    <a:pt x="7021" y="19321"/>
                    <a:pt x="7042" y="19324"/>
                    <a:pt x="7066" y="19324"/>
                  </a:cubicBezTo>
                  <a:cubicBezTo>
                    <a:pt x="7217" y="19324"/>
                    <a:pt x="7359" y="19263"/>
                    <a:pt x="7465" y="19158"/>
                  </a:cubicBezTo>
                  <a:lnTo>
                    <a:pt x="9068" y="17554"/>
                  </a:lnTo>
                  <a:cubicBezTo>
                    <a:pt x="9192" y="17431"/>
                    <a:pt x="9252" y="17252"/>
                    <a:pt x="9228" y="17074"/>
                  </a:cubicBezTo>
                  <a:lnTo>
                    <a:pt x="8778" y="13931"/>
                  </a:lnTo>
                  <a:lnTo>
                    <a:pt x="11040" y="12276"/>
                  </a:lnTo>
                  <a:lnTo>
                    <a:pt x="15062" y="18596"/>
                  </a:lnTo>
                  <a:cubicBezTo>
                    <a:pt x="15152" y="18741"/>
                    <a:pt x="15306" y="18835"/>
                    <a:pt x="15475" y="18853"/>
                  </a:cubicBezTo>
                  <a:cubicBezTo>
                    <a:pt x="15496" y="18856"/>
                    <a:pt x="15518" y="18859"/>
                    <a:pt x="15539" y="18859"/>
                  </a:cubicBezTo>
                  <a:cubicBezTo>
                    <a:pt x="15687" y="18859"/>
                    <a:pt x="15832" y="18798"/>
                    <a:pt x="15937" y="18693"/>
                  </a:cubicBezTo>
                  <a:lnTo>
                    <a:pt x="16740" y="17890"/>
                  </a:lnTo>
                  <a:lnTo>
                    <a:pt x="18483" y="16144"/>
                  </a:lnTo>
                  <a:cubicBezTo>
                    <a:pt x="18712" y="15924"/>
                    <a:pt x="18715" y="15562"/>
                    <a:pt x="18492" y="15338"/>
                  </a:cubicBezTo>
                  <a:cubicBezTo>
                    <a:pt x="18381" y="15228"/>
                    <a:pt x="18236" y="15172"/>
                    <a:pt x="18090" y="15172"/>
                  </a:cubicBezTo>
                  <a:cubicBezTo>
                    <a:pt x="17942" y="15172"/>
                    <a:pt x="17794" y="15230"/>
                    <a:pt x="17683" y="15344"/>
                  </a:cubicBezTo>
                  <a:lnTo>
                    <a:pt x="17462" y="15568"/>
                  </a:lnTo>
                  <a:lnTo>
                    <a:pt x="16861" y="12965"/>
                  </a:lnTo>
                  <a:lnTo>
                    <a:pt x="17583" y="12243"/>
                  </a:lnTo>
                  <a:cubicBezTo>
                    <a:pt x="17803" y="12020"/>
                    <a:pt x="17803" y="11660"/>
                    <a:pt x="17583" y="11440"/>
                  </a:cubicBezTo>
                  <a:cubicBezTo>
                    <a:pt x="17473" y="11330"/>
                    <a:pt x="17328" y="11275"/>
                    <a:pt x="17183" y="11275"/>
                  </a:cubicBezTo>
                  <a:cubicBezTo>
                    <a:pt x="17038" y="11275"/>
                    <a:pt x="16893" y="11330"/>
                    <a:pt x="16783" y="11440"/>
                  </a:cubicBezTo>
                  <a:lnTo>
                    <a:pt x="16559" y="11663"/>
                  </a:lnTo>
                  <a:lnTo>
                    <a:pt x="15835" y="8499"/>
                  </a:lnTo>
                  <a:cubicBezTo>
                    <a:pt x="17329" y="6962"/>
                    <a:pt x="18498" y="5138"/>
                    <a:pt x="19265" y="3137"/>
                  </a:cubicBezTo>
                  <a:cubicBezTo>
                    <a:pt x="19594" y="2285"/>
                    <a:pt x="19389" y="1322"/>
                    <a:pt x="18742" y="676"/>
                  </a:cubicBezTo>
                  <a:cubicBezTo>
                    <a:pt x="18302" y="236"/>
                    <a:pt x="17711" y="0"/>
                    <a:pt x="17108"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435D74"/>
                </a:solidFill>
                <a:latin typeface="Arial"/>
                <a:cs typeface="Arial"/>
                <a:sym typeface="Arial"/>
              </a:endParaRPr>
            </a:p>
          </p:txBody>
        </p:sp>
        <p:sp>
          <p:nvSpPr>
            <p:cNvPr id="1998" name="Google Shape;1998;p43"/>
            <p:cNvSpPr/>
            <p:nvPr/>
          </p:nvSpPr>
          <p:spPr>
            <a:xfrm>
              <a:off x="2348725" y="4522375"/>
              <a:ext cx="94375" cy="88150"/>
            </a:xfrm>
            <a:custGeom>
              <a:avLst/>
              <a:gdLst/>
              <a:ahLst/>
              <a:cxnLst/>
              <a:rect l="l" t="t" r="r" b="b"/>
              <a:pathLst>
                <a:path w="3775" h="3526" extrusionOk="0">
                  <a:moveTo>
                    <a:pt x="3155" y="0"/>
                  </a:moveTo>
                  <a:cubicBezTo>
                    <a:pt x="3013" y="0"/>
                    <a:pt x="2870" y="53"/>
                    <a:pt x="2760" y="159"/>
                  </a:cubicBezTo>
                  <a:lnTo>
                    <a:pt x="359" y="2560"/>
                  </a:lnTo>
                  <a:cubicBezTo>
                    <a:pt x="0" y="2916"/>
                    <a:pt x="254" y="3526"/>
                    <a:pt x="758" y="3526"/>
                  </a:cubicBezTo>
                  <a:cubicBezTo>
                    <a:pt x="909" y="3526"/>
                    <a:pt x="1054" y="3468"/>
                    <a:pt x="1160" y="3360"/>
                  </a:cubicBezTo>
                  <a:lnTo>
                    <a:pt x="3560" y="959"/>
                  </a:lnTo>
                  <a:cubicBezTo>
                    <a:pt x="3774" y="736"/>
                    <a:pt x="3771" y="383"/>
                    <a:pt x="3554" y="165"/>
                  </a:cubicBezTo>
                  <a:cubicBezTo>
                    <a:pt x="3444" y="55"/>
                    <a:pt x="3300" y="0"/>
                    <a:pt x="3155"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435D74"/>
                </a:solidFill>
                <a:latin typeface="Arial"/>
                <a:cs typeface="Arial"/>
                <a:sym typeface="Arial"/>
              </a:endParaRPr>
            </a:p>
          </p:txBody>
        </p:sp>
      </p:grpSp>
      <p:pic>
        <p:nvPicPr>
          <p:cNvPr id="3" name="Рисунок 2">
            <a:extLst>
              <a:ext uri="{FF2B5EF4-FFF2-40B4-BE49-F238E27FC236}">
                <a16:creationId xmlns:a16="http://schemas.microsoft.com/office/drawing/2014/main" id="{1B215E47-06C8-2E8A-EB8B-B309B13C98BC}"/>
              </a:ext>
            </a:extLst>
          </p:cNvPr>
          <p:cNvPicPr>
            <a:picLocks noChangeAspect="1"/>
          </p:cNvPicPr>
          <p:nvPr/>
        </p:nvPicPr>
        <p:blipFill>
          <a:blip r:embed="rId3">
            <a:clrChange>
              <a:clrFrom>
                <a:srgbClr val="000000"/>
              </a:clrFrom>
              <a:clrTo>
                <a:srgbClr val="000000">
                  <a:alpha val="0"/>
                </a:srgbClr>
              </a:clrTo>
            </a:clrChange>
          </a:blip>
          <a:stretch>
            <a:fillRect/>
          </a:stretch>
        </p:blipFill>
        <p:spPr>
          <a:xfrm>
            <a:off x="9758898" y="3450401"/>
            <a:ext cx="1629603" cy="1018502"/>
          </a:xfrm>
          <a:prstGeom prst="rect">
            <a:avLst/>
          </a:prstGeom>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Isosceles Triangle 1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Рисунок 1">
            <a:extLst>
              <a:ext uri="{FF2B5EF4-FFF2-40B4-BE49-F238E27FC236}">
                <a16:creationId xmlns:a16="http://schemas.microsoft.com/office/drawing/2014/main" id="{E25B6027-EBA6-E540-E804-317A29B86AD0}"/>
              </a:ext>
            </a:extLst>
          </p:cNvPr>
          <p:cNvPicPr>
            <a:picLocks noChangeAspect="1"/>
          </p:cNvPicPr>
          <p:nvPr/>
        </p:nvPicPr>
        <p:blipFill>
          <a:blip r:embed="rId2"/>
          <a:stretch>
            <a:fillRect/>
          </a:stretch>
        </p:blipFill>
        <p:spPr>
          <a:xfrm>
            <a:off x="1548191" y="643467"/>
            <a:ext cx="9095617" cy="5571065"/>
          </a:xfrm>
          <a:prstGeom prst="rect">
            <a:avLst/>
          </a:prstGeom>
          <a:ln>
            <a:noFill/>
          </a:ln>
        </p:spPr>
      </p:pic>
      <p:sp>
        <p:nvSpPr>
          <p:cNvPr id="19" name="Isosceles Triangle 1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130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cxnSp>
        <p:nvCxnSpPr>
          <p:cNvPr id="617" name="Google Shape;617;p62"/>
          <p:cNvCxnSpPr/>
          <p:nvPr/>
        </p:nvCxnSpPr>
        <p:spPr>
          <a:xfrm>
            <a:off x="6096000" y="-138067"/>
            <a:ext cx="0" cy="7088000"/>
          </a:xfrm>
          <a:prstGeom prst="straightConnector1">
            <a:avLst/>
          </a:prstGeom>
          <a:noFill/>
          <a:ln w="19050" cap="flat" cmpd="sng">
            <a:solidFill>
              <a:schemeClr val="accent1"/>
            </a:solidFill>
            <a:prstDash val="solid"/>
            <a:round/>
            <a:headEnd type="none" w="med" len="med"/>
            <a:tailEnd type="none" w="med" len="med"/>
          </a:ln>
        </p:spPr>
      </p:cxnSp>
      <p:sp>
        <p:nvSpPr>
          <p:cNvPr id="618" name="Google Shape;618;p62"/>
          <p:cNvSpPr txBox="1">
            <a:spLocks noGrp="1"/>
          </p:cNvSpPr>
          <p:nvPr>
            <p:ph type="title"/>
          </p:nvPr>
        </p:nvSpPr>
        <p:spPr>
          <a:xfrm>
            <a:off x="513807" y="1212336"/>
            <a:ext cx="4231395" cy="1290400"/>
          </a:xfrm>
          <a:prstGeom prst="rect">
            <a:avLst/>
          </a:prstGeom>
          <a:ln>
            <a:solidFill>
              <a:schemeClr val="bg1"/>
            </a:solidFill>
          </a:ln>
        </p:spPr>
        <p:txBody>
          <a:bodyPr spcFirstLastPara="1" wrap="square" lIns="121900" tIns="121900" rIns="121900" bIns="121900" anchor="b" anchorCtr="0">
            <a:noAutofit/>
          </a:bodyPr>
          <a:lstStyle/>
          <a:p>
            <a:r>
              <a:rPr lang="ru-RU" sz="3200" dirty="0"/>
              <a:t>Описание текущего процесса оформления отпусков в компании </a:t>
            </a:r>
            <a:r>
              <a:rPr lang="ru-RU" sz="3200" dirty="0" err="1"/>
              <a:t>Vinamilk</a:t>
            </a:r>
            <a:r>
              <a:rPr lang="ru-RU" sz="3200" dirty="0"/>
              <a:t> (AS-IS):</a:t>
            </a:r>
            <a:endParaRPr lang="ru-RU" sz="3200" b="0" dirty="0"/>
          </a:p>
        </p:txBody>
      </p:sp>
      <p:sp>
        <p:nvSpPr>
          <p:cNvPr id="619" name="Google Shape;619;p62"/>
          <p:cNvSpPr txBox="1">
            <a:spLocks noGrp="1"/>
          </p:cNvSpPr>
          <p:nvPr>
            <p:ph type="subTitle" idx="1"/>
          </p:nvPr>
        </p:nvSpPr>
        <p:spPr>
          <a:xfrm>
            <a:off x="235135" y="2557800"/>
            <a:ext cx="4510132" cy="1688000"/>
          </a:xfrm>
          <a:prstGeom prst="rect">
            <a:avLst/>
          </a:prstGeom>
        </p:spPr>
        <p:txBody>
          <a:bodyPr spcFirstLastPara="1" wrap="square" lIns="121900" tIns="121900" rIns="121900" bIns="121900" anchor="t" anchorCtr="0">
            <a:noAutofit/>
          </a:bodyPr>
          <a:lstStyle/>
          <a:p>
            <a:r>
              <a:rPr lang="ru-RU" sz="1400" b="1" dirty="0"/>
              <a:t>Ручной процесс подачи заявки:</a:t>
            </a:r>
            <a:endParaRPr lang="ru-RU" sz="1400" dirty="0"/>
          </a:p>
          <a:p>
            <a:pPr lvl="1"/>
            <a:r>
              <a:rPr lang="ru-RU" sz="1400" dirty="0"/>
              <a:t>Сотрудник заполняет заявление на отпуск (в Word или от руки) → передает на подпись непосредственному руководителю.</a:t>
            </a:r>
          </a:p>
          <a:p>
            <a:pPr lvl="1"/>
            <a:r>
              <a:rPr lang="ru-RU" sz="1400" dirty="0"/>
              <a:t>Руководитель проверяет загрузку отдела: если нет перегрузки → утверждает; если есть конфликты (нехватка персонала/совпадение отпусков) → отклоняет.</a:t>
            </a:r>
          </a:p>
          <a:p>
            <a:r>
              <a:rPr lang="ru-RU" sz="1400" b="1" dirty="0"/>
              <a:t>Обработка после утверждения:</a:t>
            </a:r>
            <a:endParaRPr lang="ru-RU" sz="1400" dirty="0"/>
          </a:p>
          <a:p>
            <a:pPr lvl="1"/>
            <a:r>
              <a:rPr lang="ru-RU" sz="1400" dirty="0"/>
              <a:t>Одобренное заявление передается в HR → данные вносятся в Excel или внутреннюю таблицу (нет централизованной системы).</a:t>
            </a:r>
          </a:p>
          <a:p>
            <a:pPr lvl="1"/>
            <a:r>
              <a:rPr lang="ru-RU" sz="1400" dirty="0"/>
              <a:t>HR при необходимости корректирует график смен → сотрудник уходит в отпуск по утвержденному расписанию.</a:t>
            </a:r>
          </a:p>
        </p:txBody>
      </p:sp>
      <p:sp>
        <p:nvSpPr>
          <p:cNvPr id="620" name="Google Shape;620;p62"/>
          <p:cNvSpPr txBox="1">
            <a:spLocks noGrp="1"/>
          </p:cNvSpPr>
          <p:nvPr>
            <p:ph type="title" idx="2"/>
          </p:nvPr>
        </p:nvSpPr>
        <p:spPr>
          <a:xfrm>
            <a:off x="7580600" y="3041136"/>
            <a:ext cx="3117200" cy="1290400"/>
          </a:xfrm>
          <a:prstGeom prst="rect">
            <a:avLst/>
          </a:prstGeom>
        </p:spPr>
        <p:txBody>
          <a:bodyPr spcFirstLastPara="1" wrap="square" lIns="121900" tIns="121900" rIns="121900" bIns="121900" anchor="b" anchorCtr="0">
            <a:noAutofit/>
          </a:bodyPr>
          <a:lstStyle/>
          <a:p>
            <a:pPr lvl="0"/>
            <a:r>
              <a:rPr lang="ru-RU" dirty="0"/>
              <a:t>Ключевые проблемы:</a:t>
            </a:r>
            <a:endParaRPr dirty="0"/>
          </a:p>
        </p:txBody>
      </p:sp>
      <p:sp>
        <p:nvSpPr>
          <p:cNvPr id="621" name="Google Shape;621;p62"/>
          <p:cNvSpPr txBox="1">
            <a:spLocks noGrp="1"/>
          </p:cNvSpPr>
          <p:nvPr>
            <p:ph type="subTitle" idx="3"/>
          </p:nvPr>
        </p:nvSpPr>
        <p:spPr>
          <a:xfrm>
            <a:off x="7446734" y="4361700"/>
            <a:ext cx="4428519" cy="1688000"/>
          </a:xfrm>
          <a:prstGeom prst="rect">
            <a:avLst/>
          </a:prstGeom>
        </p:spPr>
        <p:txBody>
          <a:bodyPr spcFirstLastPara="1" wrap="square" lIns="121900" tIns="121900" rIns="121900" bIns="121900" anchor="t" anchorCtr="0">
            <a:noAutofit/>
          </a:bodyPr>
          <a:lstStyle/>
          <a:p>
            <a:r>
              <a:rPr lang="ru-RU" sz="1467" b="1" dirty="0"/>
              <a:t>Длительность и ошибки:</a:t>
            </a:r>
            <a:r>
              <a:rPr lang="ru-RU" sz="1467" dirty="0"/>
              <a:t> Зависимость от бумажных носителей и ручного ввода данных.</a:t>
            </a:r>
          </a:p>
          <a:p>
            <a:r>
              <a:rPr lang="ru-RU" sz="1467" b="1" dirty="0"/>
              <a:t>Отсутствие прозрачности:</a:t>
            </a:r>
            <a:r>
              <a:rPr lang="ru-RU" sz="1467" dirty="0"/>
              <a:t> Нет системы отслеживания истории согласований → сложности с контролем.</a:t>
            </a:r>
          </a:p>
          <a:p>
            <a:r>
              <a:rPr lang="ru-RU" sz="1467" b="1" dirty="0"/>
              <a:t>Влияние на смежные процессы:</a:t>
            </a:r>
            <a:r>
              <a:rPr lang="ru-RU" sz="1467" dirty="0"/>
              <a:t> Данные не синхронизируются с расчетом зарплаты, графиками смен и KPI из-за отсутствия HRM-системы.</a:t>
            </a:r>
          </a:p>
          <a:p>
            <a:r>
              <a:rPr lang="ru-RU" sz="1467" dirty="0"/>
              <a:t>→ </a:t>
            </a:r>
            <a:r>
              <a:rPr lang="ru-RU" sz="1467" b="1" dirty="0"/>
              <a:t>Необходима цифровизация</a:t>
            </a:r>
            <a:r>
              <a:rPr lang="ru-RU" sz="1467" dirty="0"/>
              <a:t> для автоматизации, снижения рисков и повышения эффективности.</a:t>
            </a:r>
          </a:p>
        </p:txBody>
      </p:sp>
      <p:grpSp>
        <p:nvGrpSpPr>
          <p:cNvPr id="622" name="Google Shape;622;p62"/>
          <p:cNvGrpSpPr/>
          <p:nvPr/>
        </p:nvGrpSpPr>
        <p:grpSpPr>
          <a:xfrm>
            <a:off x="5113185" y="2237334"/>
            <a:ext cx="1965617" cy="2388367"/>
            <a:chOff x="3834888" y="1678000"/>
            <a:chExt cx="1474213" cy="1791275"/>
          </a:xfrm>
        </p:grpSpPr>
        <p:grpSp>
          <p:nvGrpSpPr>
            <p:cNvPr id="623" name="Google Shape;623;p62"/>
            <p:cNvGrpSpPr/>
            <p:nvPr/>
          </p:nvGrpSpPr>
          <p:grpSpPr>
            <a:xfrm>
              <a:off x="4374000" y="3073275"/>
              <a:ext cx="935100" cy="396000"/>
              <a:chOff x="4374000" y="2248575"/>
              <a:chExt cx="935100" cy="396000"/>
            </a:xfrm>
          </p:grpSpPr>
          <p:sp>
            <p:nvSpPr>
              <p:cNvPr id="624" name="Google Shape;624;p62"/>
              <p:cNvSpPr/>
              <p:nvPr/>
            </p:nvSpPr>
            <p:spPr>
              <a:xfrm>
                <a:off x="4374000" y="2248575"/>
                <a:ext cx="396000" cy="3960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algn="r" defTabSz="1219170">
                  <a:buClr>
                    <a:srgbClr val="000000"/>
                  </a:buClr>
                </a:pPr>
                <a:endParaRPr sz="533" kern="0">
                  <a:solidFill>
                    <a:srgbClr val="000000"/>
                  </a:solidFill>
                  <a:latin typeface="Arial"/>
                  <a:cs typeface="Arial"/>
                  <a:sym typeface="Arial"/>
                </a:endParaRPr>
              </a:p>
            </p:txBody>
          </p:sp>
          <p:cxnSp>
            <p:nvCxnSpPr>
              <p:cNvPr id="625" name="Google Shape;625;p62"/>
              <p:cNvCxnSpPr>
                <a:stCxn id="624" idx="6"/>
              </p:cNvCxnSpPr>
              <p:nvPr/>
            </p:nvCxnSpPr>
            <p:spPr>
              <a:xfrm>
                <a:off x="4770000" y="2446575"/>
                <a:ext cx="539100" cy="0"/>
              </a:xfrm>
              <a:prstGeom prst="straightConnector1">
                <a:avLst/>
              </a:prstGeom>
              <a:noFill/>
              <a:ln w="19050" cap="flat" cmpd="sng">
                <a:solidFill>
                  <a:schemeClr val="accent1"/>
                </a:solidFill>
                <a:prstDash val="solid"/>
                <a:round/>
                <a:headEnd type="none" w="med" len="med"/>
                <a:tailEnd type="none" w="med" len="med"/>
              </a:ln>
            </p:spPr>
          </p:cxnSp>
        </p:grpSp>
        <p:grpSp>
          <p:nvGrpSpPr>
            <p:cNvPr id="626" name="Google Shape;626;p62"/>
            <p:cNvGrpSpPr/>
            <p:nvPr/>
          </p:nvGrpSpPr>
          <p:grpSpPr>
            <a:xfrm>
              <a:off x="3834888" y="1678000"/>
              <a:ext cx="935113" cy="396000"/>
              <a:chOff x="3834888" y="1678000"/>
              <a:chExt cx="935113" cy="396000"/>
            </a:xfrm>
          </p:grpSpPr>
          <p:sp>
            <p:nvSpPr>
              <p:cNvPr id="627" name="Google Shape;627;p62"/>
              <p:cNvSpPr/>
              <p:nvPr/>
            </p:nvSpPr>
            <p:spPr>
              <a:xfrm>
                <a:off x="4374000" y="1678000"/>
                <a:ext cx="396000" cy="3960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algn="r" defTabSz="1219170">
                  <a:buClr>
                    <a:srgbClr val="000000"/>
                  </a:buClr>
                </a:pPr>
                <a:endParaRPr sz="533" kern="0">
                  <a:solidFill>
                    <a:srgbClr val="000000"/>
                  </a:solidFill>
                  <a:latin typeface="Arial"/>
                  <a:cs typeface="Arial"/>
                  <a:sym typeface="Arial"/>
                </a:endParaRPr>
              </a:p>
            </p:txBody>
          </p:sp>
          <p:cxnSp>
            <p:nvCxnSpPr>
              <p:cNvPr id="628" name="Google Shape;628;p62"/>
              <p:cNvCxnSpPr/>
              <p:nvPr/>
            </p:nvCxnSpPr>
            <p:spPr>
              <a:xfrm>
                <a:off x="3834888" y="1876000"/>
                <a:ext cx="539100" cy="0"/>
              </a:xfrm>
              <a:prstGeom prst="straightConnector1">
                <a:avLst/>
              </a:prstGeom>
              <a:noFill/>
              <a:ln w="19050" cap="flat" cmpd="sng">
                <a:solidFill>
                  <a:schemeClr val="accent1"/>
                </a:solidFill>
                <a:prstDash val="solid"/>
                <a:round/>
                <a:headEnd type="none" w="med" len="med"/>
                <a:tailEnd type="none" w="med" len="med"/>
              </a:ln>
            </p:spPr>
          </p:cxnSp>
        </p:grpSp>
      </p:grpSp>
      <p:grpSp>
        <p:nvGrpSpPr>
          <p:cNvPr id="629" name="Google Shape;629;p62"/>
          <p:cNvGrpSpPr/>
          <p:nvPr/>
        </p:nvGrpSpPr>
        <p:grpSpPr>
          <a:xfrm>
            <a:off x="5820800" y="6030433"/>
            <a:ext cx="550400" cy="550400"/>
            <a:chOff x="4365600" y="4522825"/>
            <a:chExt cx="412800" cy="412800"/>
          </a:xfrm>
        </p:grpSpPr>
        <p:sp>
          <p:nvSpPr>
            <p:cNvPr id="630" name="Google Shape;630;p62"/>
            <p:cNvSpPr/>
            <p:nvPr/>
          </p:nvSpPr>
          <p:spPr>
            <a:xfrm>
              <a:off x="4365600" y="4522825"/>
              <a:ext cx="412800" cy="412800"/>
            </a:xfrm>
            <a:prstGeom prst="ellipse">
              <a:avLst/>
            </a:prstGeom>
            <a:solidFill>
              <a:schemeClr val="dk1"/>
            </a:solid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31" name="Google Shape;631;p62"/>
            <p:cNvSpPr/>
            <p:nvPr/>
          </p:nvSpPr>
          <p:spPr>
            <a:xfrm rot="5400000">
              <a:off x="4503000" y="4639391"/>
              <a:ext cx="138000" cy="234900"/>
            </a:xfrm>
            <a:prstGeom prst="chevron">
              <a:avLst>
                <a:gd name="adj" fmla="val 91213"/>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632" name="Google Shape;632;p62">
            <a:hlinkClick r:id="" action="ppaction://hlinkshowjump?jump=firstslide"/>
          </p:cNvPr>
          <p:cNvSpPr/>
          <p:nvPr/>
        </p:nvSpPr>
        <p:spPr>
          <a:xfrm>
            <a:off x="10772504" y="142867"/>
            <a:ext cx="1302657" cy="4556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algn="ctr" defTabSz="1219170">
              <a:buClr>
                <a:srgbClr val="000000"/>
              </a:buClr>
            </a:pPr>
            <a:r>
              <a:rPr lang="vi-VN" sz="1600" b="1" kern="0" dirty="0">
                <a:solidFill>
                  <a:srgbClr val="FFFFFF"/>
                </a:solidFill>
                <a:uFill>
                  <a:noFill/>
                </a:uFill>
                <a:latin typeface="Oswald"/>
                <a:ea typeface="Oswald"/>
                <a:cs typeface="Oswald"/>
                <a:sym typeface="Oswald"/>
              </a:rPr>
              <a:t>VINAMILK</a:t>
            </a:r>
            <a:endParaRPr sz="1867" kern="0" dirty="0">
              <a:solidFill>
                <a:srgbClr val="FFFFFF"/>
              </a:solidFill>
              <a:latin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618"/>
                                        </p:tgtEl>
                                        <p:attrNameLst>
                                          <p:attrName>style.visibility</p:attrName>
                                        </p:attrNameLst>
                                      </p:cBhvr>
                                      <p:to>
                                        <p:strVal val="visible"/>
                                      </p:to>
                                    </p:set>
                                    <p:anim calcmode="lin" valueType="num">
                                      <p:cBhvr additive="base">
                                        <p:cTn id="7" dur="1000"/>
                                        <p:tgtEl>
                                          <p:spTgt spid="618"/>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619"/>
                                        </p:tgtEl>
                                        <p:attrNameLst>
                                          <p:attrName>style.visibility</p:attrName>
                                        </p:attrNameLst>
                                      </p:cBhvr>
                                      <p:to>
                                        <p:strVal val="visible"/>
                                      </p:to>
                                    </p:set>
                                    <p:anim calcmode="lin" valueType="num">
                                      <p:cBhvr additive="base">
                                        <p:cTn id="10" dur="1000"/>
                                        <p:tgtEl>
                                          <p:spTgt spid="619"/>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620"/>
                                        </p:tgtEl>
                                        <p:attrNameLst>
                                          <p:attrName>style.visibility</p:attrName>
                                        </p:attrNameLst>
                                      </p:cBhvr>
                                      <p:to>
                                        <p:strVal val="visible"/>
                                      </p:to>
                                    </p:set>
                                    <p:anim calcmode="lin" valueType="num">
                                      <p:cBhvr additive="base">
                                        <p:cTn id="13" dur="1000"/>
                                        <p:tgtEl>
                                          <p:spTgt spid="620"/>
                                        </p:tgtEl>
                                        <p:attrNameLst>
                                          <p:attrName>ppt_y</p:attrName>
                                        </p:attrNameLst>
                                      </p:cBhvr>
                                      <p:tavLst>
                                        <p:tav tm="0">
                                          <p:val>
                                            <p:strVal val="#ppt_y+1"/>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621"/>
                                        </p:tgtEl>
                                        <p:attrNameLst>
                                          <p:attrName>style.visibility</p:attrName>
                                        </p:attrNameLst>
                                      </p:cBhvr>
                                      <p:to>
                                        <p:strVal val="visible"/>
                                      </p:to>
                                    </p:set>
                                    <p:anim calcmode="lin" valueType="num">
                                      <p:cBhvr additive="base">
                                        <p:cTn id="16" dur="1000"/>
                                        <p:tgtEl>
                                          <p:spTgt spid="621"/>
                                        </p:tgtEl>
                                        <p:attrNameLst>
                                          <p:attrName>ppt_y</p:attrName>
                                        </p:attrNameLst>
                                      </p:cBhvr>
                                      <p:tavLst>
                                        <p:tav tm="0">
                                          <p:val>
                                            <p:strVal val="#ppt_y+1"/>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22"/>
                                        </p:tgtEl>
                                        <p:attrNameLst>
                                          <p:attrName>style.visibility</p:attrName>
                                        </p:attrNameLst>
                                      </p:cBhvr>
                                      <p:to>
                                        <p:strVal val="visible"/>
                                      </p:to>
                                    </p:set>
                                    <p:anim calcmode="lin" valueType="num">
                                      <p:cBhvr additive="base">
                                        <p:cTn id="19" dur="1000"/>
                                        <p:tgtEl>
                                          <p:spTgt spid="62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xit" presetSubtype="1" fill="hold" nodeType="clickEffect">
                                  <p:stCondLst>
                                    <p:cond delay="0"/>
                                  </p:stCondLst>
                                  <p:childTnLst>
                                    <p:anim calcmode="lin" valueType="num">
                                      <p:cBhvr additive="base">
                                        <p:cTn id="23" dur="1000"/>
                                        <p:tgtEl>
                                          <p:spTgt spid="618"/>
                                        </p:tgtEl>
                                        <p:attrNameLst>
                                          <p:attrName>ppt_y</p:attrName>
                                        </p:attrNameLst>
                                      </p:cBhvr>
                                      <p:tavLst>
                                        <p:tav tm="0">
                                          <p:val>
                                            <p:strVal val="#ppt_y"/>
                                          </p:val>
                                        </p:tav>
                                        <p:tav tm="100000">
                                          <p:val>
                                            <p:strVal val="#ppt_y-1"/>
                                          </p:val>
                                        </p:tav>
                                      </p:tavLst>
                                    </p:anim>
                                    <p:set>
                                      <p:cBhvr>
                                        <p:cTn id="24" dur="1" fill="hold">
                                          <p:stCondLst>
                                            <p:cond delay="1000"/>
                                          </p:stCondLst>
                                        </p:cTn>
                                        <p:tgtEl>
                                          <p:spTgt spid="618"/>
                                        </p:tgtEl>
                                        <p:attrNameLst>
                                          <p:attrName>style.visibility</p:attrName>
                                        </p:attrNameLst>
                                      </p:cBhvr>
                                      <p:to>
                                        <p:strVal val="hidden"/>
                                      </p:to>
                                    </p:set>
                                  </p:childTnLst>
                                </p:cTn>
                              </p:par>
                              <p:par>
                                <p:cTn id="25" presetID="2" presetClass="exit" presetSubtype="1" fill="hold" nodeType="withEffect">
                                  <p:stCondLst>
                                    <p:cond delay="0"/>
                                  </p:stCondLst>
                                  <p:childTnLst>
                                    <p:anim calcmode="lin" valueType="num">
                                      <p:cBhvr additive="base">
                                        <p:cTn id="26" dur="1000"/>
                                        <p:tgtEl>
                                          <p:spTgt spid="619"/>
                                        </p:tgtEl>
                                        <p:attrNameLst>
                                          <p:attrName>ppt_y</p:attrName>
                                        </p:attrNameLst>
                                      </p:cBhvr>
                                      <p:tavLst>
                                        <p:tav tm="0">
                                          <p:val>
                                            <p:strVal val="#ppt_y"/>
                                          </p:val>
                                        </p:tav>
                                        <p:tav tm="100000">
                                          <p:val>
                                            <p:strVal val="#ppt_y-1"/>
                                          </p:val>
                                        </p:tav>
                                      </p:tavLst>
                                    </p:anim>
                                    <p:set>
                                      <p:cBhvr>
                                        <p:cTn id="27" dur="1" fill="hold">
                                          <p:stCondLst>
                                            <p:cond delay="1000"/>
                                          </p:stCondLst>
                                        </p:cTn>
                                        <p:tgtEl>
                                          <p:spTgt spid="619"/>
                                        </p:tgtEl>
                                        <p:attrNameLst>
                                          <p:attrName>style.visibility</p:attrName>
                                        </p:attrNameLst>
                                      </p:cBhvr>
                                      <p:to>
                                        <p:strVal val="hidden"/>
                                      </p:to>
                                    </p:set>
                                  </p:childTnLst>
                                </p:cTn>
                              </p:par>
                              <p:par>
                                <p:cTn id="28" presetID="2" presetClass="exit" presetSubtype="1" fill="hold" nodeType="withEffect">
                                  <p:stCondLst>
                                    <p:cond delay="0"/>
                                  </p:stCondLst>
                                  <p:childTnLst>
                                    <p:anim calcmode="lin" valueType="num">
                                      <p:cBhvr additive="base">
                                        <p:cTn id="29" dur="1000"/>
                                        <p:tgtEl>
                                          <p:spTgt spid="620"/>
                                        </p:tgtEl>
                                        <p:attrNameLst>
                                          <p:attrName>ppt_y</p:attrName>
                                        </p:attrNameLst>
                                      </p:cBhvr>
                                      <p:tavLst>
                                        <p:tav tm="0">
                                          <p:val>
                                            <p:strVal val="#ppt_y"/>
                                          </p:val>
                                        </p:tav>
                                        <p:tav tm="100000">
                                          <p:val>
                                            <p:strVal val="#ppt_y-1"/>
                                          </p:val>
                                        </p:tav>
                                      </p:tavLst>
                                    </p:anim>
                                    <p:set>
                                      <p:cBhvr>
                                        <p:cTn id="30" dur="1" fill="hold">
                                          <p:stCondLst>
                                            <p:cond delay="1000"/>
                                          </p:stCondLst>
                                        </p:cTn>
                                        <p:tgtEl>
                                          <p:spTgt spid="620"/>
                                        </p:tgtEl>
                                        <p:attrNameLst>
                                          <p:attrName>style.visibility</p:attrName>
                                        </p:attrNameLst>
                                      </p:cBhvr>
                                      <p:to>
                                        <p:strVal val="hidden"/>
                                      </p:to>
                                    </p:set>
                                  </p:childTnLst>
                                </p:cTn>
                              </p:par>
                              <p:par>
                                <p:cTn id="31" presetID="2" presetClass="exit" presetSubtype="1" fill="hold" nodeType="withEffect">
                                  <p:stCondLst>
                                    <p:cond delay="0"/>
                                  </p:stCondLst>
                                  <p:childTnLst>
                                    <p:anim calcmode="lin" valueType="num">
                                      <p:cBhvr additive="base">
                                        <p:cTn id="32" dur="1000"/>
                                        <p:tgtEl>
                                          <p:spTgt spid="621"/>
                                        </p:tgtEl>
                                        <p:attrNameLst>
                                          <p:attrName>ppt_y</p:attrName>
                                        </p:attrNameLst>
                                      </p:cBhvr>
                                      <p:tavLst>
                                        <p:tav tm="0">
                                          <p:val>
                                            <p:strVal val="#ppt_y"/>
                                          </p:val>
                                        </p:tav>
                                        <p:tav tm="100000">
                                          <p:val>
                                            <p:strVal val="#ppt_y-1"/>
                                          </p:val>
                                        </p:tav>
                                      </p:tavLst>
                                    </p:anim>
                                    <p:set>
                                      <p:cBhvr>
                                        <p:cTn id="33" dur="1" fill="hold">
                                          <p:stCondLst>
                                            <p:cond delay="1000"/>
                                          </p:stCondLst>
                                        </p:cTn>
                                        <p:tgtEl>
                                          <p:spTgt spid="621"/>
                                        </p:tgtEl>
                                        <p:attrNameLst>
                                          <p:attrName>style.visibility</p:attrName>
                                        </p:attrNameLst>
                                      </p:cBhvr>
                                      <p:to>
                                        <p:strVal val="hidden"/>
                                      </p:to>
                                    </p:set>
                                  </p:childTnLst>
                                </p:cTn>
                              </p:par>
                              <p:par>
                                <p:cTn id="34" presetID="2" presetClass="exit" presetSubtype="1" fill="hold" nodeType="withEffect">
                                  <p:stCondLst>
                                    <p:cond delay="0"/>
                                  </p:stCondLst>
                                  <p:childTnLst>
                                    <p:anim calcmode="lin" valueType="num">
                                      <p:cBhvr additive="base">
                                        <p:cTn id="35" dur="1000"/>
                                        <p:tgtEl>
                                          <p:spTgt spid="622"/>
                                        </p:tgtEl>
                                        <p:attrNameLst>
                                          <p:attrName>ppt_y</p:attrName>
                                        </p:attrNameLst>
                                      </p:cBhvr>
                                      <p:tavLst>
                                        <p:tav tm="0">
                                          <p:val>
                                            <p:strVal val="#ppt_y"/>
                                          </p:val>
                                        </p:tav>
                                        <p:tav tm="100000">
                                          <p:val>
                                            <p:strVal val="#ppt_y-1"/>
                                          </p:val>
                                        </p:tav>
                                      </p:tavLst>
                                    </p:anim>
                                    <p:set>
                                      <p:cBhvr>
                                        <p:cTn id="36" dur="1" fill="hold">
                                          <p:stCondLst>
                                            <p:cond delay="1000"/>
                                          </p:stCondLst>
                                        </p:cTn>
                                        <p:tgtEl>
                                          <p:spTgt spid="622"/>
                                        </p:tgtEl>
                                        <p:attrNameLst>
                                          <p:attrName>style.visibility</p:attrName>
                                        </p:attrNameLst>
                                      </p:cBhvr>
                                      <p:to>
                                        <p:strVal val="hidden"/>
                                      </p:to>
                                    </p:set>
                                  </p:childTnLst>
                                </p:cTn>
                              </p:par>
                              <p:par>
                                <p:cTn id="37" presetID="2" presetClass="exit" presetSubtype="1" fill="hold" nodeType="withEffect">
                                  <p:stCondLst>
                                    <p:cond delay="0"/>
                                  </p:stCondLst>
                                  <p:childTnLst>
                                    <p:anim calcmode="lin" valueType="num">
                                      <p:cBhvr additive="base">
                                        <p:cTn id="38" dur="1000"/>
                                        <p:tgtEl>
                                          <p:spTgt spid="629"/>
                                        </p:tgtEl>
                                        <p:attrNameLst>
                                          <p:attrName>ppt_y</p:attrName>
                                        </p:attrNameLst>
                                      </p:cBhvr>
                                      <p:tavLst>
                                        <p:tav tm="0">
                                          <p:val>
                                            <p:strVal val="#ppt_y"/>
                                          </p:val>
                                        </p:tav>
                                        <p:tav tm="100000">
                                          <p:val>
                                            <p:strVal val="#ppt_y-1"/>
                                          </p:val>
                                        </p:tav>
                                      </p:tavLst>
                                    </p:anim>
                                    <p:set>
                                      <p:cBhvr>
                                        <p:cTn id="39" dur="1" fill="hold">
                                          <p:stCondLst>
                                            <p:cond delay="1000"/>
                                          </p:stCondLst>
                                        </p:cTn>
                                        <p:tgtEl>
                                          <p:spTgt spid="6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2F15A2D-2324-487D-A02A-BF46C5C58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17A7F34E-D418-47E2-9F86-2C45BBC312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732" y="321733"/>
            <a:ext cx="11546828" cy="6214534"/>
          </a:xfrm>
          <a:custGeom>
            <a:avLst/>
            <a:gdLst>
              <a:gd name="connsiteX0" fmla="*/ 0 w 11546828"/>
              <a:gd name="connsiteY0" fmla="*/ 0 h 6214534"/>
              <a:gd name="connsiteX1" fmla="*/ 7965430 w 11546828"/>
              <a:gd name="connsiteY1" fmla="*/ 0 h 6214534"/>
              <a:gd name="connsiteX2" fmla="*/ 7965430 w 11546828"/>
              <a:gd name="connsiteY2" fmla="*/ 1786 h 6214534"/>
              <a:gd name="connsiteX3" fmla="*/ 11546828 w 11546828"/>
              <a:gd name="connsiteY3" fmla="*/ 1786 h 6214534"/>
              <a:gd name="connsiteX4" fmla="*/ 11546828 w 11546828"/>
              <a:gd name="connsiteY4" fmla="*/ 2866740 h 6214534"/>
              <a:gd name="connsiteX5" fmla="*/ 11225095 w 11546828"/>
              <a:gd name="connsiteY5" fmla="*/ 3179536 h 6214534"/>
              <a:gd name="connsiteX6" fmla="*/ 11225095 w 11546828"/>
              <a:gd name="connsiteY6" fmla="*/ 301542 h 6214534"/>
              <a:gd name="connsiteX7" fmla="*/ 320042 w 11546828"/>
              <a:gd name="connsiteY7" fmla="*/ 301542 h 6214534"/>
              <a:gd name="connsiteX8" fmla="*/ 320042 w 11546828"/>
              <a:gd name="connsiteY8" fmla="*/ 5909424 h 6214534"/>
              <a:gd name="connsiteX9" fmla="*/ 8417210 w 11546828"/>
              <a:gd name="connsiteY9" fmla="*/ 5909424 h 6214534"/>
              <a:gd name="connsiteX10" fmla="*/ 8103383 w 11546828"/>
              <a:gd name="connsiteY10" fmla="*/ 6214534 h 6214534"/>
              <a:gd name="connsiteX11" fmla="*/ 7222929 w 11546828"/>
              <a:gd name="connsiteY11" fmla="*/ 6214534 h 6214534"/>
              <a:gd name="connsiteX12" fmla="*/ 7222929 w 11546828"/>
              <a:gd name="connsiteY12" fmla="*/ 6212748 h 6214534"/>
              <a:gd name="connsiteX13" fmla="*/ 0 w 11546828"/>
              <a:gd name="connsiteY13" fmla="*/ 6212748 h 621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46828" h="6214534">
                <a:moveTo>
                  <a:pt x="0" y="0"/>
                </a:moveTo>
                <a:lnTo>
                  <a:pt x="7965430" y="0"/>
                </a:lnTo>
                <a:lnTo>
                  <a:pt x="7965430" y="1786"/>
                </a:lnTo>
                <a:lnTo>
                  <a:pt x="11546828" y="1786"/>
                </a:lnTo>
                <a:lnTo>
                  <a:pt x="11546828" y="2866740"/>
                </a:lnTo>
                <a:lnTo>
                  <a:pt x="11225095" y="3179536"/>
                </a:lnTo>
                <a:lnTo>
                  <a:pt x="11225095" y="301542"/>
                </a:lnTo>
                <a:lnTo>
                  <a:pt x="320042" y="301542"/>
                </a:lnTo>
                <a:lnTo>
                  <a:pt x="320042" y="5909424"/>
                </a:lnTo>
                <a:lnTo>
                  <a:pt x="8417210" y="5909424"/>
                </a:lnTo>
                <a:lnTo>
                  <a:pt x="8103383" y="6214534"/>
                </a:lnTo>
                <a:lnTo>
                  <a:pt x="7222929" y="6214534"/>
                </a:lnTo>
                <a:lnTo>
                  <a:pt x="7222929"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Right Triangle 18">
            <a:extLst>
              <a:ext uri="{FF2B5EF4-FFF2-40B4-BE49-F238E27FC236}">
                <a16:creationId xmlns:a16="http://schemas.microsoft.com/office/drawing/2014/main" id="{2AEAFA59-923A-4F54-8B49-44C970BCC3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0" name="Таблица 9">
            <a:extLst>
              <a:ext uri="{FF2B5EF4-FFF2-40B4-BE49-F238E27FC236}">
                <a16:creationId xmlns:a16="http://schemas.microsoft.com/office/drawing/2014/main" id="{CB27DDCF-172E-3296-E9CC-33EDCE28791D}"/>
              </a:ext>
            </a:extLst>
          </p:cNvPr>
          <p:cNvGraphicFramePr>
            <a:graphicFrameLocks noGrp="1"/>
          </p:cNvGraphicFramePr>
          <p:nvPr>
            <p:extLst>
              <p:ext uri="{D42A27DB-BD31-4B8C-83A1-F6EECF244321}">
                <p14:modId xmlns:p14="http://schemas.microsoft.com/office/powerpoint/2010/main" val="271885609"/>
              </p:ext>
            </p:extLst>
          </p:nvPr>
        </p:nvGraphicFramePr>
        <p:xfrm>
          <a:off x="962163" y="1281238"/>
          <a:ext cx="7746710" cy="4253953"/>
        </p:xfrm>
        <a:graphic>
          <a:graphicData uri="http://schemas.openxmlformats.org/drawingml/2006/table">
            <a:tbl>
              <a:tblPr firstRow="1" firstCol="1" bandRow="1">
                <a:tableStyleId>{8EC20E35-A176-4012-BC5E-935CFFF8708E}</a:tableStyleId>
              </a:tblPr>
              <a:tblGrid>
                <a:gridCol w="3835811">
                  <a:extLst>
                    <a:ext uri="{9D8B030D-6E8A-4147-A177-3AD203B41FA5}">
                      <a16:colId xmlns:a16="http://schemas.microsoft.com/office/drawing/2014/main" val="1031562795"/>
                    </a:ext>
                  </a:extLst>
                </a:gridCol>
                <a:gridCol w="3910899">
                  <a:extLst>
                    <a:ext uri="{9D8B030D-6E8A-4147-A177-3AD203B41FA5}">
                      <a16:colId xmlns:a16="http://schemas.microsoft.com/office/drawing/2014/main" val="2965452674"/>
                    </a:ext>
                  </a:extLst>
                </a:gridCol>
              </a:tblGrid>
              <a:tr h="239799">
                <a:tc>
                  <a:txBody>
                    <a:bodyPr/>
                    <a:lstStyle/>
                    <a:p>
                      <a:pPr marL="0" marR="0" algn="ctr">
                        <a:lnSpc>
                          <a:spcPct val="115000"/>
                        </a:lnSpc>
                        <a:spcAft>
                          <a:spcPts val="800"/>
                        </a:spcAft>
                        <a:buNone/>
                      </a:pPr>
                      <a:r>
                        <a:rPr lang="en-US" sz="1200" b="0" kern="100" cap="none" spc="0" dirty="0">
                          <a:ln w="0"/>
                          <a:solidFill>
                            <a:schemeClr val="bg1"/>
                          </a:solidFill>
                          <a:effectLst>
                            <a:outerShdw blurRad="38100" dist="19050" dir="2700000" algn="tl" rotWithShape="0">
                              <a:schemeClr val="dk1">
                                <a:alpha val="40000"/>
                              </a:schemeClr>
                            </a:outerShdw>
                          </a:effectLst>
                        </a:rPr>
                        <a:t>HR-</a:t>
                      </a:r>
                      <a:r>
                        <a:rPr lang="en-US" sz="1200" b="0" kern="100" cap="none" spc="0" dirty="0" err="1">
                          <a:ln w="0"/>
                          <a:solidFill>
                            <a:schemeClr val="bg1"/>
                          </a:solidFill>
                          <a:effectLst>
                            <a:outerShdw blurRad="38100" dist="19050" dir="2700000" algn="tl" rotWithShape="0">
                              <a:schemeClr val="dk1">
                                <a:alpha val="40000"/>
                              </a:schemeClr>
                            </a:outerShdw>
                          </a:effectLst>
                        </a:rPr>
                        <a:t>функция</a:t>
                      </a:r>
                      <a:endParaRPr lang="ru-RU" sz="1200" b="0" kern="100" cap="none" spc="0" dirty="0">
                        <a:ln w="0"/>
                        <a:solidFill>
                          <a:schemeClr val="bg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9448" marR="69448" marT="0" marB="0" anchor="ctr">
                    <a:lnL>
                      <a:noFill/>
                    </a:lnL>
                    <a:lnR>
                      <a:noFill/>
                    </a:lnR>
                    <a:lnT w="25400" cmpd="sng">
                      <a:noFill/>
                    </a:lnT>
                    <a:lnB w="25400" cmpd="sng">
                      <a:noFill/>
                    </a:lnB>
                    <a:lnTlToBr w="12700" cmpd="sng">
                      <a:noFill/>
                      <a:prstDash val="solid"/>
                    </a:lnTlToBr>
                    <a:lnBlToTr w="12700" cmpd="sng">
                      <a:noFill/>
                      <a:prstDash val="solid"/>
                    </a:lnBlToTr>
                  </a:tcPr>
                </a:tc>
                <a:tc>
                  <a:txBody>
                    <a:bodyPr/>
                    <a:lstStyle/>
                    <a:p>
                      <a:pPr marL="0" marR="0" algn="ctr">
                        <a:lnSpc>
                          <a:spcPct val="115000"/>
                        </a:lnSpc>
                        <a:spcAft>
                          <a:spcPts val="800"/>
                        </a:spcAft>
                        <a:buNone/>
                      </a:pPr>
                      <a:r>
                        <a:rPr lang="en-US" sz="1200" b="0" kern="100" cap="none" spc="0">
                          <a:ln w="0"/>
                          <a:solidFill>
                            <a:schemeClr val="bg1"/>
                          </a:solidFill>
                          <a:effectLst>
                            <a:outerShdw blurRad="38100" dist="19050" dir="2700000" algn="tl" rotWithShape="0">
                              <a:schemeClr val="dk1">
                                <a:alpha val="40000"/>
                              </a:schemeClr>
                            </a:outerShdw>
                          </a:effectLst>
                        </a:rPr>
                        <a:t>Недостатки текущей системы</a:t>
                      </a:r>
                      <a:endParaRPr lang="ru-RU" sz="1200" b="0" kern="100" cap="none" spc="0">
                        <a:ln w="0"/>
                        <a:solidFill>
                          <a:schemeClr val="bg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9448" marR="69448" marT="0" marB="0" anchor="ctr">
                    <a:lnL>
                      <a:noFill/>
                    </a:lnL>
                  </a:tcPr>
                </a:tc>
                <a:extLst>
                  <a:ext uri="{0D108BD9-81ED-4DB2-BD59-A6C34878D82A}">
                    <a16:rowId xmlns:a16="http://schemas.microsoft.com/office/drawing/2014/main" val="3255956128"/>
                  </a:ext>
                </a:extLst>
              </a:tr>
              <a:tr h="449375">
                <a:tc>
                  <a:txBody>
                    <a:bodyPr/>
                    <a:lstStyle/>
                    <a:p>
                      <a:pPr marL="0" marR="0" algn="ctr">
                        <a:lnSpc>
                          <a:spcPct val="115000"/>
                        </a:lnSpc>
                        <a:spcAft>
                          <a:spcPts val="800"/>
                        </a:spcAft>
                        <a:buNone/>
                      </a:pPr>
                      <a:r>
                        <a:rPr lang="en-US" sz="1200" b="0" kern="100" cap="none" spc="0" dirty="0" err="1">
                          <a:ln w="0"/>
                          <a:solidFill>
                            <a:schemeClr val="bg1"/>
                          </a:solidFill>
                          <a:effectLst>
                            <a:outerShdw blurRad="38100" dist="19050" dir="2700000" algn="tl" rotWithShape="0">
                              <a:schemeClr val="dk1">
                                <a:alpha val="40000"/>
                              </a:schemeClr>
                            </a:outerShdw>
                          </a:effectLst>
                        </a:rPr>
                        <a:t>Учет</a:t>
                      </a:r>
                      <a:r>
                        <a:rPr lang="en-US" sz="1200" b="0" kern="100" cap="none" spc="0" dirty="0">
                          <a:ln w="0"/>
                          <a:solidFill>
                            <a:schemeClr val="bg1"/>
                          </a:solidFill>
                          <a:effectLst>
                            <a:outerShdw blurRad="38100" dist="19050" dir="2700000" algn="tl" rotWithShape="0">
                              <a:schemeClr val="dk1">
                                <a:alpha val="40000"/>
                              </a:schemeClr>
                            </a:outerShdw>
                          </a:effectLst>
                        </a:rPr>
                        <a:t> </a:t>
                      </a:r>
                      <a:r>
                        <a:rPr lang="en-US" sz="1200" b="0" kern="100" cap="none" spc="0" dirty="0" err="1">
                          <a:ln w="0"/>
                          <a:solidFill>
                            <a:schemeClr val="bg1"/>
                          </a:solidFill>
                          <a:effectLst>
                            <a:outerShdw blurRad="38100" dist="19050" dir="2700000" algn="tl" rotWithShape="0">
                              <a:schemeClr val="dk1">
                                <a:alpha val="40000"/>
                              </a:schemeClr>
                            </a:outerShdw>
                          </a:effectLst>
                        </a:rPr>
                        <a:t>рабочего</a:t>
                      </a:r>
                      <a:r>
                        <a:rPr lang="en-US" sz="1200" b="0" kern="100" cap="none" spc="0" dirty="0">
                          <a:ln w="0"/>
                          <a:solidFill>
                            <a:schemeClr val="bg1"/>
                          </a:solidFill>
                          <a:effectLst>
                            <a:outerShdw blurRad="38100" dist="19050" dir="2700000" algn="tl" rotWithShape="0">
                              <a:schemeClr val="dk1">
                                <a:alpha val="40000"/>
                              </a:schemeClr>
                            </a:outerShdw>
                          </a:effectLst>
                        </a:rPr>
                        <a:t> </a:t>
                      </a:r>
                      <a:r>
                        <a:rPr lang="en-US" sz="1200" b="0" kern="100" cap="none" spc="0" dirty="0" err="1">
                          <a:ln w="0"/>
                          <a:solidFill>
                            <a:schemeClr val="bg1"/>
                          </a:solidFill>
                          <a:effectLst>
                            <a:outerShdw blurRad="38100" dist="19050" dir="2700000" algn="tl" rotWithShape="0">
                              <a:schemeClr val="dk1">
                                <a:alpha val="40000"/>
                              </a:schemeClr>
                            </a:outerShdw>
                          </a:effectLst>
                        </a:rPr>
                        <a:t>времени</a:t>
                      </a:r>
                      <a:r>
                        <a:rPr lang="en-US" sz="1200" b="0" kern="100" cap="none" spc="0" dirty="0">
                          <a:ln w="0"/>
                          <a:solidFill>
                            <a:schemeClr val="bg1"/>
                          </a:solidFill>
                          <a:effectLst>
                            <a:outerShdw blurRad="38100" dist="19050" dir="2700000" algn="tl" rotWithShape="0">
                              <a:schemeClr val="dk1">
                                <a:alpha val="40000"/>
                              </a:schemeClr>
                            </a:outerShdw>
                          </a:effectLst>
                        </a:rPr>
                        <a:t> (Timekeeping)</a:t>
                      </a:r>
                      <a:endParaRPr lang="ru-RU" sz="1200" b="0" kern="100" cap="none" spc="0" dirty="0">
                        <a:ln w="0"/>
                        <a:solidFill>
                          <a:schemeClr val="bg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9448" marR="69448" marT="0" marB="0" anchor="ctr">
                    <a:lnL>
                      <a:noFill/>
                    </a:lnL>
                    <a:lnR>
                      <a:noFill/>
                    </a:lnR>
                    <a:lnT w="25400" cmpd="sng">
                      <a:noFill/>
                    </a:lnT>
                    <a:lnB>
                      <a:noFill/>
                    </a:lnB>
                    <a:lnTlToBr w="12700" cmpd="sng">
                      <a:noFill/>
                      <a:prstDash val="solid"/>
                    </a:lnTlToBr>
                    <a:lnBlToTr w="12700" cmpd="sng">
                      <a:noFill/>
                      <a:prstDash val="solid"/>
                    </a:lnBlToTr>
                  </a:tcPr>
                </a:tc>
                <a:tc>
                  <a:txBody>
                    <a:bodyPr/>
                    <a:lstStyle/>
                    <a:p>
                      <a:pPr marL="0" marR="0" algn="ctr">
                        <a:lnSpc>
                          <a:spcPct val="115000"/>
                        </a:lnSpc>
                        <a:spcAft>
                          <a:spcPts val="800"/>
                        </a:spcAft>
                        <a:buNone/>
                      </a:pPr>
                      <a:r>
                        <a:rPr lang="ru-RU" sz="1200" b="0" kern="100" cap="none" spc="0" dirty="0">
                          <a:ln w="0"/>
                          <a:solidFill>
                            <a:schemeClr val="tx1"/>
                          </a:solidFill>
                          <a:effectLst>
                            <a:outerShdw blurRad="38100" dist="19050" dir="2700000" algn="tl" rotWithShape="0">
                              <a:schemeClr val="dk1">
                                <a:alpha val="40000"/>
                              </a:schemeClr>
                            </a:outerShdw>
                          </a:effectLst>
                        </a:rPr>
                        <a:t>Используются сканеры отпечатков + </a:t>
                      </a:r>
                      <a:r>
                        <a:rPr lang="en-US" sz="1200" b="0" kern="100" cap="none" spc="0" dirty="0">
                          <a:ln w="0"/>
                          <a:solidFill>
                            <a:schemeClr val="tx1"/>
                          </a:solidFill>
                          <a:effectLst>
                            <a:outerShdw blurRad="38100" dist="19050" dir="2700000" algn="tl" rotWithShape="0">
                              <a:schemeClr val="dk1">
                                <a:alpha val="40000"/>
                              </a:schemeClr>
                            </a:outerShdw>
                          </a:effectLst>
                        </a:rPr>
                        <a:t>Excel</a:t>
                      </a:r>
                      <a:r>
                        <a:rPr lang="ru-RU" sz="1200" b="0" kern="100" cap="none" spc="0" dirty="0">
                          <a:ln w="0"/>
                          <a:solidFill>
                            <a:schemeClr val="tx1"/>
                          </a:solidFill>
                          <a:effectLst>
                            <a:outerShdw blurRad="38100" dist="19050" dir="2700000" algn="tl" rotWithShape="0">
                              <a:schemeClr val="dk1">
                                <a:alpha val="40000"/>
                              </a:schemeClr>
                            </a:outerShdw>
                          </a:effectLst>
                        </a:rPr>
                        <a:t>; нет синхронизации в реальном времени</a:t>
                      </a:r>
                      <a:endParaRPr lang="ru-RU" sz="1200" b="0"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9448" marR="69448" marT="0" marB="0" anchor="ctr">
                    <a:lnL>
                      <a:noFill/>
                    </a:lnL>
                  </a:tcPr>
                </a:tc>
                <a:extLst>
                  <a:ext uri="{0D108BD9-81ED-4DB2-BD59-A6C34878D82A}">
                    <a16:rowId xmlns:a16="http://schemas.microsoft.com/office/drawing/2014/main" val="3717950925"/>
                  </a:ext>
                </a:extLst>
              </a:tr>
              <a:tr h="658952">
                <a:tc>
                  <a:txBody>
                    <a:bodyPr/>
                    <a:lstStyle/>
                    <a:p>
                      <a:pPr marL="0" marR="0" algn="ctr">
                        <a:lnSpc>
                          <a:spcPct val="115000"/>
                        </a:lnSpc>
                        <a:spcAft>
                          <a:spcPts val="800"/>
                        </a:spcAft>
                        <a:buNone/>
                      </a:pPr>
                      <a:r>
                        <a:rPr lang="en-US" sz="1200" b="0" kern="100" cap="none" spc="0" dirty="0" err="1">
                          <a:ln w="0"/>
                          <a:solidFill>
                            <a:schemeClr val="bg1"/>
                          </a:solidFill>
                          <a:effectLst>
                            <a:outerShdw blurRad="38100" dist="19050" dir="2700000" algn="tl" rotWithShape="0">
                              <a:schemeClr val="dk1">
                                <a:alpha val="40000"/>
                              </a:schemeClr>
                            </a:outerShdw>
                          </a:effectLst>
                        </a:rPr>
                        <a:t>Планирование</a:t>
                      </a:r>
                      <a:r>
                        <a:rPr lang="en-US" sz="1200" b="0" kern="100" cap="none" spc="0" dirty="0">
                          <a:ln w="0"/>
                          <a:solidFill>
                            <a:schemeClr val="bg1"/>
                          </a:solidFill>
                          <a:effectLst>
                            <a:outerShdw blurRad="38100" dist="19050" dir="2700000" algn="tl" rotWithShape="0">
                              <a:schemeClr val="dk1">
                                <a:alpha val="40000"/>
                              </a:schemeClr>
                            </a:outerShdw>
                          </a:effectLst>
                        </a:rPr>
                        <a:t> </a:t>
                      </a:r>
                      <a:r>
                        <a:rPr lang="en-US" sz="1200" b="0" kern="100" cap="none" spc="0" dirty="0" err="1">
                          <a:ln w="0"/>
                          <a:solidFill>
                            <a:schemeClr val="bg1"/>
                          </a:solidFill>
                          <a:effectLst>
                            <a:outerShdw blurRad="38100" dist="19050" dir="2700000" algn="tl" rotWithShape="0">
                              <a:schemeClr val="dk1">
                                <a:alpha val="40000"/>
                              </a:schemeClr>
                            </a:outerShdw>
                          </a:effectLst>
                        </a:rPr>
                        <a:t>смен</a:t>
                      </a:r>
                      <a:r>
                        <a:rPr lang="en-US" sz="1200" b="0" kern="100" cap="none" spc="0" dirty="0">
                          <a:ln w="0"/>
                          <a:solidFill>
                            <a:schemeClr val="bg1"/>
                          </a:solidFill>
                          <a:effectLst>
                            <a:outerShdw blurRad="38100" dist="19050" dir="2700000" algn="tl" rotWithShape="0">
                              <a:schemeClr val="dk1">
                                <a:alpha val="40000"/>
                              </a:schemeClr>
                            </a:outerShdw>
                          </a:effectLst>
                        </a:rPr>
                        <a:t> (Shift planning)</a:t>
                      </a:r>
                      <a:endParaRPr lang="ru-RU" sz="1200" b="0" kern="100" cap="none" spc="0" dirty="0">
                        <a:ln w="0"/>
                        <a:solidFill>
                          <a:schemeClr val="bg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9448" marR="69448" marT="0" marB="0" anchor="ctr">
                    <a:lnL>
                      <a:noFill/>
                    </a:lnL>
                    <a:lnR>
                      <a:noFill/>
                    </a:lnR>
                    <a:lnT>
                      <a:noFill/>
                    </a:lnT>
                    <a:lnB>
                      <a:noFill/>
                    </a:lnB>
                    <a:lnTlToBr w="12700" cmpd="sng">
                      <a:noFill/>
                      <a:prstDash val="solid"/>
                    </a:lnTlToBr>
                    <a:lnBlToTr w="12700" cmpd="sng">
                      <a:noFill/>
                      <a:prstDash val="solid"/>
                    </a:lnBlToTr>
                  </a:tcPr>
                </a:tc>
                <a:tc>
                  <a:txBody>
                    <a:bodyPr/>
                    <a:lstStyle/>
                    <a:p>
                      <a:pPr marL="0" marR="0" algn="ctr">
                        <a:lnSpc>
                          <a:spcPct val="115000"/>
                        </a:lnSpc>
                        <a:spcAft>
                          <a:spcPts val="800"/>
                        </a:spcAft>
                        <a:buNone/>
                      </a:pPr>
                      <a:r>
                        <a:rPr lang="ru-RU" sz="1200" b="0" kern="100" cap="none" spc="0" dirty="0">
                          <a:ln w="0"/>
                          <a:solidFill>
                            <a:schemeClr val="tx1"/>
                          </a:solidFill>
                          <a:effectLst>
                            <a:outerShdw blurRad="38100" dist="19050" dir="2700000" algn="tl" rotWithShape="0">
                              <a:schemeClr val="dk1">
                                <a:alpha val="40000"/>
                              </a:schemeClr>
                            </a:outerShdw>
                          </a:effectLst>
                        </a:rPr>
                        <a:t>Графики составляются вручную в </a:t>
                      </a:r>
                      <a:r>
                        <a:rPr lang="en-US" sz="1200" b="0" kern="100" cap="none" spc="0" dirty="0">
                          <a:ln w="0"/>
                          <a:solidFill>
                            <a:schemeClr val="tx1"/>
                          </a:solidFill>
                          <a:effectLst>
                            <a:outerShdw blurRad="38100" dist="19050" dir="2700000" algn="tl" rotWithShape="0">
                              <a:schemeClr val="dk1">
                                <a:alpha val="40000"/>
                              </a:schemeClr>
                            </a:outerShdw>
                          </a:effectLst>
                        </a:rPr>
                        <a:t>Excel</a:t>
                      </a:r>
                      <a:r>
                        <a:rPr lang="ru-RU" sz="1200" b="0" kern="100" cap="none" spc="0" dirty="0">
                          <a:ln w="0"/>
                          <a:solidFill>
                            <a:schemeClr val="tx1"/>
                          </a:solidFill>
                          <a:effectLst>
                            <a:outerShdw blurRad="38100" dist="19050" dir="2700000" algn="tl" rotWithShape="0">
                              <a:schemeClr val="dk1">
                                <a:alpha val="40000"/>
                              </a:schemeClr>
                            </a:outerShdw>
                          </a:effectLst>
                        </a:rPr>
                        <a:t>, легко допустить пересечения; замены смен не фиксируются</a:t>
                      </a:r>
                      <a:endParaRPr lang="ru-RU" sz="1200" b="0"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9448" marR="69448" marT="0" marB="0" anchor="ctr">
                    <a:lnL>
                      <a:noFill/>
                    </a:lnL>
                  </a:tcPr>
                </a:tc>
                <a:extLst>
                  <a:ext uri="{0D108BD9-81ED-4DB2-BD59-A6C34878D82A}">
                    <a16:rowId xmlns:a16="http://schemas.microsoft.com/office/drawing/2014/main" val="3241662075"/>
                  </a:ext>
                </a:extLst>
              </a:tr>
              <a:tr h="449375">
                <a:tc>
                  <a:txBody>
                    <a:bodyPr/>
                    <a:lstStyle/>
                    <a:p>
                      <a:pPr marL="0" marR="0" algn="ctr">
                        <a:lnSpc>
                          <a:spcPct val="115000"/>
                        </a:lnSpc>
                        <a:spcAft>
                          <a:spcPts val="800"/>
                        </a:spcAft>
                        <a:buNone/>
                      </a:pPr>
                      <a:r>
                        <a:rPr lang="en-US" sz="1200" b="0" kern="100" cap="none" spc="0" dirty="0" err="1">
                          <a:ln w="0"/>
                          <a:solidFill>
                            <a:schemeClr val="bg1"/>
                          </a:solidFill>
                          <a:effectLst>
                            <a:outerShdw blurRad="38100" dist="19050" dir="2700000" algn="tl" rotWithShape="0">
                              <a:schemeClr val="dk1">
                                <a:alpha val="40000"/>
                              </a:schemeClr>
                            </a:outerShdw>
                          </a:effectLst>
                        </a:rPr>
                        <a:t>Начисление</a:t>
                      </a:r>
                      <a:r>
                        <a:rPr lang="en-US" sz="1200" b="0" kern="100" cap="none" spc="0" dirty="0">
                          <a:ln w="0"/>
                          <a:solidFill>
                            <a:schemeClr val="bg1"/>
                          </a:solidFill>
                          <a:effectLst>
                            <a:outerShdw blurRad="38100" dist="19050" dir="2700000" algn="tl" rotWithShape="0">
                              <a:schemeClr val="dk1">
                                <a:alpha val="40000"/>
                              </a:schemeClr>
                            </a:outerShdw>
                          </a:effectLst>
                        </a:rPr>
                        <a:t> </a:t>
                      </a:r>
                      <a:r>
                        <a:rPr lang="en-US" sz="1200" b="0" kern="100" cap="none" spc="0" dirty="0" err="1">
                          <a:ln w="0"/>
                          <a:solidFill>
                            <a:schemeClr val="bg1"/>
                          </a:solidFill>
                          <a:effectLst>
                            <a:outerShdw blurRad="38100" dist="19050" dir="2700000" algn="tl" rotWithShape="0">
                              <a:schemeClr val="dk1">
                                <a:alpha val="40000"/>
                              </a:schemeClr>
                            </a:outerShdw>
                          </a:effectLst>
                        </a:rPr>
                        <a:t>заработной</a:t>
                      </a:r>
                      <a:r>
                        <a:rPr lang="en-US" sz="1200" b="0" kern="100" cap="none" spc="0" dirty="0">
                          <a:ln w="0"/>
                          <a:solidFill>
                            <a:schemeClr val="bg1"/>
                          </a:solidFill>
                          <a:effectLst>
                            <a:outerShdw blurRad="38100" dist="19050" dir="2700000" algn="tl" rotWithShape="0">
                              <a:schemeClr val="dk1">
                                <a:alpha val="40000"/>
                              </a:schemeClr>
                            </a:outerShdw>
                          </a:effectLst>
                        </a:rPr>
                        <a:t> </a:t>
                      </a:r>
                      <a:r>
                        <a:rPr lang="en-US" sz="1200" b="0" kern="100" cap="none" spc="0" dirty="0" err="1">
                          <a:ln w="0"/>
                          <a:solidFill>
                            <a:schemeClr val="bg1"/>
                          </a:solidFill>
                          <a:effectLst>
                            <a:outerShdw blurRad="38100" dist="19050" dir="2700000" algn="tl" rotWithShape="0">
                              <a:schemeClr val="dk1">
                                <a:alpha val="40000"/>
                              </a:schemeClr>
                            </a:outerShdw>
                          </a:effectLst>
                        </a:rPr>
                        <a:t>платы</a:t>
                      </a:r>
                      <a:r>
                        <a:rPr lang="en-US" sz="1200" b="0" kern="100" cap="none" spc="0" dirty="0">
                          <a:ln w="0"/>
                          <a:solidFill>
                            <a:schemeClr val="bg1"/>
                          </a:solidFill>
                          <a:effectLst>
                            <a:outerShdw blurRad="38100" dist="19050" dir="2700000" algn="tl" rotWithShape="0">
                              <a:schemeClr val="dk1">
                                <a:alpha val="40000"/>
                              </a:schemeClr>
                            </a:outerShdw>
                          </a:effectLst>
                        </a:rPr>
                        <a:t> (Payroll)</a:t>
                      </a:r>
                      <a:endParaRPr lang="ru-RU" sz="1200" b="0" kern="100" cap="none" spc="0" dirty="0">
                        <a:ln w="0"/>
                        <a:solidFill>
                          <a:schemeClr val="bg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9448" marR="69448" marT="0" marB="0" anchor="ctr">
                    <a:lnL>
                      <a:noFill/>
                    </a:lnL>
                    <a:lnR>
                      <a:noFill/>
                    </a:lnR>
                    <a:lnT>
                      <a:noFill/>
                    </a:lnT>
                    <a:lnB>
                      <a:noFill/>
                    </a:lnB>
                    <a:lnTlToBr w="12700" cmpd="sng">
                      <a:noFill/>
                      <a:prstDash val="solid"/>
                    </a:lnTlToBr>
                    <a:lnBlToTr w="12700" cmpd="sng">
                      <a:noFill/>
                      <a:prstDash val="solid"/>
                    </a:lnBlToTr>
                  </a:tcPr>
                </a:tc>
                <a:tc>
                  <a:txBody>
                    <a:bodyPr/>
                    <a:lstStyle/>
                    <a:p>
                      <a:pPr marL="0" marR="0" algn="ctr">
                        <a:lnSpc>
                          <a:spcPct val="115000"/>
                        </a:lnSpc>
                        <a:spcAft>
                          <a:spcPts val="800"/>
                        </a:spcAft>
                        <a:buNone/>
                      </a:pPr>
                      <a:r>
                        <a:rPr lang="ru-RU" sz="1200" b="0" kern="100" cap="none" spc="0" dirty="0">
                          <a:ln w="0"/>
                          <a:solidFill>
                            <a:schemeClr val="tx1"/>
                          </a:solidFill>
                          <a:effectLst>
                            <a:outerShdw blurRad="38100" dist="19050" dir="2700000" algn="tl" rotWithShape="0">
                              <a:schemeClr val="dk1">
                                <a:alpha val="40000"/>
                              </a:schemeClr>
                            </a:outerShdw>
                          </a:effectLst>
                        </a:rPr>
                        <a:t>Расчет зарплаты вручную по подразделениям, сложно объединять, высок риск ошибок</a:t>
                      </a:r>
                      <a:endParaRPr lang="ru-RU" sz="1200" b="0"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9448" marR="69448" marT="0" marB="0" anchor="ctr">
                    <a:lnL>
                      <a:noFill/>
                    </a:lnL>
                  </a:tcPr>
                </a:tc>
                <a:extLst>
                  <a:ext uri="{0D108BD9-81ED-4DB2-BD59-A6C34878D82A}">
                    <a16:rowId xmlns:a16="http://schemas.microsoft.com/office/drawing/2014/main" val="475340963"/>
                  </a:ext>
                </a:extLst>
              </a:tr>
              <a:tr h="658952">
                <a:tc>
                  <a:txBody>
                    <a:bodyPr/>
                    <a:lstStyle/>
                    <a:p>
                      <a:pPr marL="0" marR="0" algn="ctr">
                        <a:lnSpc>
                          <a:spcPct val="115000"/>
                        </a:lnSpc>
                        <a:spcAft>
                          <a:spcPts val="800"/>
                        </a:spcAft>
                        <a:buNone/>
                      </a:pPr>
                      <a:r>
                        <a:rPr lang="en-US" sz="1200" b="0" kern="100" cap="none" spc="0" dirty="0" err="1">
                          <a:ln w="0"/>
                          <a:solidFill>
                            <a:schemeClr val="bg1"/>
                          </a:solidFill>
                          <a:effectLst>
                            <a:outerShdw blurRad="38100" dist="19050" dir="2700000" algn="tl" rotWithShape="0">
                              <a:schemeClr val="dk1">
                                <a:alpha val="40000"/>
                              </a:schemeClr>
                            </a:outerShdw>
                          </a:effectLst>
                        </a:rPr>
                        <a:t>Управление</a:t>
                      </a:r>
                      <a:r>
                        <a:rPr lang="en-US" sz="1200" b="0" kern="100" cap="none" spc="0" dirty="0">
                          <a:ln w="0"/>
                          <a:solidFill>
                            <a:schemeClr val="bg1"/>
                          </a:solidFill>
                          <a:effectLst>
                            <a:outerShdw blurRad="38100" dist="19050" dir="2700000" algn="tl" rotWithShape="0">
                              <a:schemeClr val="dk1">
                                <a:alpha val="40000"/>
                              </a:schemeClr>
                            </a:outerShdw>
                          </a:effectLst>
                        </a:rPr>
                        <a:t> </a:t>
                      </a:r>
                      <a:r>
                        <a:rPr lang="en-US" sz="1200" b="0" kern="100" cap="none" spc="0" dirty="0" err="1">
                          <a:ln w="0"/>
                          <a:solidFill>
                            <a:schemeClr val="bg1"/>
                          </a:solidFill>
                          <a:effectLst>
                            <a:outerShdw blurRad="38100" dist="19050" dir="2700000" algn="tl" rotWithShape="0">
                              <a:schemeClr val="dk1">
                                <a:alpha val="40000"/>
                              </a:schemeClr>
                            </a:outerShdw>
                          </a:effectLst>
                        </a:rPr>
                        <a:t>отпусками</a:t>
                      </a:r>
                      <a:r>
                        <a:rPr lang="en-US" sz="1200" b="0" kern="100" cap="none" spc="0" dirty="0">
                          <a:ln w="0"/>
                          <a:solidFill>
                            <a:schemeClr val="bg1"/>
                          </a:solidFill>
                          <a:effectLst>
                            <a:outerShdw blurRad="38100" dist="19050" dir="2700000" algn="tl" rotWithShape="0">
                              <a:schemeClr val="dk1">
                                <a:alpha val="40000"/>
                              </a:schemeClr>
                            </a:outerShdw>
                          </a:effectLst>
                        </a:rPr>
                        <a:t> (Leave management)</a:t>
                      </a:r>
                      <a:endParaRPr lang="ru-RU" sz="1200" b="0" kern="100" cap="none" spc="0" dirty="0">
                        <a:ln w="0"/>
                        <a:solidFill>
                          <a:schemeClr val="bg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9448" marR="69448" marT="0" marB="0" anchor="ctr">
                    <a:lnL>
                      <a:noFill/>
                    </a:lnL>
                    <a:lnR>
                      <a:noFill/>
                    </a:lnR>
                    <a:lnT>
                      <a:noFill/>
                    </a:lnT>
                    <a:lnB>
                      <a:noFill/>
                    </a:lnB>
                    <a:lnTlToBr w="12700" cmpd="sng">
                      <a:noFill/>
                      <a:prstDash val="solid"/>
                    </a:lnTlToBr>
                    <a:lnBlToTr w="12700" cmpd="sng">
                      <a:noFill/>
                      <a:prstDash val="solid"/>
                    </a:lnBlToTr>
                  </a:tcPr>
                </a:tc>
                <a:tc>
                  <a:txBody>
                    <a:bodyPr/>
                    <a:lstStyle/>
                    <a:p>
                      <a:pPr marL="0" marR="0" algn="ctr">
                        <a:lnSpc>
                          <a:spcPct val="115000"/>
                        </a:lnSpc>
                        <a:spcAft>
                          <a:spcPts val="800"/>
                        </a:spcAft>
                        <a:buNone/>
                      </a:pPr>
                      <a:r>
                        <a:rPr lang="ru-RU" sz="1200" b="0" kern="100" cap="none" spc="0" dirty="0">
                          <a:ln w="0"/>
                          <a:solidFill>
                            <a:schemeClr val="tx1"/>
                          </a:solidFill>
                          <a:effectLst>
                            <a:outerShdw blurRad="38100" dist="19050" dir="2700000" algn="tl" rotWithShape="0">
                              <a:schemeClr val="dk1">
                                <a:alpha val="40000"/>
                              </a:schemeClr>
                            </a:outerShdw>
                          </a:effectLst>
                        </a:rPr>
                        <a:t>Заявления на отпуск на бумаге или через </a:t>
                      </a:r>
                      <a:r>
                        <a:rPr lang="en-US" sz="1200" b="0" kern="100" cap="none" spc="0" dirty="0" err="1">
                          <a:ln w="0"/>
                          <a:solidFill>
                            <a:schemeClr val="tx1"/>
                          </a:solidFill>
                          <a:effectLst>
                            <a:outerShdw blurRad="38100" dist="19050" dir="2700000" algn="tl" rotWithShape="0">
                              <a:schemeClr val="dk1">
                                <a:alpha val="40000"/>
                              </a:schemeClr>
                            </a:outerShdw>
                          </a:effectLst>
                        </a:rPr>
                        <a:t>Zalo</a:t>
                      </a:r>
                      <a:r>
                        <a:rPr lang="ru-RU" sz="1200" b="0" kern="100" cap="none" spc="0" dirty="0">
                          <a:ln w="0"/>
                          <a:solidFill>
                            <a:schemeClr val="tx1"/>
                          </a:solidFill>
                          <a:effectLst>
                            <a:outerShdw blurRad="38100" dist="19050" dir="2700000" algn="tl" rotWithShape="0">
                              <a:schemeClr val="dk1">
                                <a:alpha val="40000"/>
                              </a:schemeClr>
                            </a:outerShdw>
                          </a:effectLst>
                        </a:rPr>
                        <a:t>; нет истории согласований, нет предупреждений о пересечениях</a:t>
                      </a:r>
                      <a:endParaRPr lang="ru-RU" sz="1200" b="0"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9448" marR="69448" marT="0" marB="0" anchor="ctr">
                    <a:lnL>
                      <a:noFill/>
                    </a:lnL>
                  </a:tcPr>
                </a:tc>
                <a:extLst>
                  <a:ext uri="{0D108BD9-81ED-4DB2-BD59-A6C34878D82A}">
                    <a16:rowId xmlns:a16="http://schemas.microsoft.com/office/drawing/2014/main" val="3670937667"/>
                  </a:ext>
                </a:extLst>
              </a:tr>
              <a:tr h="449375">
                <a:tc>
                  <a:txBody>
                    <a:bodyPr/>
                    <a:lstStyle/>
                    <a:p>
                      <a:pPr marL="0" marR="0" algn="ctr">
                        <a:lnSpc>
                          <a:spcPct val="115000"/>
                        </a:lnSpc>
                        <a:spcAft>
                          <a:spcPts val="800"/>
                        </a:spcAft>
                        <a:buNone/>
                      </a:pPr>
                      <a:r>
                        <a:rPr lang="en-US" sz="1200" b="0" kern="100" cap="none" spc="0" dirty="0" err="1">
                          <a:ln w="0"/>
                          <a:solidFill>
                            <a:schemeClr val="bg1"/>
                          </a:solidFill>
                          <a:effectLst>
                            <a:outerShdw blurRad="38100" dist="19050" dir="2700000" algn="tl" rotWithShape="0">
                              <a:schemeClr val="dk1">
                                <a:alpha val="40000"/>
                              </a:schemeClr>
                            </a:outerShdw>
                          </a:effectLst>
                        </a:rPr>
                        <a:t>Подбор</a:t>
                      </a:r>
                      <a:r>
                        <a:rPr lang="en-US" sz="1200" b="0" kern="100" cap="none" spc="0" dirty="0">
                          <a:ln w="0"/>
                          <a:solidFill>
                            <a:schemeClr val="bg1"/>
                          </a:solidFill>
                          <a:effectLst>
                            <a:outerShdw blurRad="38100" dist="19050" dir="2700000" algn="tl" rotWithShape="0">
                              <a:schemeClr val="dk1">
                                <a:alpha val="40000"/>
                              </a:schemeClr>
                            </a:outerShdw>
                          </a:effectLst>
                        </a:rPr>
                        <a:t> </a:t>
                      </a:r>
                      <a:r>
                        <a:rPr lang="en-US" sz="1200" b="0" kern="100" cap="none" spc="0" dirty="0" err="1">
                          <a:ln w="0"/>
                          <a:solidFill>
                            <a:schemeClr val="bg1"/>
                          </a:solidFill>
                          <a:effectLst>
                            <a:outerShdw blurRad="38100" dist="19050" dir="2700000" algn="tl" rotWithShape="0">
                              <a:schemeClr val="dk1">
                                <a:alpha val="40000"/>
                              </a:schemeClr>
                            </a:outerShdw>
                          </a:effectLst>
                        </a:rPr>
                        <a:t>персонала</a:t>
                      </a:r>
                      <a:r>
                        <a:rPr lang="en-US" sz="1200" b="0" kern="100" cap="none" spc="0" dirty="0">
                          <a:ln w="0"/>
                          <a:solidFill>
                            <a:schemeClr val="bg1"/>
                          </a:solidFill>
                          <a:effectLst>
                            <a:outerShdw blurRad="38100" dist="19050" dir="2700000" algn="tl" rotWithShape="0">
                              <a:schemeClr val="dk1">
                                <a:alpha val="40000"/>
                              </a:schemeClr>
                            </a:outerShdw>
                          </a:effectLst>
                        </a:rPr>
                        <a:t> (Recruitment)</a:t>
                      </a:r>
                      <a:endParaRPr lang="ru-RU" sz="1200" b="0" kern="100" cap="none" spc="0" dirty="0">
                        <a:ln w="0"/>
                        <a:solidFill>
                          <a:schemeClr val="bg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9448" marR="69448" marT="0" marB="0" anchor="ctr">
                    <a:lnL>
                      <a:noFill/>
                    </a:lnL>
                    <a:lnR>
                      <a:noFill/>
                    </a:lnR>
                    <a:lnT>
                      <a:noFill/>
                    </a:lnT>
                    <a:lnB>
                      <a:noFill/>
                    </a:lnB>
                    <a:lnTlToBr w="12700" cmpd="sng">
                      <a:noFill/>
                      <a:prstDash val="solid"/>
                    </a:lnTlToBr>
                    <a:lnBlToTr w="12700" cmpd="sng">
                      <a:noFill/>
                      <a:prstDash val="solid"/>
                    </a:lnBlToTr>
                  </a:tcPr>
                </a:tc>
                <a:tc>
                  <a:txBody>
                    <a:bodyPr/>
                    <a:lstStyle/>
                    <a:p>
                      <a:pPr marL="0" marR="0" algn="ctr">
                        <a:lnSpc>
                          <a:spcPct val="115000"/>
                        </a:lnSpc>
                        <a:spcAft>
                          <a:spcPts val="800"/>
                        </a:spcAft>
                        <a:buNone/>
                      </a:pPr>
                      <a:r>
                        <a:rPr lang="ru-RU" sz="1200" b="0" kern="100" cap="none" spc="0" dirty="0">
                          <a:ln w="0"/>
                          <a:solidFill>
                            <a:schemeClr val="tx1"/>
                          </a:solidFill>
                          <a:effectLst>
                            <a:outerShdw blurRad="38100" dist="19050" dir="2700000" algn="tl" rotWithShape="0">
                              <a:schemeClr val="dk1">
                                <a:alpha val="40000"/>
                              </a:schemeClr>
                            </a:outerShdw>
                          </a:effectLst>
                        </a:rPr>
                        <a:t>Резюме поступают по </a:t>
                      </a:r>
                      <a:r>
                        <a:rPr lang="en-US" sz="1200" b="0" kern="100" cap="none" spc="0" dirty="0">
                          <a:ln w="0"/>
                          <a:solidFill>
                            <a:schemeClr val="tx1"/>
                          </a:solidFill>
                          <a:effectLst>
                            <a:outerShdw blurRad="38100" dist="19050" dir="2700000" algn="tl" rotWithShape="0">
                              <a:schemeClr val="dk1">
                                <a:alpha val="40000"/>
                              </a:schemeClr>
                            </a:outerShdw>
                          </a:effectLst>
                        </a:rPr>
                        <a:t>email</a:t>
                      </a:r>
                      <a:r>
                        <a:rPr lang="ru-RU" sz="1200" b="0" kern="100" cap="none" spc="0" dirty="0">
                          <a:ln w="0"/>
                          <a:solidFill>
                            <a:schemeClr val="tx1"/>
                          </a:solidFill>
                          <a:effectLst>
                            <a:outerShdw blurRad="38100" dist="19050" dir="2700000" algn="tl" rotWithShape="0">
                              <a:schemeClr val="dk1">
                                <a:alpha val="40000"/>
                              </a:schemeClr>
                            </a:outerShdw>
                          </a:effectLst>
                        </a:rPr>
                        <a:t>, нет </a:t>
                      </a:r>
                      <a:r>
                        <a:rPr lang="en-US" sz="1200" b="0" kern="100" cap="none" spc="0" dirty="0">
                          <a:ln w="0"/>
                          <a:solidFill>
                            <a:schemeClr val="tx1"/>
                          </a:solidFill>
                          <a:effectLst>
                            <a:outerShdw blurRad="38100" dist="19050" dir="2700000" algn="tl" rotWithShape="0">
                              <a:schemeClr val="dk1">
                                <a:alpha val="40000"/>
                              </a:schemeClr>
                            </a:outerShdw>
                          </a:effectLst>
                        </a:rPr>
                        <a:t>ATS</a:t>
                      </a:r>
                      <a:r>
                        <a:rPr lang="ru-RU" sz="1200" b="0" kern="100" cap="none" spc="0" dirty="0">
                          <a:ln w="0"/>
                          <a:solidFill>
                            <a:schemeClr val="tx1"/>
                          </a:solidFill>
                          <a:effectLst>
                            <a:outerShdw blurRad="38100" dist="19050" dir="2700000" algn="tl" rotWithShape="0">
                              <a:schemeClr val="dk1">
                                <a:alpha val="40000"/>
                              </a:schemeClr>
                            </a:outerShdw>
                          </a:effectLst>
                        </a:rPr>
                        <a:t>-системы для отслеживания и фильтрации кандидатов</a:t>
                      </a:r>
                      <a:endParaRPr lang="ru-RU" sz="1200" b="0"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9448" marR="69448" marT="0" marB="0" anchor="ctr">
                    <a:lnL>
                      <a:noFill/>
                    </a:lnL>
                  </a:tcPr>
                </a:tc>
                <a:extLst>
                  <a:ext uri="{0D108BD9-81ED-4DB2-BD59-A6C34878D82A}">
                    <a16:rowId xmlns:a16="http://schemas.microsoft.com/office/drawing/2014/main" val="1421712466"/>
                  </a:ext>
                </a:extLst>
              </a:tr>
              <a:tr h="449375">
                <a:tc>
                  <a:txBody>
                    <a:bodyPr/>
                    <a:lstStyle/>
                    <a:p>
                      <a:pPr marL="0" marR="0" algn="ctr">
                        <a:lnSpc>
                          <a:spcPct val="115000"/>
                        </a:lnSpc>
                        <a:spcAft>
                          <a:spcPts val="800"/>
                        </a:spcAft>
                        <a:buNone/>
                      </a:pPr>
                      <a:r>
                        <a:rPr lang="en-US" sz="1200" b="0" kern="100" cap="none" spc="0" dirty="0" err="1">
                          <a:ln w="0"/>
                          <a:solidFill>
                            <a:schemeClr val="bg1"/>
                          </a:solidFill>
                          <a:effectLst>
                            <a:outerShdw blurRad="38100" dist="19050" dir="2700000" algn="tl" rotWithShape="0">
                              <a:schemeClr val="dk1">
                                <a:alpha val="40000"/>
                              </a:schemeClr>
                            </a:outerShdw>
                          </a:effectLst>
                        </a:rPr>
                        <a:t>Обучение</a:t>
                      </a:r>
                      <a:r>
                        <a:rPr lang="en-US" sz="1200" b="0" kern="100" cap="none" spc="0" dirty="0">
                          <a:ln w="0"/>
                          <a:solidFill>
                            <a:schemeClr val="bg1"/>
                          </a:solidFill>
                          <a:effectLst>
                            <a:outerShdw blurRad="38100" dist="19050" dir="2700000" algn="tl" rotWithShape="0">
                              <a:schemeClr val="dk1">
                                <a:alpha val="40000"/>
                              </a:schemeClr>
                            </a:outerShdw>
                          </a:effectLst>
                        </a:rPr>
                        <a:t> и </a:t>
                      </a:r>
                      <a:r>
                        <a:rPr lang="en-US" sz="1200" b="0" kern="100" cap="none" spc="0" dirty="0" err="1">
                          <a:ln w="0"/>
                          <a:solidFill>
                            <a:schemeClr val="bg1"/>
                          </a:solidFill>
                          <a:effectLst>
                            <a:outerShdw blurRad="38100" dist="19050" dir="2700000" algn="tl" rotWithShape="0">
                              <a:schemeClr val="dk1">
                                <a:alpha val="40000"/>
                              </a:schemeClr>
                            </a:outerShdw>
                          </a:effectLst>
                        </a:rPr>
                        <a:t>развитие</a:t>
                      </a:r>
                      <a:r>
                        <a:rPr lang="en-US" sz="1200" b="0" kern="100" cap="none" spc="0" dirty="0">
                          <a:ln w="0"/>
                          <a:solidFill>
                            <a:schemeClr val="bg1"/>
                          </a:solidFill>
                          <a:effectLst>
                            <a:outerShdw blurRad="38100" dist="19050" dir="2700000" algn="tl" rotWithShape="0">
                              <a:schemeClr val="dk1">
                                <a:alpha val="40000"/>
                              </a:schemeClr>
                            </a:outerShdw>
                          </a:effectLst>
                        </a:rPr>
                        <a:t> (Training &amp; Development)</a:t>
                      </a:r>
                      <a:endParaRPr lang="ru-RU" sz="1200" b="0" kern="100" cap="none" spc="0" dirty="0">
                        <a:ln w="0"/>
                        <a:solidFill>
                          <a:schemeClr val="bg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9448" marR="69448" marT="0" marB="0" anchor="ctr">
                    <a:lnL>
                      <a:noFill/>
                    </a:lnL>
                    <a:lnR>
                      <a:noFill/>
                    </a:lnR>
                    <a:lnT>
                      <a:noFill/>
                    </a:lnT>
                    <a:lnB>
                      <a:noFill/>
                    </a:lnB>
                    <a:lnTlToBr w="12700" cmpd="sng">
                      <a:noFill/>
                      <a:prstDash val="solid"/>
                    </a:lnTlToBr>
                    <a:lnBlToTr w="12700" cmpd="sng">
                      <a:noFill/>
                      <a:prstDash val="solid"/>
                    </a:lnBlToTr>
                  </a:tcPr>
                </a:tc>
                <a:tc>
                  <a:txBody>
                    <a:bodyPr/>
                    <a:lstStyle/>
                    <a:p>
                      <a:pPr marL="0" marR="0" algn="ctr">
                        <a:lnSpc>
                          <a:spcPct val="115000"/>
                        </a:lnSpc>
                        <a:spcAft>
                          <a:spcPts val="800"/>
                        </a:spcAft>
                        <a:buNone/>
                      </a:pPr>
                      <a:r>
                        <a:rPr lang="ru-RU" sz="1200" b="0" kern="100" cap="none" spc="0" dirty="0">
                          <a:ln w="0"/>
                          <a:solidFill>
                            <a:schemeClr val="tx1"/>
                          </a:solidFill>
                          <a:effectLst>
                            <a:outerShdw blurRad="38100" dist="19050" dir="2700000" algn="tl" rotWithShape="0">
                              <a:schemeClr val="dk1">
                                <a:alpha val="40000"/>
                              </a:schemeClr>
                            </a:outerShdw>
                          </a:effectLst>
                        </a:rPr>
                        <a:t>Отсутствует </a:t>
                      </a:r>
                      <a:r>
                        <a:rPr lang="en-US" sz="1200" b="0" kern="100" cap="none" spc="0" dirty="0">
                          <a:ln w="0"/>
                          <a:solidFill>
                            <a:schemeClr val="tx1"/>
                          </a:solidFill>
                          <a:effectLst>
                            <a:outerShdw blurRad="38100" dist="19050" dir="2700000" algn="tl" rotWithShape="0">
                              <a:schemeClr val="dk1">
                                <a:alpha val="40000"/>
                              </a:schemeClr>
                            </a:outerShdw>
                          </a:effectLst>
                        </a:rPr>
                        <a:t>LMS</a:t>
                      </a:r>
                      <a:r>
                        <a:rPr lang="ru-RU" sz="1200" b="0" kern="100" cap="none" spc="0" dirty="0">
                          <a:ln w="0"/>
                          <a:solidFill>
                            <a:schemeClr val="tx1"/>
                          </a:solidFill>
                          <a:effectLst>
                            <a:outerShdw blurRad="38100" dist="19050" dir="2700000" algn="tl" rotWithShape="0">
                              <a:schemeClr val="dk1">
                                <a:alpha val="40000"/>
                              </a:schemeClr>
                            </a:outerShdw>
                          </a:effectLst>
                        </a:rPr>
                        <a:t>; обучение не отслеживается, невозможно оценить эффективность</a:t>
                      </a:r>
                      <a:endParaRPr lang="ru-RU" sz="1200" b="0"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9448" marR="69448" marT="0" marB="0" anchor="ctr">
                    <a:lnL>
                      <a:noFill/>
                    </a:lnL>
                  </a:tcPr>
                </a:tc>
                <a:extLst>
                  <a:ext uri="{0D108BD9-81ED-4DB2-BD59-A6C34878D82A}">
                    <a16:rowId xmlns:a16="http://schemas.microsoft.com/office/drawing/2014/main" val="527472510"/>
                  </a:ext>
                </a:extLst>
              </a:tr>
              <a:tr h="449375">
                <a:tc>
                  <a:txBody>
                    <a:bodyPr/>
                    <a:lstStyle/>
                    <a:p>
                      <a:pPr marL="0" marR="0" algn="ctr">
                        <a:lnSpc>
                          <a:spcPct val="115000"/>
                        </a:lnSpc>
                        <a:spcAft>
                          <a:spcPts val="800"/>
                        </a:spcAft>
                        <a:buNone/>
                      </a:pPr>
                      <a:r>
                        <a:rPr lang="en-US" sz="1200" b="0" kern="100" cap="none" spc="0" dirty="0" err="1">
                          <a:ln w="0"/>
                          <a:solidFill>
                            <a:schemeClr val="bg1"/>
                          </a:solidFill>
                          <a:effectLst>
                            <a:outerShdw blurRad="38100" dist="19050" dir="2700000" algn="tl" rotWithShape="0">
                              <a:schemeClr val="dk1">
                                <a:alpha val="40000"/>
                              </a:schemeClr>
                            </a:outerShdw>
                          </a:effectLst>
                        </a:rPr>
                        <a:t>Оценка</a:t>
                      </a:r>
                      <a:r>
                        <a:rPr lang="en-US" sz="1200" b="0" kern="100" cap="none" spc="0" dirty="0">
                          <a:ln w="0"/>
                          <a:solidFill>
                            <a:schemeClr val="bg1"/>
                          </a:solidFill>
                          <a:effectLst>
                            <a:outerShdw blurRad="38100" dist="19050" dir="2700000" algn="tl" rotWithShape="0">
                              <a:schemeClr val="dk1">
                                <a:alpha val="40000"/>
                              </a:schemeClr>
                            </a:outerShdw>
                          </a:effectLst>
                        </a:rPr>
                        <a:t> </a:t>
                      </a:r>
                      <a:r>
                        <a:rPr lang="en-US" sz="1200" b="0" kern="100" cap="none" spc="0" dirty="0" err="1">
                          <a:ln w="0"/>
                          <a:solidFill>
                            <a:schemeClr val="bg1"/>
                          </a:solidFill>
                          <a:effectLst>
                            <a:outerShdw blurRad="38100" dist="19050" dir="2700000" algn="tl" rotWithShape="0">
                              <a:schemeClr val="dk1">
                                <a:alpha val="40000"/>
                              </a:schemeClr>
                            </a:outerShdw>
                          </a:effectLst>
                        </a:rPr>
                        <a:t>эффективности</a:t>
                      </a:r>
                      <a:r>
                        <a:rPr lang="en-US" sz="1200" b="0" kern="100" cap="none" spc="0" dirty="0">
                          <a:ln w="0"/>
                          <a:solidFill>
                            <a:schemeClr val="bg1"/>
                          </a:solidFill>
                          <a:effectLst>
                            <a:outerShdw blurRad="38100" dist="19050" dir="2700000" algn="tl" rotWithShape="0">
                              <a:schemeClr val="dk1">
                                <a:alpha val="40000"/>
                              </a:schemeClr>
                            </a:outerShdw>
                          </a:effectLst>
                        </a:rPr>
                        <a:t> (Performance Evaluation)</a:t>
                      </a:r>
                      <a:endParaRPr lang="ru-RU" sz="1200" b="0" kern="100" cap="none" spc="0" dirty="0">
                        <a:ln w="0"/>
                        <a:solidFill>
                          <a:schemeClr val="bg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9448" marR="69448" marT="0" marB="0" anchor="ctr">
                    <a:lnL>
                      <a:noFill/>
                    </a:lnL>
                    <a:lnR>
                      <a:noFill/>
                    </a:lnR>
                    <a:lnT>
                      <a:noFill/>
                    </a:lnT>
                    <a:lnB>
                      <a:noFill/>
                    </a:lnB>
                    <a:lnTlToBr w="12700" cmpd="sng">
                      <a:noFill/>
                      <a:prstDash val="solid"/>
                    </a:lnTlToBr>
                    <a:lnBlToTr w="12700" cmpd="sng">
                      <a:noFill/>
                      <a:prstDash val="solid"/>
                    </a:lnBlToTr>
                  </a:tcPr>
                </a:tc>
                <a:tc>
                  <a:txBody>
                    <a:bodyPr/>
                    <a:lstStyle/>
                    <a:p>
                      <a:pPr marL="0" marR="0" algn="ctr">
                        <a:lnSpc>
                          <a:spcPct val="115000"/>
                        </a:lnSpc>
                        <a:spcAft>
                          <a:spcPts val="800"/>
                        </a:spcAft>
                        <a:buNone/>
                      </a:pPr>
                      <a:r>
                        <a:rPr lang="en-US" sz="1200" b="0" kern="100" cap="none" spc="0" dirty="0">
                          <a:ln w="0"/>
                          <a:solidFill>
                            <a:schemeClr val="tx1"/>
                          </a:solidFill>
                          <a:effectLst>
                            <a:outerShdw blurRad="38100" dist="19050" dir="2700000" algn="tl" rotWithShape="0">
                              <a:schemeClr val="dk1">
                                <a:alpha val="40000"/>
                              </a:schemeClr>
                            </a:outerShdw>
                          </a:effectLst>
                        </a:rPr>
                        <a:t>KPI</a:t>
                      </a:r>
                      <a:r>
                        <a:rPr lang="ru-RU" sz="1200" b="0" kern="100" cap="none" spc="0" dirty="0">
                          <a:ln w="0"/>
                          <a:solidFill>
                            <a:schemeClr val="tx1"/>
                          </a:solidFill>
                          <a:effectLst>
                            <a:outerShdw blurRad="38100" dist="19050" dir="2700000" algn="tl" rotWithShape="0">
                              <a:schemeClr val="dk1">
                                <a:alpha val="40000"/>
                              </a:schemeClr>
                            </a:outerShdw>
                          </a:effectLst>
                        </a:rPr>
                        <a:t> считаются вручную, отсутствует </a:t>
                      </a:r>
                      <a:r>
                        <a:rPr lang="en-US" sz="1200" b="0" kern="100" cap="none" spc="0" dirty="0">
                          <a:ln w="0"/>
                          <a:solidFill>
                            <a:schemeClr val="tx1"/>
                          </a:solidFill>
                          <a:effectLst>
                            <a:outerShdw blurRad="38100" dist="19050" dir="2700000" algn="tl" rotWithShape="0">
                              <a:schemeClr val="dk1">
                                <a:alpha val="40000"/>
                              </a:schemeClr>
                            </a:outerShdw>
                          </a:effectLst>
                        </a:rPr>
                        <a:t>dashboard</a:t>
                      </a:r>
                      <a:r>
                        <a:rPr lang="ru-RU" sz="1200" b="0" kern="100" cap="none" spc="0" dirty="0">
                          <a:ln w="0"/>
                          <a:solidFill>
                            <a:schemeClr val="tx1"/>
                          </a:solidFill>
                          <a:effectLst>
                            <a:outerShdw blurRad="38100" dist="19050" dir="2700000" algn="tl" rotWithShape="0">
                              <a:schemeClr val="dk1">
                                <a:alpha val="40000"/>
                              </a:schemeClr>
                            </a:outerShdw>
                          </a:effectLst>
                        </a:rPr>
                        <a:t> для оценки в реальном времени</a:t>
                      </a:r>
                      <a:endParaRPr lang="ru-RU" sz="1200" b="0"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9448" marR="69448" marT="0" marB="0" anchor="ctr">
                    <a:lnL>
                      <a:noFill/>
                    </a:lnL>
                  </a:tcPr>
                </a:tc>
                <a:extLst>
                  <a:ext uri="{0D108BD9-81ED-4DB2-BD59-A6C34878D82A}">
                    <a16:rowId xmlns:a16="http://schemas.microsoft.com/office/drawing/2014/main" val="2715401172"/>
                  </a:ext>
                </a:extLst>
              </a:tr>
              <a:tr h="449375">
                <a:tc>
                  <a:txBody>
                    <a:bodyPr/>
                    <a:lstStyle/>
                    <a:p>
                      <a:pPr marL="0" marR="0" algn="ctr">
                        <a:lnSpc>
                          <a:spcPct val="115000"/>
                        </a:lnSpc>
                        <a:spcAft>
                          <a:spcPts val="800"/>
                        </a:spcAft>
                        <a:buNone/>
                      </a:pPr>
                      <a:r>
                        <a:rPr lang="ru-RU" sz="1200" b="0" kern="100" cap="none" spc="0" dirty="0">
                          <a:ln w="0"/>
                          <a:solidFill>
                            <a:schemeClr val="bg1"/>
                          </a:solidFill>
                          <a:effectLst>
                            <a:outerShdw blurRad="38100" dist="19050" dir="2700000" algn="tl" rotWithShape="0">
                              <a:schemeClr val="dk1">
                                <a:alpha val="40000"/>
                              </a:schemeClr>
                            </a:outerShdw>
                          </a:effectLst>
                        </a:rPr>
                        <a:t>Отчетность и аналитика (</a:t>
                      </a:r>
                      <a:r>
                        <a:rPr lang="en-US" sz="1200" b="0" kern="100" cap="none" spc="0" dirty="0">
                          <a:ln w="0"/>
                          <a:solidFill>
                            <a:schemeClr val="bg1"/>
                          </a:solidFill>
                          <a:effectLst>
                            <a:outerShdw blurRad="38100" dist="19050" dir="2700000" algn="tl" rotWithShape="0">
                              <a:schemeClr val="dk1">
                                <a:alpha val="40000"/>
                              </a:schemeClr>
                            </a:outerShdw>
                          </a:effectLst>
                        </a:rPr>
                        <a:t>HR Reporting</a:t>
                      </a:r>
                      <a:r>
                        <a:rPr lang="ru-RU" sz="1200" b="0" kern="100" cap="none" spc="0" dirty="0">
                          <a:ln w="0"/>
                          <a:solidFill>
                            <a:schemeClr val="bg1"/>
                          </a:solidFill>
                          <a:effectLst>
                            <a:outerShdw blurRad="38100" dist="19050" dir="2700000" algn="tl" rotWithShape="0">
                              <a:schemeClr val="dk1">
                                <a:alpha val="40000"/>
                              </a:schemeClr>
                            </a:outerShdw>
                          </a:effectLst>
                        </a:rPr>
                        <a:t>)</a:t>
                      </a:r>
                      <a:endParaRPr lang="ru-RU" sz="1200" b="0" kern="100" cap="none" spc="0" dirty="0">
                        <a:ln w="0"/>
                        <a:solidFill>
                          <a:schemeClr val="bg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9448" marR="69448" marT="0" marB="0" anchor="ctr">
                    <a:lnL>
                      <a:noFill/>
                    </a:lnL>
                    <a:lnR>
                      <a:noFill/>
                    </a:lnR>
                    <a:lnT>
                      <a:noFill/>
                    </a:lnT>
                    <a:lnB w="25400" cmpd="sng">
                      <a:noFill/>
                    </a:lnB>
                    <a:lnTlToBr w="12700" cmpd="sng">
                      <a:noFill/>
                      <a:prstDash val="solid"/>
                    </a:lnTlToBr>
                    <a:lnBlToTr w="12700" cmpd="sng">
                      <a:noFill/>
                      <a:prstDash val="solid"/>
                    </a:lnBlToTr>
                  </a:tcPr>
                </a:tc>
                <a:tc>
                  <a:txBody>
                    <a:bodyPr/>
                    <a:lstStyle/>
                    <a:p>
                      <a:pPr marL="0" marR="0" algn="ctr">
                        <a:lnSpc>
                          <a:spcPct val="115000"/>
                        </a:lnSpc>
                        <a:spcAft>
                          <a:spcPts val="800"/>
                        </a:spcAft>
                        <a:buNone/>
                      </a:pPr>
                      <a:r>
                        <a:rPr lang="ru-RU" sz="1200" b="0" kern="100" cap="none" spc="0" dirty="0">
                          <a:ln w="0"/>
                          <a:solidFill>
                            <a:schemeClr val="tx1"/>
                          </a:solidFill>
                          <a:effectLst>
                            <a:outerShdw blurRad="38100" dist="19050" dir="2700000" algn="tl" rotWithShape="0">
                              <a:schemeClr val="dk1">
                                <a:alpha val="40000"/>
                              </a:schemeClr>
                            </a:outerShdw>
                          </a:effectLst>
                        </a:rPr>
                        <a:t>Нет автоматической отчетности; затруднена консолидация данных из разных источников</a:t>
                      </a:r>
                      <a:endParaRPr lang="ru-RU" sz="1200" b="0"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9448" marR="69448" marT="0" marB="0" anchor="ctr">
                    <a:lnL>
                      <a:noFill/>
                    </a:lnL>
                  </a:tcPr>
                </a:tc>
                <a:extLst>
                  <a:ext uri="{0D108BD9-81ED-4DB2-BD59-A6C34878D82A}">
                    <a16:rowId xmlns:a16="http://schemas.microsoft.com/office/drawing/2014/main" val="2998450438"/>
                  </a:ext>
                </a:extLst>
              </a:tr>
            </a:tbl>
          </a:graphicData>
        </a:graphic>
      </p:graphicFrame>
      <p:sp>
        <p:nvSpPr>
          <p:cNvPr id="13" name="TextBox 12">
            <a:extLst>
              <a:ext uri="{FF2B5EF4-FFF2-40B4-BE49-F238E27FC236}">
                <a16:creationId xmlns:a16="http://schemas.microsoft.com/office/drawing/2014/main" id="{11BB0A5D-47E7-E979-A3D8-B3AEE51F234D}"/>
              </a:ext>
            </a:extLst>
          </p:cNvPr>
          <p:cNvSpPr txBox="1"/>
          <p:nvPr/>
        </p:nvSpPr>
        <p:spPr>
          <a:xfrm>
            <a:off x="1865875" y="889496"/>
            <a:ext cx="6094562" cy="307777"/>
          </a:xfrm>
          <a:prstGeom prst="rect">
            <a:avLst/>
          </a:prstGeom>
          <a:noFill/>
        </p:spPr>
        <p:txBody>
          <a:bodyPr wrap="square">
            <a:spAutoFit/>
          </a:bodyPr>
          <a:lstStyle/>
          <a:p>
            <a:r>
              <a:rPr lang="ru-RU" sz="1400" dirty="0">
                <a:ln w="0"/>
                <a:effectLst>
                  <a:outerShdw blurRad="38100" dist="19050" dir="2700000" algn="tl" rotWithShape="0">
                    <a:schemeClr val="dk1">
                      <a:alpha val="40000"/>
                    </a:schemeClr>
                  </a:outerShdw>
                </a:effectLst>
              </a:rPr>
              <a:t>Таблица1. Сводная таблица недостатков текущей HR-системы (AS-IS)</a:t>
            </a:r>
          </a:p>
        </p:txBody>
      </p:sp>
      <p:pic>
        <p:nvPicPr>
          <p:cNvPr id="20" name="Рисунок 19">
            <a:extLst>
              <a:ext uri="{FF2B5EF4-FFF2-40B4-BE49-F238E27FC236}">
                <a16:creationId xmlns:a16="http://schemas.microsoft.com/office/drawing/2014/main" id="{66B0D88F-5B66-7E84-CD08-50FDFE9335F3}"/>
              </a:ext>
            </a:extLst>
          </p:cNvPr>
          <p:cNvPicPr>
            <a:picLocks noChangeAspect="1"/>
          </p:cNvPicPr>
          <p:nvPr/>
        </p:nvPicPr>
        <p:blipFill>
          <a:blip r:embed="rId2"/>
          <a:stretch>
            <a:fillRect/>
          </a:stretch>
        </p:blipFill>
        <p:spPr>
          <a:xfrm>
            <a:off x="9119086" y="2787482"/>
            <a:ext cx="1940796" cy="641518"/>
          </a:xfrm>
          <a:prstGeom prst="rect">
            <a:avLst/>
          </a:prstGeom>
        </p:spPr>
      </p:pic>
    </p:spTree>
    <p:extLst>
      <p:ext uri="{BB962C8B-B14F-4D97-AF65-F5344CB8AC3E}">
        <p14:creationId xmlns:p14="http://schemas.microsoft.com/office/powerpoint/2010/main" val="16487079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DDFDDD7A-294F-EE9C-084B-B50ECABD5BB6}"/>
              </a:ext>
            </a:extLst>
          </p:cNvPr>
          <p:cNvPicPr>
            <a:picLocks noChangeAspect="1"/>
          </p:cNvPicPr>
          <p:nvPr/>
        </p:nvPicPr>
        <p:blipFill>
          <a:blip r:embed="rId2"/>
          <a:stretch>
            <a:fillRect/>
          </a:stretch>
        </p:blipFill>
        <p:spPr>
          <a:xfrm>
            <a:off x="1" y="2285"/>
            <a:ext cx="12192000" cy="6894869"/>
          </a:xfrm>
          <a:prstGeom prst="rect">
            <a:avLst/>
          </a:prstGeom>
        </p:spPr>
      </p:pic>
      <p:pic>
        <p:nvPicPr>
          <p:cNvPr id="2" name="Рисунок 1">
            <a:extLst>
              <a:ext uri="{FF2B5EF4-FFF2-40B4-BE49-F238E27FC236}">
                <a16:creationId xmlns:a16="http://schemas.microsoft.com/office/drawing/2014/main" id="{F9B4391C-5C65-EE26-2982-256391655FD7}"/>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7200"/>
                    </a14:imgEffect>
                  </a14:imgLayer>
                </a14:imgProps>
              </a:ext>
            </a:extLst>
          </a:blip>
          <a:stretch>
            <a:fillRect/>
          </a:stretch>
        </p:blipFill>
        <p:spPr>
          <a:xfrm>
            <a:off x="331841" y="883421"/>
            <a:ext cx="11528317" cy="5513832"/>
          </a:xfrm>
          <a:prstGeom prst="rect">
            <a:avLst/>
          </a:prstGeom>
        </p:spPr>
      </p:pic>
      <p:sp>
        <p:nvSpPr>
          <p:cNvPr id="4" name="Прямоугольник 3">
            <a:extLst>
              <a:ext uri="{FF2B5EF4-FFF2-40B4-BE49-F238E27FC236}">
                <a16:creationId xmlns:a16="http://schemas.microsoft.com/office/drawing/2014/main" id="{B7B04253-E2A3-D166-83EF-963D50263C9D}"/>
              </a:ext>
            </a:extLst>
          </p:cNvPr>
          <p:cNvSpPr/>
          <p:nvPr/>
        </p:nvSpPr>
        <p:spPr>
          <a:xfrm>
            <a:off x="1288003" y="74845"/>
            <a:ext cx="9914574" cy="461665"/>
          </a:xfrm>
          <a:prstGeom prst="rect">
            <a:avLst/>
          </a:prstGeom>
          <a:noFill/>
        </p:spPr>
        <p:txBody>
          <a:bodyPr wrap="none" lIns="91440" tIns="45720" rIns="91440" bIns="45720">
            <a:spAutoFit/>
          </a:bodyPr>
          <a:lstStyle/>
          <a:p>
            <a:pPr algn="ctr"/>
            <a:r>
              <a:rPr lang="ru-RU" sz="2400" b="0" cap="none" spc="0" dirty="0">
                <a:ln w="0"/>
                <a:solidFill>
                  <a:schemeClr val="tx1"/>
                </a:solidFill>
                <a:effectLst>
                  <a:outerShdw blurRad="38100" dist="19050" dir="2700000" algn="tl" rotWithShape="0">
                    <a:schemeClr val="dk1">
                      <a:alpha val="40000"/>
                    </a:schemeClr>
                  </a:outerShdw>
                </a:effectLst>
              </a:rPr>
              <a:t>BPMN-диаграммы</a:t>
            </a:r>
            <a:r>
              <a:rPr lang="vi-VN" sz="2400" b="0" cap="none" spc="0" dirty="0">
                <a:ln w="0"/>
                <a:solidFill>
                  <a:schemeClr val="tx1"/>
                </a:solidFill>
                <a:effectLst>
                  <a:outerShdw blurRad="38100" dist="19050" dir="2700000" algn="tl" rotWithShape="0">
                    <a:schemeClr val="dk1">
                      <a:alpha val="40000"/>
                    </a:schemeClr>
                  </a:outerShdw>
                </a:effectLst>
              </a:rPr>
              <a:t> TO - BE</a:t>
            </a:r>
            <a:r>
              <a:rPr lang="ru-RU" sz="2400" b="0" cap="none" spc="0" dirty="0">
                <a:ln w="0"/>
                <a:solidFill>
                  <a:schemeClr val="tx1"/>
                </a:solidFill>
                <a:effectLst>
                  <a:outerShdw blurRad="38100" dist="19050" dir="2700000" algn="tl" rotWithShape="0">
                    <a:schemeClr val="dk1">
                      <a:alpha val="40000"/>
                    </a:schemeClr>
                  </a:outerShdw>
                </a:effectLst>
              </a:rPr>
              <a:t> для процесса расчета заработной платы</a:t>
            </a:r>
          </a:p>
        </p:txBody>
      </p:sp>
    </p:spTree>
    <p:extLst>
      <p:ext uri="{BB962C8B-B14F-4D97-AF65-F5344CB8AC3E}">
        <p14:creationId xmlns:p14="http://schemas.microsoft.com/office/powerpoint/2010/main" val="13286012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cxnSp>
        <p:nvCxnSpPr>
          <p:cNvPr id="389" name="Google Shape;389;p56"/>
          <p:cNvCxnSpPr/>
          <p:nvPr/>
        </p:nvCxnSpPr>
        <p:spPr>
          <a:xfrm>
            <a:off x="-23600" y="4292017"/>
            <a:ext cx="12239200" cy="0"/>
          </a:xfrm>
          <a:prstGeom prst="straightConnector1">
            <a:avLst/>
          </a:prstGeom>
          <a:noFill/>
          <a:ln w="19050" cap="flat" cmpd="sng">
            <a:solidFill>
              <a:schemeClr val="accent1"/>
            </a:solidFill>
            <a:prstDash val="solid"/>
            <a:round/>
            <a:headEnd type="none" w="med" len="med"/>
            <a:tailEnd type="none" w="med" len="med"/>
          </a:ln>
        </p:spPr>
      </p:cxnSp>
      <p:sp>
        <p:nvSpPr>
          <p:cNvPr id="390" name="Google Shape;390;p56"/>
          <p:cNvSpPr/>
          <p:nvPr/>
        </p:nvSpPr>
        <p:spPr>
          <a:xfrm>
            <a:off x="2713800" y="549651"/>
            <a:ext cx="6764400" cy="11600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Arial"/>
              <a:cs typeface="Arial"/>
              <a:sym typeface="Arial"/>
            </a:endParaRPr>
          </a:p>
        </p:txBody>
      </p:sp>
      <p:sp>
        <p:nvSpPr>
          <p:cNvPr id="391" name="Google Shape;391;p56"/>
          <p:cNvSpPr txBox="1">
            <a:spLocks noGrp="1"/>
          </p:cNvSpPr>
          <p:nvPr>
            <p:ph type="title"/>
          </p:nvPr>
        </p:nvSpPr>
        <p:spPr>
          <a:xfrm>
            <a:off x="3411600" y="603939"/>
            <a:ext cx="5368800" cy="1077200"/>
          </a:xfrm>
          <a:prstGeom prst="rect">
            <a:avLst/>
          </a:prstGeom>
        </p:spPr>
        <p:txBody>
          <a:bodyPr spcFirstLastPara="1" wrap="square" lIns="121900" tIns="121900" rIns="121900" bIns="121900" anchor="ctr" anchorCtr="0">
            <a:noAutofit/>
          </a:bodyPr>
          <a:lstStyle/>
          <a:p>
            <a:r>
              <a:rPr lang="vi-VN" dirty="0"/>
              <a:t>VINAMILK</a:t>
            </a:r>
            <a:endParaRPr dirty="0"/>
          </a:p>
        </p:txBody>
      </p:sp>
      <p:sp>
        <p:nvSpPr>
          <p:cNvPr id="392" name="Google Shape;392;p56"/>
          <p:cNvSpPr txBox="1">
            <a:spLocks noGrp="1"/>
          </p:cNvSpPr>
          <p:nvPr>
            <p:ph type="title" idx="5"/>
          </p:nvPr>
        </p:nvSpPr>
        <p:spPr>
          <a:xfrm>
            <a:off x="2941583" y="1953956"/>
            <a:ext cx="3117200" cy="528000"/>
          </a:xfrm>
          <a:prstGeom prst="rect">
            <a:avLst/>
          </a:prstGeom>
        </p:spPr>
        <p:txBody>
          <a:bodyPr spcFirstLastPara="1" wrap="square" lIns="121900" tIns="121900" rIns="121900" bIns="121900" anchor="b" anchorCtr="0">
            <a:noAutofit/>
          </a:bodyPr>
          <a:lstStyle/>
          <a:p>
            <a:r>
              <a:rPr lang="ru-RU" dirty="0"/>
              <a:t>Обработка ошибок</a:t>
            </a:r>
            <a:endParaRPr lang="ru-RU" b="0" dirty="0"/>
          </a:p>
        </p:txBody>
      </p:sp>
      <p:sp>
        <p:nvSpPr>
          <p:cNvPr id="393" name="Google Shape;393;p56"/>
          <p:cNvSpPr txBox="1">
            <a:spLocks noGrp="1"/>
          </p:cNvSpPr>
          <p:nvPr>
            <p:ph type="title" idx="2"/>
          </p:nvPr>
        </p:nvSpPr>
        <p:spPr>
          <a:xfrm>
            <a:off x="7275803" y="2141081"/>
            <a:ext cx="3769727" cy="528000"/>
          </a:xfrm>
          <a:prstGeom prst="rect">
            <a:avLst/>
          </a:prstGeom>
        </p:spPr>
        <p:txBody>
          <a:bodyPr spcFirstLastPara="1" wrap="square" lIns="121900" tIns="121900" rIns="121900" bIns="121900" anchor="b" anchorCtr="0">
            <a:noAutofit/>
          </a:bodyPr>
          <a:lstStyle/>
          <a:p>
            <a:r>
              <a:rPr lang="ru-RU" dirty="0"/>
              <a:t>Расчет и уведомление о зарплате</a:t>
            </a:r>
            <a:endParaRPr lang="ru-RU" b="0" dirty="0"/>
          </a:p>
        </p:txBody>
      </p:sp>
      <p:sp>
        <p:nvSpPr>
          <p:cNvPr id="394" name="Google Shape;394;p56"/>
          <p:cNvSpPr txBox="1">
            <a:spLocks noGrp="1"/>
          </p:cNvSpPr>
          <p:nvPr>
            <p:ph type="subTitle" idx="1"/>
          </p:nvPr>
        </p:nvSpPr>
        <p:spPr>
          <a:xfrm>
            <a:off x="6681869" y="2518268"/>
            <a:ext cx="4651587" cy="824400"/>
          </a:xfrm>
          <a:prstGeom prst="rect">
            <a:avLst/>
          </a:prstGeom>
        </p:spPr>
        <p:txBody>
          <a:bodyPr spcFirstLastPara="1" wrap="square" lIns="121900" tIns="121900" rIns="121900" bIns="121900" anchor="t" anchorCtr="0">
            <a:noAutofit/>
          </a:bodyPr>
          <a:lstStyle/>
          <a:p>
            <a:r>
              <a:rPr lang="ru-RU" sz="1600" dirty="0"/>
              <a:t>Доступ к </a:t>
            </a:r>
            <a:r>
              <a:rPr lang="ru-RU" sz="1600" b="1" dirty="0"/>
              <a:t>детализированной ведомости</a:t>
            </a:r>
            <a:r>
              <a:rPr lang="ru-RU" sz="1600" dirty="0"/>
              <a:t> в HRM (без Excel/</a:t>
            </a:r>
            <a:r>
              <a:rPr lang="ru-RU" sz="1600" dirty="0" err="1"/>
              <a:t>email</a:t>
            </a:r>
            <a:r>
              <a:rPr lang="ru-RU" sz="1600" dirty="0"/>
              <a:t>).</a:t>
            </a:r>
          </a:p>
          <a:p>
            <a:r>
              <a:rPr lang="ru-RU" sz="1600" dirty="0"/>
              <a:t>Система автоматически архивирует данные для прозрачности и аудита.</a:t>
            </a:r>
          </a:p>
        </p:txBody>
      </p:sp>
      <p:sp>
        <p:nvSpPr>
          <p:cNvPr id="395" name="Google Shape;395;p56"/>
          <p:cNvSpPr txBox="1">
            <a:spLocks noGrp="1"/>
          </p:cNvSpPr>
          <p:nvPr>
            <p:ph type="title" idx="3"/>
          </p:nvPr>
        </p:nvSpPr>
        <p:spPr>
          <a:xfrm>
            <a:off x="5300200" y="5407943"/>
            <a:ext cx="3117200" cy="528000"/>
          </a:xfrm>
          <a:prstGeom prst="rect">
            <a:avLst/>
          </a:prstGeom>
        </p:spPr>
        <p:txBody>
          <a:bodyPr spcFirstLastPara="1" wrap="square" lIns="121900" tIns="121900" rIns="121900" bIns="121900" anchor="b" anchorCtr="0">
            <a:noAutofit/>
          </a:bodyPr>
          <a:lstStyle/>
          <a:p>
            <a:r>
              <a:rPr lang="ru-RU" dirty="0"/>
              <a:t>Сбор и верификация данных</a:t>
            </a:r>
            <a:endParaRPr lang="ru-RU" b="0" dirty="0"/>
          </a:p>
        </p:txBody>
      </p:sp>
      <p:sp>
        <p:nvSpPr>
          <p:cNvPr id="396" name="Google Shape;396;p56"/>
          <p:cNvSpPr txBox="1">
            <a:spLocks noGrp="1"/>
          </p:cNvSpPr>
          <p:nvPr>
            <p:ph type="subTitle" idx="4"/>
          </p:nvPr>
        </p:nvSpPr>
        <p:spPr>
          <a:xfrm>
            <a:off x="5401731" y="5761911"/>
            <a:ext cx="3117200" cy="824400"/>
          </a:xfrm>
          <a:prstGeom prst="rect">
            <a:avLst/>
          </a:prstGeom>
        </p:spPr>
        <p:txBody>
          <a:bodyPr spcFirstLastPara="1" wrap="square" lIns="121900" tIns="121900" rIns="121900" bIns="121900" anchor="t" anchorCtr="0">
            <a:noAutofit/>
          </a:bodyPr>
          <a:lstStyle/>
          <a:p>
            <a:pPr marL="0" indent="0"/>
            <a:r>
              <a:rPr lang="ru-RU" sz="1600" dirty="0"/>
              <a:t>Детализация начислений.</a:t>
            </a:r>
          </a:p>
          <a:p>
            <a:pPr marL="0" indent="0"/>
            <a:endParaRPr lang="ru-RU" sz="1600" dirty="0"/>
          </a:p>
          <a:p>
            <a:pPr marL="0" indent="0"/>
            <a:r>
              <a:rPr lang="ru-RU" sz="1600" dirty="0"/>
              <a:t>Удержания (при наличии).</a:t>
            </a:r>
            <a:endParaRPr sz="1600" dirty="0"/>
          </a:p>
        </p:txBody>
      </p:sp>
      <p:sp>
        <p:nvSpPr>
          <p:cNvPr id="397" name="Google Shape;397;p56"/>
          <p:cNvSpPr/>
          <p:nvPr/>
        </p:nvSpPr>
        <p:spPr>
          <a:xfrm rot="5400000">
            <a:off x="4223867" y="4030400"/>
            <a:ext cx="528000" cy="528000"/>
          </a:xfrm>
          <a:prstGeom prst="ellipse">
            <a:avLst/>
          </a:pr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98" name="Google Shape;398;p56"/>
          <p:cNvSpPr/>
          <p:nvPr/>
        </p:nvSpPr>
        <p:spPr>
          <a:xfrm rot="5400000">
            <a:off x="6594800" y="4030400"/>
            <a:ext cx="528000" cy="528000"/>
          </a:xfrm>
          <a:prstGeom prst="ellipse">
            <a:avLst/>
          </a:prstGeom>
          <a:solidFill>
            <a:schemeClr val="accent4"/>
          </a:solidFill>
          <a:ln>
            <a:noFill/>
          </a:ln>
        </p:spPr>
        <p:txBody>
          <a:bodyPr spcFirstLastPara="1" wrap="square" lIns="121900" tIns="121900" rIns="121900" bIns="121900" anchor="ctr" anchorCtr="0">
            <a:noAutofit/>
          </a:bodyPr>
          <a:lstStyle/>
          <a:p>
            <a:pPr algn="r" defTabSz="1219170">
              <a:buClr>
                <a:srgbClr val="000000"/>
              </a:buClr>
            </a:pPr>
            <a:endParaRPr sz="533" kern="0">
              <a:solidFill>
                <a:srgbClr val="000000"/>
              </a:solidFill>
              <a:latin typeface="Arial"/>
              <a:cs typeface="Arial"/>
              <a:sym typeface="Arial"/>
            </a:endParaRPr>
          </a:p>
        </p:txBody>
      </p:sp>
      <p:sp>
        <p:nvSpPr>
          <p:cNvPr id="399" name="Google Shape;399;p56"/>
          <p:cNvSpPr/>
          <p:nvPr/>
        </p:nvSpPr>
        <p:spPr>
          <a:xfrm rot="5400000">
            <a:off x="1852933" y="4030400"/>
            <a:ext cx="528000" cy="528000"/>
          </a:xfrm>
          <a:prstGeom prst="ellipse">
            <a:avLst/>
          </a:pr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cxnSp>
        <p:nvCxnSpPr>
          <p:cNvPr id="400" name="Google Shape;400;p56"/>
          <p:cNvCxnSpPr/>
          <p:nvPr/>
        </p:nvCxnSpPr>
        <p:spPr>
          <a:xfrm rot="5400000">
            <a:off x="6664000" y="4753200"/>
            <a:ext cx="389600" cy="0"/>
          </a:xfrm>
          <a:prstGeom prst="straightConnector1">
            <a:avLst/>
          </a:prstGeom>
          <a:noFill/>
          <a:ln w="19050" cap="flat" cmpd="sng">
            <a:solidFill>
              <a:schemeClr val="accent1"/>
            </a:solidFill>
            <a:prstDash val="solid"/>
            <a:round/>
            <a:headEnd type="none" w="med" len="med"/>
            <a:tailEnd type="none" w="med" len="med"/>
          </a:ln>
        </p:spPr>
      </p:cxnSp>
      <p:cxnSp>
        <p:nvCxnSpPr>
          <p:cNvPr id="401" name="Google Shape;401;p56"/>
          <p:cNvCxnSpPr/>
          <p:nvPr/>
        </p:nvCxnSpPr>
        <p:spPr>
          <a:xfrm rot="5400000">
            <a:off x="4293067" y="3835600"/>
            <a:ext cx="389600" cy="0"/>
          </a:xfrm>
          <a:prstGeom prst="straightConnector1">
            <a:avLst/>
          </a:prstGeom>
          <a:noFill/>
          <a:ln w="19050" cap="flat" cmpd="sng">
            <a:solidFill>
              <a:schemeClr val="accent1"/>
            </a:solidFill>
            <a:prstDash val="solid"/>
            <a:round/>
            <a:headEnd type="none" w="med" len="med"/>
            <a:tailEnd type="none" w="med" len="med"/>
          </a:ln>
        </p:spPr>
      </p:cxnSp>
      <p:cxnSp>
        <p:nvCxnSpPr>
          <p:cNvPr id="402" name="Google Shape;402;p56"/>
          <p:cNvCxnSpPr/>
          <p:nvPr/>
        </p:nvCxnSpPr>
        <p:spPr>
          <a:xfrm rot="5400000">
            <a:off x="1922133" y="4753200"/>
            <a:ext cx="389600" cy="0"/>
          </a:xfrm>
          <a:prstGeom prst="straightConnector1">
            <a:avLst/>
          </a:prstGeom>
          <a:noFill/>
          <a:ln w="19050" cap="flat" cmpd="sng">
            <a:solidFill>
              <a:schemeClr val="accent1"/>
            </a:solidFill>
            <a:prstDash val="solid"/>
            <a:round/>
            <a:headEnd type="none" w="med" len="med"/>
            <a:tailEnd type="none" w="med" len="med"/>
          </a:ln>
        </p:spPr>
      </p:cxnSp>
      <p:grpSp>
        <p:nvGrpSpPr>
          <p:cNvPr id="403" name="Google Shape;403;p56"/>
          <p:cNvGrpSpPr/>
          <p:nvPr/>
        </p:nvGrpSpPr>
        <p:grpSpPr>
          <a:xfrm rot="-5400000">
            <a:off x="11290367" y="4008000"/>
            <a:ext cx="550400" cy="550400"/>
            <a:chOff x="4365600" y="4522825"/>
            <a:chExt cx="412800" cy="412800"/>
          </a:xfrm>
        </p:grpSpPr>
        <p:sp>
          <p:nvSpPr>
            <p:cNvPr id="404" name="Google Shape;404;p56"/>
            <p:cNvSpPr/>
            <p:nvPr/>
          </p:nvSpPr>
          <p:spPr>
            <a:xfrm>
              <a:off x="4365600" y="4522825"/>
              <a:ext cx="412800" cy="412800"/>
            </a:xfrm>
            <a:prstGeom prst="ellipse">
              <a:avLst/>
            </a:prstGeom>
            <a:solidFill>
              <a:schemeClr val="dk1"/>
            </a:solid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05" name="Google Shape;405;p56"/>
            <p:cNvSpPr/>
            <p:nvPr/>
          </p:nvSpPr>
          <p:spPr>
            <a:xfrm rot="5400000">
              <a:off x="4503000" y="4639391"/>
              <a:ext cx="138000" cy="234900"/>
            </a:xfrm>
            <a:prstGeom prst="chevron">
              <a:avLst>
                <a:gd name="adj" fmla="val 91213"/>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407" name="Google Shape;407;p56"/>
          <p:cNvSpPr txBox="1">
            <a:spLocks noGrp="1"/>
          </p:cNvSpPr>
          <p:nvPr>
            <p:ph type="subTitle" idx="6"/>
          </p:nvPr>
        </p:nvSpPr>
        <p:spPr>
          <a:xfrm>
            <a:off x="2566901" y="2315764"/>
            <a:ext cx="3841932" cy="824400"/>
          </a:xfrm>
          <a:prstGeom prst="rect">
            <a:avLst/>
          </a:prstGeom>
        </p:spPr>
        <p:txBody>
          <a:bodyPr spcFirstLastPara="1" wrap="square" lIns="121900" tIns="121900" rIns="121900" bIns="121900" anchor="t" anchorCtr="0">
            <a:noAutofit/>
          </a:bodyPr>
          <a:lstStyle/>
          <a:p>
            <a:pPr marL="0" indent="0"/>
            <a:r>
              <a:rPr lang="ru-RU" sz="1600" dirty="0"/>
              <a:t>Отработанное время (смены, рабочие дни).</a:t>
            </a:r>
          </a:p>
          <a:p>
            <a:pPr marL="0" indent="0"/>
            <a:endParaRPr lang="ru-RU" sz="1600" dirty="0"/>
          </a:p>
          <a:p>
            <a:pPr marL="0" indent="0"/>
            <a:r>
              <a:rPr lang="ru-RU" sz="1600" dirty="0"/>
              <a:t>Отпуска/неоплачиваемые дни.</a:t>
            </a:r>
          </a:p>
          <a:p>
            <a:pPr marL="0" indent="0"/>
            <a:endParaRPr lang="ru-RU" sz="1600" dirty="0"/>
          </a:p>
          <a:p>
            <a:pPr marL="0" indent="0"/>
            <a:r>
              <a:rPr lang="ru-RU" sz="1600" dirty="0"/>
              <a:t>Премии/удержания (при наличии).</a:t>
            </a:r>
            <a:endParaRPr sz="1600" dirty="0"/>
          </a:p>
        </p:txBody>
      </p:sp>
      <p:sp>
        <p:nvSpPr>
          <p:cNvPr id="408" name="Google Shape;408;p56"/>
          <p:cNvSpPr txBox="1">
            <a:spLocks noGrp="1"/>
          </p:cNvSpPr>
          <p:nvPr>
            <p:ph type="title" idx="7"/>
          </p:nvPr>
        </p:nvSpPr>
        <p:spPr>
          <a:xfrm>
            <a:off x="555872" y="5071884"/>
            <a:ext cx="3117200" cy="528000"/>
          </a:xfrm>
          <a:prstGeom prst="rect">
            <a:avLst/>
          </a:prstGeom>
        </p:spPr>
        <p:txBody>
          <a:bodyPr spcFirstLastPara="1" wrap="square" lIns="121900" tIns="121900" rIns="121900" bIns="121900" anchor="b" anchorCtr="0">
            <a:noAutofit/>
          </a:bodyPr>
          <a:lstStyle/>
          <a:p>
            <a:r>
              <a:rPr lang="ru-RU" dirty="0"/>
              <a:t>Запуск процесса</a:t>
            </a:r>
            <a:endParaRPr lang="en-US" dirty="0"/>
          </a:p>
        </p:txBody>
      </p:sp>
      <p:sp>
        <p:nvSpPr>
          <p:cNvPr id="409" name="Google Shape;409;p56"/>
          <p:cNvSpPr txBox="1">
            <a:spLocks noGrp="1"/>
          </p:cNvSpPr>
          <p:nvPr>
            <p:ph type="subTitle" idx="8"/>
          </p:nvPr>
        </p:nvSpPr>
        <p:spPr>
          <a:xfrm>
            <a:off x="555872" y="5515451"/>
            <a:ext cx="3117200" cy="824400"/>
          </a:xfrm>
          <a:prstGeom prst="rect">
            <a:avLst/>
          </a:prstGeom>
        </p:spPr>
        <p:txBody>
          <a:bodyPr spcFirstLastPara="1" wrap="square" lIns="121900" tIns="121900" rIns="121900" bIns="121900" anchor="t" anchorCtr="0">
            <a:noAutofit/>
          </a:bodyPr>
          <a:lstStyle/>
          <a:p>
            <a:pPr marL="0" indent="0"/>
            <a:r>
              <a:rPr lang="ru-RU" sz="1600" dirty="0"/>
              <a:t>Зафиксированного рабочего времени.</a:t>
            </a:r>
          </a:p>
          <a:p>
            <a:pPr marL="0" indent="0"/>
            <a:endParaRPr lang="ru-RU" sz="1600" dirty="0"/>
          </a:p>
          <a:p>
            <a:pPr marL="0" indent="0"/>
            <a:r>
              <a:rPr lang="ru-RU" sz="1600" dirty="0"/>
              <a:t>Связанных данных (смены, отпуска, премии/штрафы).</a:t>
            </a:r>
            <a:endParaRPr lang="en-US" sz="1600" dirty="0"/>
          </a:p>
        </p:txBody>
      </p:sp>
      <p:sp>
        <p:nvSpPr>
          <p:cNvPr id="410" name="Google Shape;410;p56"/>
          <p:cNvSpPr/>
          <p:nvPr/>
        </p:nvSpPr>
        <p:spPr>
          <a:xfrm rot="5400000">
            <a:off x="8896667" y="4019200"/>
            <a:ext cx="528000" cy="528000"/>
          </a:xfrm>
          <a:prstGeom prst="ellipse">
            <a:avLst/>
          </a:pr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cxnSp>
        <p:nvCxnSpPr>
          <p:cNvPr id="411" name="Google Shape;411;p56"/>
          <p:cNvCxnSpPr/>
          <p:nvPr/>
        </p:nvCxnSpPr>
        <p:spPr>
          <a:xfrm rot="5400000">
            <a:off x="8967867" y="3837445"/>
            <a:ext cx="385600" cy="0"/>
          </a:xfrm>
          <a:prstGeom prst="straightConnector1">
            <a:avLst/>
          </a:prstGeom>
          <a:noFill/>
          <a:ln w="19050" cap="flat" cmpd="sng">
            <a:solidFill>
              <a:schemeClr val="accent1"/>
            </a:solidFill>
            <a:prstDash val="solid"/>
            <a:round/>
            <a:headEnd type="none" w="med" len="med"/>
            <a:tailEnd type="none" w="med" len="med"/>
          </a:ln>
        </p:spPr>
      </p:cxnSp>
      <p:pic>
        <p:nvPicPr>
          <p:cNvPr id="2" name="Рисунок 1">
            <a:extLst>
              <a:ext uri="{FF2B5EF4-FFF2-40B4-BE49-F238E27FC236}">
                <a16:creationId xmlns:a16="http://schemas.microsoft.com/office/drawing/2014/main" id="{201A82CD-842E-6589-44FD-E948D8817D94}"/>
              </a:ext>
            </a:extLst>
          </p:cNvPr>
          <p:cNvPicPr>
            <a:picLocks noChangeAspect="1"/>
          </p:cNvPicPr>
          <p:nvPr/>
        </p:nvPicPr>
        <p:blipFill>
          <a:blip r:embed="rId3">
            <a:duotone>
              <a:schemeClr val="accent2">
                <a:shade val="45000"/>
                <a:satMod val="135000"/>
              </a:schemeClr>
              <a:prstClr val="white"/>
            </a:duotone>
          </a:blip>
          <a:stretch>
            <a:fillRect/>
          </a:stretch>
        </p:blipFill>
        <p:spPr>
          <a:xfrm>
            <a:off x="288367" y="5595937"/>
            <a:ext cx="331948" cy="331948"/>
          </a:xfrm>
          <a:prstGeom prst="rect">
            <a:avLst/>
          </a:prstGeom>
        </p:spPr>
      </p:pic>
      <p:pic>
        <p:nvPicPr>
          <p:cNvPr id="3" name="Рисунок 2">
            <a:extLst>
              <a:ext uri="{FF2B5EF4-FFF2-40B4-BE49-F238E27FC236}">
                <a16:creationId xmlns:a16="http://schemas.microsoft.com/office/drawing/2014/main" id="{B1474A66-51B8-25EE-CAC5-D9DFB3C4C353}"/>
              </a:ext>
            </a:extLst>
          </p:cNvPr>
          <p:cNvPicPr>
            <a:picLocks noChangeAspect="1"/>
          </p:cNvPicPr>
          <p:nvPr/>
        </p:nvPicPr>
        <p:blipFill>
          <a:blip r:embed="rId3">
            <a:duotone>
              <a:schemeClr val="accent2">
                <a:shade val="45000"/>
                <a:satMod val="135000"/>
              </a:schemeClr>
              <a:prstClr val="white"/>
            </a:duotone>
          </a:blip>
          <a:stretch>
            <a:fillRect/>
          </a:stretch>
        </p:blipFill>
        <p:spPr>
          <a:xfrm>
            <a:off x="288367" y="6094057"/>
            <a:ext cx="331948" cy="331948"/>
          </a:xfrm>
          <a:prstGeom prst="rect">
            <a:avLst/>
          </a:prstGeom>
        </p:spPr>
      </p:pic>
      <p:pic>
        <p:nvPicPr>
          <p:cNvPr id="4" name="Рисунок 3">
            <a:extLst>
              <a:ext uri="{FF2B5EF4-FFF2-40B4-BE49-F238E27FC236}">
                <a16:creationId xmlns:a16="http://schemas.microsoft.com/office/drawing/2014/main" id="{B6857B65-00FB-4A88-5401-95C8B26EF3C5}"/>
              </a:ext>
            </a:extLst>
          </p:cNvPr>
          <p:cNvPicPr>
            <a:picLocks noChangeAspect="1"/>
          </p:cNvPicPr>
          <p:nvPr/>
        </p:nvPicPr>
        <p:blipFill>
          <a:blip r:embed="rId3">
            <a:duotone>
              <a:schemeClr val="accent2">
                <a:shade val="45000"/>
                <a:satMod val="135000"/>
              </a:schemeClr>
              <a:prstClr val="white"/>
            </a:duotone>
          </a:blip>
          <a:stretch>
            <a:fillRect/>
          </a:stretch>
        </p:blipFill>
        <p:spPr>
          <a:xfrm>
            <a:off x="2487682" y="2396017"/>
            <a:ext cx="331948" cy="331948"/>
          </a:xfrm>
          <a:prstGeom prst="rect">
            <a:avLst/>
          </a:prstGeom>
        </p:spPr>
      </p:pic>
      <p:pic>
        <p:nvPicPr>
          <p:cNvPr id="5" name="Рисунок 4">
            <a:extLst>
              <a:ext uri="{FF2B5EF4-FFF2-40B4-BE49-F238E27FC236}">
                <a16:creationId xmlns:a16="http://schemas.microsoft.com/office/drawing/2014/main" id="{1E145601-7E74-DF30-3131-0B782005AE4A}"/>
              </a:ext>
            </a:extLst>
          </p:cNvPr>
          <p:cNvPicPr>
            <a:picLocks noChangeAspect="1"/>
          </p:cNvPicPr>
          <p:nvPr/>
        </p:nvPicPr>
        <p:blipFill>
          <a:blip r:embed="rId3">
            <a:duotone>
              <a:schemeClr val="accent2">
                <a:shade val="45000"/>
                <a:satMod val="135000"/>
              </a:schemeClr>
              <a:prstClr val="white"/>
            </a:duotone>
          </a:blip>
          <a:stretch>
            <a:fillRect/>
          </a:stretch>
        </p:blipFill>
        <p:spPr>
          <a:xfrm>
            <a:off x="2487681" y="2882001"/>
            <a:ext cx="331948" cy="331948"/>
          </a:xfrm>
          <a:prstGeom prst="rect">
            <a:avLst/>
          </a:prstGeom>
        </p:spPr>
      </p:pic>
      <p:pic>
        <p:nvPicPr>
          <p:cNvPr id="6" name="Рисунок 5">
            <a:extLst>
              <a:ext uri="{FF2B5EF4-FFF2-40B4-BE49-F238E27FC236}">
                <a16:creationId xmlns:a16="http://schemas.microsoft.com/office/drawing/2014/main" id="{1B0874E6-D799-B81B-DC09-C4F08442D38A}"/>
              </a:ext>
            </a:extLst>
          </p:cNvPr>
          <p:cNvPicPr>
            <a:picLocks noChangeAspect="1"/>
          </p:cNvPicPr>
          <p:nvPr/>
        </p:nvPicPr>
        <p:blipFill>
          <a:blip r:embed="rId3">
            <a:duotone>
              <a:schemeClr val="accent2">
                <a:shade val="45000"/>
                <a:satMod val="135000"/>
              </a:schemeClr>
              <a:prstClr val="white"/>
            </a:duotone>
          </a:blip>
          <a:stretch>
            <a:fillRect/>
          </a:stretch>
        </p:blipFill>
        <p:spPr>
          <a:xfrm>
            <a:off x="2487681" y="3360351"/>
            <a:ext cx="331948" cy="331948"/>
          </a:xfrm>
          <a:prstGeom prst="rect">
            <a:avLst/>
          </a:prstGeom>
        </p:spPr>
      </p:pic>
      <p:pic>
        <p:nvPicPr>
          <p:cNvPr id="7" name="Рисунок 6">
            <a:extLst>
              <a:ext uri="{FF2B5EF4-FFF2-40B4-BE49-F238E27FC236}">
                <a16:creationId xmlns:a16="http://schemas.microsoft.com/office/drawing/2014/main" id="{1540A8B2-20A1-EA54-FE24-2289F24BB816}"/>
              </a:ext>
            </a:extLst>
          </p:cNvPr>
          <p:cNvPicPr>
            <a:picLocks noChangeAspect="1"/>
          </p:cNvPicPr>
          <p:nvPr/>
        </p:nvPicPr>
        <p:blipFill>
          <a:blip r:embed="rId3">
            <a:duotone>
              <a:schemeClr val="accent2">
                <a:shade val="45000"/>
                <a:satMod val="135000"/>
              </a:schemeClr>
              <a:prstClr val="white"/>
            </a:duotone>
          </a:blip>
          <a:stretch>
            <a:fillRect/>
          </a:stretch>
        </p:blipFill>
        <p:spPr>
          <a:xfrm>
            <a:off x="5503987" y="5855135"/>
            <a:ext cx="331948" cy="331948"/>
          </a:xfrm>
          <a:prstGeom prst="rect">
            <a:avLst/>
          </a:prstGeom>
        </p:spPr>
      </p:pic>
      <p:pic>
        <p:nvPicPr>
          <p:cNvPr id="8" name="Рисунок 7">
            <a:extLst>
              <a:ext uri="{FF2B5EF4-FFF2-40B4-BE49-F238E27FC236}">
                <a16:creationId xmlns:a16="http://schemas.microsoft.com/office/drawing/2014/main" id="{F162FEF3-82D8-58A9-8AFD-CD3810E36220}"/>
              </a:ext>
            </a:extLst>
          </p:cNvPr>
          <p:cNvPicPr>
            <a:picLocks noChangeAspect="1"/>
          </p:cNvPicPr>
          <p:nvPr/>
        </p:nvPicPr>
        <p:blipFill>
          <a:blip r:embed="rId3">
            <a:duotone>
              <a:schemeClr val="accent2">
                <a:shade val="45000"/>
                <a:satMod val="135000"/>
              </a:schemeClr>
              <a:prstClr val="white"/>
            </a:duotone>
          </a:blip>
          <a:stretch>
            <a:fillRect/>
          </a:stretch>
        </p:blipFill>
        <p:spPr>
          <a:xfrm>
            <a:off x="5503987" y="6339655"/>
            <a:ext cx="331948" cy="331948"/>
          </a:xfrm>
          <a:prstGeom prst="rect">
            <a:avLst/>
          </a:prstGeom>
        </p:spPr>
      </p:pic>
      <p:pic>
        <p:nvPicPr>
          <p:cNvPr id="9" name="Рисунок 8">
            <a:extLst>
              <a:ext uri="{FF2B5EF4-FFF2-40B4-BE49-F238E27FC236}">
                <a16:creationId xmlns:a16="http://schemas.microsoft.com/office/drawing/2014/main" id="{BCCB35C9-37BD-C42C-3DAD-AAAF2E43D9D5}"/>
              </a:ext>
            </a:extLst>
          </p:cNvPr>
          <p:cNvPicPr>
            <a:picLocks noChangeAspect="1"/>
          </p:cNvPicPr>
          <p:nvPr/>
        </p:nvPicPr>
        <p:blipFill>
          <a:blip r:embed="rId3">
            <a:duotone>
              <a:schemeClr val="accent2">
                <a:shade val="45000"/>
                <a:satMod val="135000"/>
              </a:schemeClr>
              <a:prstClr val="white"/>
            </a:duotone>
          </a:blip>
          <a:stretch>
            <a:fillRect/>
          </a:stretch>
        </p:blipFill>
        <p:spPr>
          <a:xfrm>
            <a:off x="6790853" y="2582529"/>
            <a:ext cx="331948" cy="331948"/>
          </a:xfrm>
          <a:prstGeom prst="rect">
            <a:avLst/>
          </a:prstGeom>
        </p:spPr>
      </p:pic>
      <p:pic>
        <p:nvPicPr>
          <p:cNvPr id="10" name="Рисунок 9">
            <a:extLst>
              <a:ext uri="{FF2B5EF4-FFF2-40B4-BE49-F238E27FC236}">
                <a16:creationId xmlns:a16="http://schemas.microsoft.com/office/drawing/2014/main" id="{8B4CBCEE-FFCC-642B-65B2-467EBB7746D5}"/>
              </a:ext>
            </a:extLst>
          </p:cNvPr>
          <p:cNvPicPr>
            <a:picLocks noChangeAspect="1"/>
          </p:cNvPicPr>
          <p:nvPr/>
        </p:nvPicPr>
        <p:blipFill>
          <a:blip r:embed="rId3">
            <a:duotone>
              <a:schemeClr val="accent2">
                <a:shade val="45000"/>
                <a:satMod val="135000"/>
              </a:schemeClr>
              <a:prstClr val="white"/>
            </a:duotone>
          </a:blip>
          <a:stretch>
            <a:fillRect/>
          </a:stretch>
        </p:blipFill>
        <p:spPr>
          <a:xfrm>
            <a:off x="6790853" y="3111609"/>
            <a:ext cx="331948" cy="3319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1" fill="hold" nodeType="clickEffect">
                                  <p:stCondLst>
                                    <p:cond delay="0"/>
                                  </p:stCondLst>
                                  <p:childTnLst>
                                    <p:anim calcmode="lin" valueType="num">
                                      <p:cBhvr additive="base">
                                        <p:cTn id="6" dur="1000"/>
                                        <p:tgtEl>
                                          <p:spTgt spid="390"/>
                                        </p:tgtEl>
                                        <p:attrNameLst>
                                          <p:attrName>ppt_y</p:attrName>
                                        </p:attrNameLst>
                                      </p:cBhvr>
                                      <p:tavLst>
                                        <p:tav tm="0">
                                          <p:val>
                                            <p:strVal val="#ppt_y"/>
                                          </p:val>
                                        </p:tav>
                                        <p:tav tm="100000">
                                          <p:val>
                                            <p:strVal val="#ppt_y-1"/>
                                          </p:val>
                                        </p:tav>
                                      </p:tavLst>
                                    </p:anim>
                                    <p:set>
                                      <p:cBhvr>
                                        <p:cTn id="7" dur="1" fill="hold">
                                          <p:stCondLst>
                                            <p:cond delay="1000"/>
                                          </p:stCondLst>
                                        </p:cTn>
                                        <p:tgtEl>
                                          <p:spTgt spid="390"/>
                                        </p:tgtEl>
                                        <p:attrNameLst>
                                          <p:attrName>style.visibility</p:attrName>
                                        </p:attrNameLst>
                                      </p:cBhvr>
                                      <p:to>
                                        <p:strVal val="hidden"/>
                                      </p:to>
                                    </p:set>
                                  </p:childTnLst>
                                </p:cTn>
                              </p:par>
                              <p:par>
                                <p:cTn id="8" presetID="2" presetClass="exit" presetSubtype="1" fill="hold" nodeType="withEffect">
                                  <p:stCondLst>
                                    <p:cond delay="0"/>
                                  </p:stCondLst>
                                  <p:childTnLst>
                                    <p:anim calcmode="lin" valueType="num">
                                      <p:cBhvr additive="base">
                                        <p:cTn id="9" dur="1000"/>
                                        <p:tgtEl>
                                          <p:spTgt spid="391"/>
                                        </p:tgtEl>
                                        <p:attrNameLst>
                                          <p:attrName>ppt_y</p:attrName>
                                        </p:attrNameLst>
                                      </p:cBhvr>
                                      <p:tavLst>
                                        <p:tav tm="0">
                                          <p:val>
                                            <p:strVal val="#ppt_y"/>
                                          </p:val>
                                        </p:tav>
                                        <p:tav tm="100000">
                                          <p:val>
                                            <p:strVal val="#ppt_y-1"/>
                                          </p:val>
                                        </p:tav>
                                      </p:tavLst>
                                    </p:anim>
                                    <p:set>
                                      <p:cBhvr>
                                        <p:cTn id="10" dur="1" fill="hold">
                                          <p:stCondLst>
                                            <p:cond delay="1000"/>
                                          </p:stCondLst>
                                        </p:cTn>
                                        <p:tgtEl>
                                          <p:spTgt spid="391"/>
                                        </p:tgtEl>
                                        <p:attrNameLst>
                                          <p:attrName>style.visibility</p:attrName>
                                        </p:attrNameLst>
                                      </p:cBhvr>
                                      <p:to>
                                        <p:strVal val="hidden"/>
                                      </p:to>
                                    </p:set>
                                  </p:childTnLst>
                                </p:cTn>
                              </p:par>
                              <p:par>
                                <p:cTn id="11" presetID="2" presetClass="exit" presetSubtype="1" fill="hold" nodeType="withEffect">
                                  <p:stCondLst>
                                    <p:cond delay="0"/>
                                  </p:stCondLst>
                                  <p:childTnLst>
                                    <p:anim calcmode="lin" valueType="num">
                                      <p:cBhvr additive="base">
                                        <p:cTn id="12" dur="1000"/>
                                        <p:tgtEl>
                                          <p:spTgt spid="392"/>
                                        </p:tgtEl>
                                        <p:attrNameLst>
                                          <p:attrName>ppt_y</p:attrName>
                                        </p:attrNameLst>
                                      </p:cBhvr>
                                      <p:tavLst>
                                        <p:tav tm="0">
                                          <p:val>
                                            <p:strVal val="#ppt_y"/>
                                          </p:val>
                                        </p:tav>
                                        <p:tav tm="100000">
                                          <p:val>
                                            <p:strVal val="#ppt_y-1"/>
                                          </p:val>
                                        </p:tav>
                                      </p:tavLst>
                                    </p:anim>
                                    <p:set>
                                      <p:cBhvr>
                                        <p:cTn id="13" dur="1" fill="hold">
                                          <p:stCondLst>
                                            <p:cond delay="1000"/>
                                          </p:stCondLst>
                                        </p:cTn>
                                        <p:tgtEl>
                                          <p:spTgt spid="392"/>
                                        </p:tgtEl>
                                        <p:attrNameLst>
                                          <p:attrName>style.visibility</p:attrName>
                                        </p:attrNameLst>
                                      </p:cBhvr>
                                      <p:to>
                                        <p:strVal val="hidden"/>
                                      </p:to>
                                    </p:set>
                                  </p:childTnLst>
                                </p:cTn>
                              </p:par>
                              <p:par>
                                <p:cTn id="14" presetID="2" presetClass="exit" presetSubtype="1" fill="hold" nodeType="withEffect">
                                  <p:stCondLst>
                                    <p:cond delay="0"/>
                                  </p:stCondLst>
                                  <p:childTnLst>
                                    <p:anim calcmode="lin" valueType="num">
                                      <p:cBhvr additive="base">
                                        <p:cTn id="15" dur="1000"/>
                                        <p:tgtEl>
                                          <p:spTgt spid="393"/>
                                        </p:tgtEl>
                                        <p:attrNameLst>
                                          <p:attrName>ppt_y</p:attrName>
                                        </p:attrNameLst>
                                      </p:cBhvr>
                                      <p:tavLst>
                                        <p:tav tm="0">
                                          <p:val>
                                            <p:strVal val="#ppt_y"/>
                                          </p:val>
                                        </p:tav>
                                        <p:tav tm="100000">
                                          <p:val>
                                            <p:strVal val="#ppt_y-1"/>
                                          </p:val>
                                        </p:tav>
                                      </p:tavLst>
                                    </p:anim>
                                    <p:set>
                                      <p:cBhvr>
                                        <p:cTn id="16" dur="1" fill="hold">
                                          <p:stCondLst>
                                            <p:cond delay="1000"/>
                                          </p:stCondLst>
                                        </p:cTn>
                                        <p:tgtEl>
                                          <p:spTgt spid="393"/>
                                        </p:tgtEl>
                                        <p:attrNameLst>
                                          <p:attrName>style.visibility</p:attrName>
                                        </p:attrNameLst>
                                      </p:cBhvr>
                                      <p:to>
                                        <p:strVal val="hidden"/>
                                      </p:to>
                                    </p:set>
                                  </p:childTnLst>
                                </p:cTn>
                              </p:par>
                              <p:par>
                                <p:cTn id="17" presetID="2" presetClass="exit" presetSubtype="1" fill="hold" nodeType="withEffect">
                                  <p:stCondLst>
                                    <p:cond delay="0"/>
                                  </p:stCondLst>
                                  <p:childTnLst>
                                    <p:anim calcmode="lin" valueType="num">
                                      <p:cBhvr additive="base">
                                        <p:cTn id="18" dur="1000"/>
                                        <p:tgtEl>
                                          <p:spTgt spid="394"/>
                                        </p:tgtEl>
                                        <p:attrNameLst>
                                          <p:attrName>ppt_y</p:attrName>
                                        </p:attrNameLst>
                                      </p:cBhvr>
                                      <p:tavLst>
                                        <p:tav tm="0">
                                          <p:val>
                                            <p:strVal val="#ppt_y"/>
                                          </p:val>
                                        </p:tav>
                                        <p:tav tm="100000">
                                          <p:val>
                                            <p:strVal val="#ppt_y-1"/>
                                          </p:val>
                                        </p:tav>
                                      </p:tavLst>
                                    </p:anim>
                                    <p:set>
                                      <p:cBhvr>
                                        <p:cTn id="19" dur="1" fill="hold">
                                          <p:stCondLst>
                                            <p:cond delay="1000"/>
                                          </p:stCondLst>
                                        </p:cTn>
                                        <p:tgtEl>
                                          <p:spTgt spid="394"/>
                                        </p:tgtEl>
                                        <p:attrNameLst>
                                          <p:attrName>style.visibility</p:attrName>
                                        </p:attrNameLst>
                                      </p:cBhvr>
                                      <p:to>
                                        <p:strVal val="hidden"/>
                                      </p:to>
                                    </p:set>
                                  </p:childTnLst>
                                </p:cTn>
                              </p:par>
                              <p:par>
                                <p:cTn id="20" presetID="2" presetClass="exit" presetSubtype="1" fill="hold" nodeType="withEffect">
                                  <p:stCondLst>
                                    <p:cond delay="0"/>
                                  </p:stCondLst>
                                  <p:childTnLst>
                                    <p:anim calcmode="lin" valueType="num">
                                      <p:cBhvr additive="base">
                                        <p:cTn id="21" dur="1000"/>
                                        <p:tgtEl>
                                          <p:spTgt spid="395"/>
                                        </p:tgtEl>
                                        <p:attrNameLst>
                                          <p:attrName>ppt_y</p:attrName>
                                        </p:attrNameLst>
                                      </p:cBhvr>
                                      <p:tavLst>
                                        <p:tav tm="0">
                                          <p:val>
                                            <p:strVal val="#ppt_y"/>
                                          </p:val>
                                        </p:tav>
                                        <p:tav tm="100000">
                                          <p:val>
                                            <p:strVal val="#ppt_y-1"/>
                                          </p:val>
                                        </p:tav>
                                      </p:tavLst>
                                    </p:anim>
                                    <p:set>
                                      <p:cBhvr>
                                        <p:cTn id="22" dur="1" fill="hold">
                                          <p:stCondLst>
                                            <p:cond delay="1000"/>
                                          </p:stCondLst>
                                        </p:cTn>
                                        <p:tgtEl>
                                          <p:spTgt spid="395"/>
                                        </p:tgtEl>
                                        <p:attrNameLst>
                                          <p:attrName>style.visibility</p:attrName>
                                        </p:attrNameLst>
                                      </p:cBhvr>
                                      <p:to>
                                        <p:strVal val="hidden"/>
                                      </p:to>
                                    </p:set>
                                  </p:childTnLst>
                                </p:cTn>
                              </p:par>
                              <p:par>
                                <p:cTn id="23" presetID="2" presetClass="exit" presetSubtype="1" fill="hold" nodeType="withEffect">
                                  <p:stCondLst>
                                    <p:cond delay="0"/>
                                  </p:stCondLst>
                                  <p:childTnLst>
                                    <p:anim calcmode="lin" valueType="num">
                                      <p:cBhvr additive="base">
                                        <p:cTn id="24" dur="1000"/>
                                        <p:tgtEl>
                                          <p:spTgt spid="396"/>
                                        </p:tgtEl>
                                        <p:attrNameLst>
                                          <p:attrName>ppt_y</p:attrName>
                                        </p:attrNameLst>
                                      </p:cBhvr>
                                      <p:tavLst>
                                        <p:tav tm="0">
                                          <p:val>
                                            <p:strVal val="#ppt_y"/>
                                          </p:val>
                                        </p:tav>
                                        <p:tav tm="100000">
                                          <p:val>
                                            <p:strVal val="#ppt_y-1"/>
                                          </p:val>
                                        </p:tav>
                                      </p:tavLst>
                                    </p:anim>
                                    <p:set>
                                      <p:cBhvr>
                                        <p:cTn id="25" dur="1" fill="hold">
                                          <p:stCondLst>
                                            <p:cond delay="1000"/>
                                          </p:stCondLst>
                                        </p:cTn>
                                        <p:tgtEl>
                                          <p:spTgt spid="396"/>
                                        </p:tgtEl>
                                        <p:attrNameLst>
                                          <p:attrName>style.visibility</p:attrName>
                                        </p:attrNameLst>
                                      </p:cBhvr>
                                      <p:to>
                                        <p:strVal val="hidden"/>
                                      </p:to>
                                    </p:set>
                                  </p:childTnLst>
                                </p:cTn>
                              </p:par>
                              <p:par>
                                <p:cTn id="26" presetID="2" presetClass="exit" presetSubtype="1" fill="hold" nodeType="withEffect">
                                  <p:stCondLst>
                                    <p:cond delay="0"/>
                                  </p:stCondLst>
                                  <p:childTnLst>
                                    <p:anim calcmode="lin" valueType="num">
                                      <p:cBhvr additive="base">
                                        <p:cTn id="27" dur="1000"/>
                                        <p:tgtEl>
                                          <p:spTgt spid="397"/>
                                        </p:tgtEl>
                                        <p:attrNameLst>
                                          <p:attrName>ppt_y</p:attrName>
                                        </p:attrNameLst>
                                      </p:cBhvr>
                                      <p:tavLst>
                                        <p:tav tm="0">
                                          <p:val>
                                            <p:strVal val="#ppt_y"/>
                                          </p:val>
                                        </p:tav>
                                        <p:tav tm="100000">
                                          <p:val>
                                            <p:strVal val="#ppt_y-1"/>
                                          </p:val>
                                        </p:tav>
                                      </p:tavLst>
                                    </p:anim>
                                    <p:set>
                                      <p:cBhvr>
                                        <p:cTn id="28" dur="1" fill="hold">
                                          <p:stCondLst>
                                            <p:cond delay="1000"/>
                                          </p:stCondLst>
                                        </p:cTn>
                                        <p:tgtEl>
                                          <p:spTgt spid="397"/>
                                        </p:tgtEl>
                                        <p:attrNameLst>
                                          <p:attrName>style.visibility</p:attrName>
                                        </p:attrNameLst>
                                      </p:cBhvr>
                                      <p:to>
                                        <p:strVal val="hidden"/>
                                      </p:to>
                                    </p:set>
                                  </p:childTnLst>
                                </p:cTn>
                              </p:par>
                              <p:par>
                                <p:cTn id="29" presetID="2" presetClass="exit" presetSubtype="1" fill="hold" nodeType="withEffect">
                                  <p:stCondLst>
                                    <p:cond delay="0"/>
                                  </p:stCondLst>
                                  <p:childTnLst>
                                    <p:anim calcmode="lin" valueType="num">
                                      <p:cBhvr additive="base">
                                        <p:cTn id="30" dur="1000"/>
                                        <p:tgtEl>
                                          <p:spTgt spid="398"/>
                                        </p:tgtEl>
                                        <p:attrNameLst>
                                          <p:attrName>ppt_y</p:attrName>
                                        </p:attrNameLst>
                                      </p:cBhvr>
                                      <p:tavLst>
                                        <p:tav tm="0">
                                          <p:val>
                                            <p:strVal val="#ppt_y"/>
                                          </p:val>
                                        </p:tav>
                                        <p:tav tm="100000">
                                          <p:val>
                                            <p:strVal val="#ppt_y-1"/>
                                          </p:val>
                                        </p:tav>
                                      </p:tavLst>
                                    </p:anim>
                                    <p:set>
                                      <p:cBhvr>
                                        <p:cTn id="31" dur="1" fill="hold">
                                          <p:stCondLst>
                                            <p:cond delay="1000"/>
                                          </p:stCondLst>
                                        </p:cTn>
                                        <p:tgtEl>
                                          <p:spTgt spid="398"/>
                                        </p:tgtEl>
                                        <p:attrNameLst>
                                          <p:attrName>style.visibility</p:attrName>
                                        </p:attrNameLst>
                                      </p:cBhvr>
                                      <p:to>
                                        <p:strVal val="hidden"/>
                                      </p:to>
                                    </p:set>
                                  </p:childTnLst>
                                </p:cTn>
                              </p:par>
                              <p:par>
                                <p:cTn id="32" presetID="2" presetClass="exit" presetSubtype="1" fill="hold" nodeType="withEffect">
                                  <p:stCondLst>
                                    <p:cond delay="0"/>
                                  </p:stCondLst>
                                  <p:childTnLst>
                                    <p:anim calcmode="lin" valueType="num">
                                      <p:cBhvr additive="base">
                                        <p:cTn id="33" dur="1000"/>
                                        <p:tgtEl>
                                          <p:spTgt spid="399"/>
                                        </p:tgtEl>
                                        <p:attrNameLst>
                                          <p:attrName>ppt_y</p:attrName>
                                        </p:attrNameLst>
                                      </p:cBhvr>
                                      <p:tavLst>
                                        <p:tav tm="0">
                                          <p:val>
                                            <p:strVal val="#ppt_y"/>
                                          </p:val>
                                        </p:tav>
                                        <p:tav tm="100000">
                                          <p:val>
                                            <p:strVal val="#ppt_y-1"/>
                                          </p:val>
                                        </p:tav>
                                      </p:tavLst>
                                    </p:anim>
                                    <p:set>
                                      <p:cBhvr>
                                        <p:cTn id="34" dur="1" fill="hold">
                                          <p:stCondLst>
                                            <p:cond delay="1000"/>
                                          </p:stCondLst>
                                        </p:cTn>
                                        <p:tgtEl>
                                          <p:spTgt spid="399"/>
                                        </p:tgtEl>
                                        <p:attrNameLst>
                                          <p:attrName>style.visibility</p:attrName>
                                        </p:attrNameLst>
                                      </p:cBhvr>
                                      <p:to>
                                        <p:strVal val="hidden"/>
                                      </p:to>
                                    </p:set>
                                  </p:childTnLst>
                                </p:cTn>
                              </p:par>
                              <p:par>
                                <p:cTn id="35" presetID="2" presetClass="exit" presetSubtype="1" fill="hold" nodeType="withEffect">
                                  <p:stCondLst>
                                    <p:cond delay="0"/>
                                  </p:stCondLst>
                                  <p:childTnLst>
                                    <p:anim calcmode="lin" valueType="num">
                                      <p:cBhvr additive="base">
                                        <p:cTn id="36" dur="1000"/>
                                        <p:tgtEl>
                                          <p:spTgt spid="400"/>
                                        </p:tgtEl>
                                        <p:attrNameLst>
                                          <p:attrName>ppt_y</p:attrName>
                                        </p:attrNameLst>
                                      </p:cBhvr>
                                      <p:tavLst>
                                        <p:tav tm="0">
                                          <p:val>
                                            <p:strVal val="#ppt_y"/>
                                          </p:val>
                                        </p:tav>
                                        <p:tav tm="100000">
                                          <p:val>
                                            <p:strVal val="#ppt_y-1"/>
                                          </p:val>
                                        </p:tav>
                                      </p:tavLst>
                                    </p:anim>
                                    <p:set>
                                      <p:cBhvr>
                                        <p:cTn id="37" dur="1" fill="hold">
                                          <p:stCondLst>
                                            <p:cond delay="1000"/>
                                          </p:stCondLst>
                                        </p:cTn>
                                        <p:tgtEl>
                                          <p:spTgt spid="400"/>
                                        </p:tgtEl>
                                        <p:attrNameLst>
                                          <p:attrName>style.visibility</p:attrName>
                                        </p:attrNameLst>
                                      </p:cBhvr>
                                      <p:to>
                                        <p:strVal val="hidden"/>
                                      </p:to>
                                    </p:set>
                                  </p:childTnLst>
                                </p:cTn>
                              </p:par>
                              <p:par>
                                <p:cTn id="38" presetID="2" presetClass="exit" presetSubtype="1" fill="hold" nodeType="withEffect">
                                  <p:stCondLst>
                                    <p:cond delay="0"/>
                                  </p:stCondLst>
                                  <p:childTnLst>
                                    <p:anim calcmode="lin" valueType="num">
                                      <p:cBhvr additive="base">
                                        <p:cTn id="39" dur="1000"/>
                                        <p:tgtEl>
                                          <p:spTgt spid="401"/>
                                        </p:tgtEl>
                                        <p:attrNameLst>
                                          <p:attrName>ppt_y</p:attrName>
                                        </p:attrNameLst>
                                      </p:cBhvr>
                                      <p:tavLst>
                                        <p:tav tm="0">
                                          <p:val>
                                            <p:strVal val="#ppt_y"/>
                                          </p:val>
                                        </p:tav>
                                        <p:tav tm="100000">
                                          <p:val>
                                            <p:strVal val="#ppt_y-1"/>
                                          </p:val>
                                        </p:tav>
                                      </p:tavLst>
                                    </p:anim>
                                    <p:set>
                                      <p:cBhvr>
                                        <p:cTn id="40" dur="1" fill="hold">
                                          <p:stCondLst>
                                            <p:cond delay="1000"/>
                                          </p:stCondLst>
                                        </p:cTn>
                                        <p:tgtEl>
                                          <p:spTgt spid="401"/>
                                        </p:tgtEl>
                                        <p:attrNameLst>
                                          <p:attrName>style.visibility</p:attrName>
                                        </p:attrNameLst>
                                      </p:cBhvr>
                                      <p:to>
                                        <p:strVal val="hidden"/>
                                      </p:to>
                                    </p:set>
                                  </p:childTnLst>
                                </p:cTn>
                              </p:par>
                              <p:par>
                                <p:cTn id="41" presetID="2" presetClass="exit" presetSubtype="1" fill="hold" nodeType="withEffect">
                                  <p:stCondLst>
                                    <p:cond delay="0"/>
                                  </p:stCondLst>
                                  <p:childTnLst>
                                    <p:anim calcmode="lin" valueType="num">
                                      <p:cBhvr additive="base">
                                        <p:cTn id="42" dur="1000"/>
                                        <p:tgtEl>
                                          <p:spTgt spid="402"/>
                                        </p:tgtEl>
                                        <p:attrNameLst>
                                          <p:attrName>ppt_y</p:attrName>
                                        </p:attrNameLst>
                                      </p:cBhvr>
                                      <p:tavLst>
                                        <p:tav tm="0">
                                          <p:val>
                                            <p:strVal val="#ppt_y"/>
                                          </p:val>
                                        </p:tav>
                                        <p:tav tm="100000">
                                          <p:val>
                                            <p:strVal val="#ppt_y-1"/>
                                          </p:val>
                                        </p:tav>
                                      </p:tavLst>
                                    </p:anim>
                                    <p:set>
                                      <p:cBhvr>
                                        <p:cTn id="43" dur="1" fill="hold">
                                          <p:stCondLst>
                                            <p:cond delay="1000"/>
                                          </p:stCondLst>
                                        </p:cTn>
                                        <p:tgtEl>
                                          <p:spTgt spid="40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cxnSp>
        <p:nvCxnSpPr>
          <p:cNvPr id="566" name="Google Shape;566;p60"/>
          <p:cNvCxnSpPr/>
          <p:nvPr/>
        </p:nvCxnSpPr>
        <p:spPr>
          <a:xfrm flipH="1">
            <a:off x="6089833" y="-138000"/>
            <a:ext cx="6000" cy="7166800"/>
          </a:xfrm>
          <a:prstGeom prst="straightConnector1">
            <a:avLst/>
          </a:prstGeom>
          <a:noFill/>
          <a:ln w="19050" cap="flat" cmpd="sng">
            <a:solidFill>
              <a:schemeClr val="accent1"/>
            </a:solidFill>
            <a:prstDash val="solid"/>
            <a:round/>
            <a:headEnd type="none" w="med" len="med"/>
            <a:tailEnd type="none" w="med" len="med"/>
          </a:ln>
        </p:spPr>
      </p:cxnSp>
      <p:sp>
        <p:nvSpPr>
          <p:cNvPr id="567" name="Google Shape;567;p60"/>
          <p:cNvSpPr/>
          <p:nvPr/>
        </p:nvSpPr>
        <p:spPr>
          <a:xfrm>
            <a:off x="484304" y="850748"/>
            <a:ext cx="11036000" cy="5361248"/>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algn="r" defTabSz="1219170">
              <a:buClr>
                <a:srgbClr val="000000"/>
              </a:buClr>
            </a:pPr>
            <a:endParaRPr sz="1333" kern="0" dirty="0">
              <a:solidFill>
                <a:srgbClr val="000000"/>
              </a:solidFill>
              <a:latin typeface="Arial"/>
              <a:cs typeface="Arial"/>
              <a:sym typeface="Arial"/>
            </a:endParaRPr>
          </a:p>
        </p:txBody>
      </p:sp>
      <p:sp>
        <p:nvSpPr>
          <p:cNvPr id="568" name="Google Shape;568;p60"/>
          <p:cNvSpPr/>
          <p:nvPr/>
        </p:nvSpPr>
        <p:spPr>
          <a:xfrm>
            <a:off x="937800" y="1342800"/>
            <a:ext cx="10279600" cy="42420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algn="r" defTabSz="1219170">
              <a:buClr>
                <a:srgbClr val="000000"/>
              </a:buClr>
            </a:pPr>
            <a:endParaRPr sz="1333" kern="0">
              <a:solidFill>
                <a:srgbClr val="000000"/>
              </a:solidFill>
              <a:latin typeface="Arial"/>
              <a:cs typeface="Arial"/>
              <a:sym typeface="Arial"/>
            </a:endParaRPr>
          </a:p>
        </p:txBody>
      </p:sp>
      <p:sp>
        <p:nvSpPr>
          <p:cNvPr id="569" name="Google Shape;569;p60"/>
          <p:cNvSpPr txBox="1">
            <a:spLocks noGrp="1"/>
          </p:cNvSpPr>
          <p:nvPr>
            <p:ph type="title"/>
          </p:nvPr>
        </p:nvSpPr>
        <p:spPr>
          <a:xfrm>
            <a:off x="2012533" y="1425676"/>
            <a:ext cx="8357276" cy="884800"/>
          </a:xfrm>
          <a:prstGeom prst="rect">
            <a:avLst/>
          </a:prstGeom>
        </p:spPr>
        <p:txBody>
          <a:bodyPr spcFirstLastPara="1" wrap="square" lIns="121900" tIns="121900" rIns="121900" bIns="121900" anchor="t" anchorCtr="0">
            <a:noAutofit/>
          </a:bodyPr>
          <a:lstStyle/>
          <a:p>
            <a:r>
              <a:rPr lang="ru-RU" sz="1800" b="1" dirty="0" err="1"/>
              <a:t>Vinamilk</a:t>
            </a:r>
            <a:r>
              <a:rPr lang="ru-RU" sz="1800" b="1" dirty="0"/>
              <a:t> внедрила HRM-систему для полной автоматизации процесса начисления зарплаты.</a:t>
            </a:r>
            <a:r>
              <a:rPr lang="ru-RU" sz="1800" dirty="0"/>
              <a:t> В расчетный период сотрудники могут войти в систему, чтобы проверить свои данные по учету рабочего времени. При обнаружении расхождений они могут напрямую отправить запрос на корректировку через платформу.</a:t>
            </a:r>
            <a:br>
              <a:rPr lang="ru-RU" sz="1800" dirty="0"/>
            </a:br>
            <a:r>
              <a:rPr lang="ru-RU" sz="1800" b="1" dirty="0"/>
              <a:t>Процесс обработки запросов полностью цифровизирован.</a:t>
            </a:r>
            <a:r>
              <a:rPr lang="ru-RU" sz="1800" dirty="0"/>
              <a:t> Система автоматически направляет запросы руководителям для утверждения. Все решения (одобрение/отказ) мгновенно сообщаются сотрудникам через HRM-систему.</a:t>
            </a:r>
            <a:br>
              <a:rPr lang="ru-RU" sz="1800" dirty="0"/>
            </a:br>
            <a:r>
              <a:rPr lang="ru-RU" sz="1800" b="1" dirty="0"/>
              <a:t>Проверенные данные автоматически агрегируются.</a:t>
            </a:r>
            <a:r>
              <a:rPr lang="ru-RU" sz="1800" dirty="0"/>
              <a:t> HR на производственных предприятиях собирает информацию о рабочем времени, сменах, отпусках и премиях, после чего система проводит перекрестную проверку и передает данные в бухгалтерию. Весь процесс исключает ручное вмешательство.</a:t>
            </a:r>
            <a:br>
              <a:rPr lang="ru-RU" sz="1800" dirty="0"/>
            </a:br>
            <a:r>
              <a:rPr lang="ru-RU" sz="1800" b="1" dirty="0"/>
              <a:t>По завершении процесса сотрудники получают детализированное уведомление о зарплате через HRM.</a:t>
            </a:r>
            <a:r>
              <a:rPr lang="ru-RU" sz="1800" dirty="0"/>
              <a:t> Ключевое отличие от прежней системы - полный отказ от использования </a:t>
            </a:r>
            <a:r>
              <a:rPr lang="ru-RU" sz="1800" dirty="0" err="1"/>
              <a:t>email</a:t>
            </a:r>
            <a:r>
              <a:rPr lang="ru-RU" sz="1800" dirty="0"/>
              <a:t> и Excel-файлов. Вся информация теперь доступна в наглядном виде непосредственно в системе.</a:t>
            </a:r>
            <a:br>
              <a:rPr lang="ru-RU" sz="1800" dirty="0"/>
            </a:br>
            <a:br>
              <a:rPr lang="ru-RU" sz="1800" dirty="0"/>
            </a:br>
            <a:endParaRPr lang="ru-RU" sz="1400" dirty="0"/>
          </a:p>
        </p:txBody>
      </p:sp>
      <p:sp>
        <p:nvSpPr>
          <p:cNvPr id="571" name="Google Shape;571;p60">
            <a:hlinkClick r:id="" action="ppaction://hlinkshowjump?jump=firstslide"/>
          </p:cNvPr>
          <p:cNvSpPr/>
          <p:nvPr/>
        </p:nvSpPr>
        <p:spPr>
          <a:xfrm>
            <a:off x="10743627" y="142867"/>
            <a:ext cx="1331533" cy="4556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algn="ctr" defTabSz="1219170">
              <a:buClr>
                <a:srgbClr val="000000"/>
              </a:buClr>
            </a:pPr>
            <a:r>
              <a:rPr lang="vi-VN" sz="1600" b="1" kern="0">
                <a:solidFill>
                  <a:srgbClr val="FFFFFF"/>
                </a:solidFill>
                <a:uFill>
                  <a:noFill/>
                </a:uFill>
                <a:latin typeface="Oswald"/>
                <a:ea typeface="Oswald"/>
                <a:cs typeface="Oswald"/>
                <a:sym typeface="Oswald"/>
              </a:rPr>
              <a:t>VINAMILK</a:t>
            </a:r>
            <a:endParaRPr sz="1867" kern="0" dirty="0">
              <a:solidFill>
                <a:srgbClr val="FFFFFF"/>
              </a:solidFill>
              <a:latin typeface="Arial"/>
              <a:cs typeface="Arial"/>
              <a:sym typeface="Arial"/>
            </a:endParaRPr>
          </a:p>
        </p:txBody>
      </p:sp>
      <p:grpSp>
        <p:nvGrpSpPr>
          <p:cNvPr id="572" name="Google Shape;572;p60"/>
          <p:cNvGrpSpPr/>
          <p:nvPr/>
        </p:nvGrpSpPr>
        <p:grpSpPr>
          <a:xfrm>
            <a:off x="5820800" y="6030433"/>
            <a:ext cx="550400" cy="550400"/>
            <a:chOff x="4365600" y="4522825"/>
            <a:chExt cx="412800" cy="412800"/>
          </a:xfrm>
        </p:grpSpPr>
        <p:sp>
          <p:nvSpPr>
            <p:cNvPr id="573" name="Google Shape;573;p60"/>
            <p:cNvSpPr/>
            <p:nvPr/>
          </p:nvSpPr>
          <p:spPr>
            <a:xfrm>
              <a:off x="4365600" y="4522825"/>
              <a:ext cx="412800" cy="412800"/>
            </a:xfrm>
            <a:prstGeom prst="ellipse">
              <a:avLst/>
            </a:prstGeom>
            <a:solidFill>
              <a:schemeClr val="dk1"/>
            </a:solid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74" name="Google Shape;574;p60"/>
            <p:cNvSpPr/>
            <p:nvPr/>
          </p:nvSpPr>
          <p:spPr>
            <a:xfrm rot="5400000">
              <a:off x="4503000" y="4639391"/>
              <a:ext cx="138000" cy="234900"/>
            </a:xfrm>
            <a:prstGeom prst="chevron">
              <a:avLst>
                <a:gd name="adj" fmla="val 91213"/>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575" name="Google Shape;575;p60"/>
          <p:cNvGrpSpPr/>
          <p:nvPr/>
        </p:nvGrpSpPr>
        <p:grpSpPr>
          <a:xfrm rot="750151">
            <a:off x="9338405" y="2727466"/>
            <a:ext cx="3287448" cy="3015981"/>
            <a:chOff x="7274775" y="2224427"/>
            <a:chExt cx="2267444" cy="2080205"/>
          </a:xfrm>
        </p:grpSpPr>
        <p:sp>
          <p:nvSpPr>
            <p:cNvPr id="576" name="Google Shape;576;p60"/>
            <p:cNvSpPr/>
            <p:nvPr/>
          </p:nvSpPr>
          <p:spPr>
            <a:xfrm rot="-1799864">
              <a:off x="8119270" y="3140249"/>
              <a:ext cx="742242" cy="942037"/>
            </a:xfrm>
            <a:custGeom>
              <a:avLst/>
              <a:gdLst/>
              <a:ahLst/>
              <a:cxnLst/>
              <a:rect l="l" t="t" r="r" b="b"/>
              <a:pathLst>
                <a:path w="42000" h="53307" fill="none" extrusionOk="0">
                  <a:moveTo>
                    <a:pt x="18466" y="53307"/>
                  </a:moveTo>
                  <a:cubicBezTo>
                    <a:pt x="18466" y="53307"/>
                    <a:pt x="1" y="29766"/>
                    <a:pt x="27860" y="1"/>
                  </a:cubicBezTo>
                  <a:cubicBezTo>
                    <a:pt x="27860" y="1"/>
                    <a:pt x="42000" y="27432"/>
                    <a:pt x="18466" y="53307"/>
                  </a:cubicBezTo>
                  <a:close/>
                </a:path>
              </a:pathLst>
            </a:custGeom>
            <a:noFill/>
            <a:ln w="9525" cap="flat" cmpd="sng">
              <a:solidFill>
                <a:schemeClr val="dk1"/>
              </a:solidFill>
              <a:prstDash val="solid"/>
              <a:miter lim="1427"/>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77" name="Google Shape;577;p60"/>
            <p:cNvSpPr/>
            <p:nvPr/>
          </p:nvSpPr>
          <p:spPr>
            <a:xfrm rot="-1799864">
              <a:off x="7630834" y="2397331"/>
              <a:ext cx="1156237" cy="1734270"/>
            </a:xfrm>
            <a:custGeom>
              <a:avLst/>
              <a:gdLst/>
              <a:ahLst/>
              <a:cxnLst/>
              <a:rect l="l" t="t" r="r" b="b"/>
              <a:pathLst>
                <a:path w="65426" h="98137" extrusionOk="0">
                  <a:moveTo>
                    <a:pt x="65426" y="0"/>
                  </a:moveTo>
                  <a:lnTo>
                    <a:pt x="65426" y="0"/>
                  </a:lnTo>
                  <a:cubicBezTo>
                    <a:pt x="1309" y="33366"/>
                    <a:pt x="0" y="98137"/>
                    <a:pt x="0" y="98137"/>
                  </a:cubicBezTo>
                  <a:lnTo>
                    <a:pt x="0" y="98137"/>
                  </a:lnTo>
                  <a:cubicBezTo>
                    <a:pt x="64770" y="85051"/>
                    <a:pt x="65425" y="1"/>
                    <a:pt x="65426" y="0"/>
                  </a:cubicBezTo>
                  <a:close/>
                </a:path>
              </a:pathLst>
            </a:custGeom>
            <a:solidFill>
              <a:schemeClr val="l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78" name="Google Shape;578;p60"/>
            <p:cNvSpPr/>
            <p:nvPr/>
          </p:nvSpPr>
          <p:spPr>
            <a:xfrm rot="-1799864">
              <a:off x="8553879" y="3325205"/>
              <a:ext cx="864606" cy="726687"/>
            </a:xfrm>
            <a:custGeom>
              <a:avLst/>
              <a:gdLst/>
              <a:ahLst/>
              <a:cxnLst/>
              <a:rect l="l" t="t" r="r" b="b"/>
              <a:pathLst>
                <a:path w="48924" h="41121" fill="none" extrusionOk="0">
                  <a:moveTo>
                    <a:pt x="0" y="29538"/>
                  </a:moveTo>
                  <a:cubicBezTo>
                    <a:pt x="0" y="29538"/>
                    <a:pt x="27586" y="41121"/>
                    <a:pt x="48923" y="6382"/>
                  </a:cubicBezTo>
                  <a:cubicBezTo>
                    <a:pt x="48923" y="6382"/>
                    <a:pt x="18730" y="1"/>
                    <a:pt x="0" y="29538"/>
                  </a:cubicBezTo>
                  <a:close/>
                </a:path>
              </a:pathLst>
            </a:custGeom>
            <a:noFill/>
            <a:ln w="9525" cap="flat" cmpd="sng">
              <a:solidFill>
                <a:schemeClr val="dk1"/>
              </a:solidFill>
              <a:prstDash val="solid"/>
              <a:miter lim="1427"/>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79" name="Google Shape;579;p60"/>
            <p:cNvSpPr/>
            <p:nvPr/>
          </p:nvSpPr>
          <p:spPr>
            <a:xfrm rot="-1799864">
              <a:off x="8494456" y="2854329"/>
              <a:ext cx="561913" cy="774136"/>
            </a:xfrm>
            <a:custGeom>
              <a:avLst/>
              <a:gdLst/>
              <a:ahLst/>
              <a:cxnLst/>
              <a:rect l="l" t="t" r="r" b="b"/>
              <a:pathLst>
                <a:path w="31796" h="43806" fill="none" extrusionOk="0">
                  <a:moveTo>
                    <a:pt x="1" y="43805"/>
                  </a:moveTo>
                  <a:cubicBezTo>
                    <a:pt x="1" y="43805"/>
                    <a:pt x="29761" y="40718"/>
                    <a:pt x="31796" y="1"/>
                  </a:cubicBezTo>
                  <a:cubicBezTo>
                    <a:pt x="31796" y="1"/>
                    <a:pt x="2249" y="8902"/>
                    <a:pt x="1" y="43805"/>
                  </a:cubicBezTo>
                  <a:close/>
                </a:path>
              </a:pathLst>
            </a:custGeom>
            <a:noFill/>
            <a:ln w="9525" cap="flat" cmpd="sng">
              <a:solidFill>
                <a:schemeClr val="dk1"/>
              </a:solidFill>
              <a:prstDash val="solid"/>
              <a:miter lim="1427"/>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80" name="Google Shape;580;p60"/>
            <p:cNvSpPr/>
            <p:nvPr/>
          </p:nvSpPr>
          <p:spPr>
            <a:xfrm rot="-1799864">
              <a:off x="7654707" y="2486265"/>
              <a:ext cx="1099034" cy="1654416"/>
            </a:xfrm>
            <a:custGeom>
              <a:avLst/>
              <a:gdLst/>
              <a:ahLst/>
              <a:cxnLst/>
              <a:rect l="l" t="t" r="r" b="b"/>
              <a:pathLst>
                <a:path w="65426" h="98137" fill="none" extrusionOk="0">
                  <a:moveTo>
                    <a:pt x="65426" y="0"/>
                  </a:moveTo>
                  <a:lnTo>
                    <a:pt x="0" y="98137"/>
                  </a:lnTo>
                </a:path>
              </a:pathLst>
            </a:custGeom>
            <a:noFill/>
            <a:ln w="9525" cap="flat" cmpd="sng">
              <a:solidFill>
                <a:schemeClr val="dk1"/>
              </a:solidFill>
              <a:prstDash val="solid"/>
              <a:miter lim="1427"/>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81" name="Google Shape;581;p60"/>
            <p:cNvSpPr/>
            <p:nvPr/>
          </p:nvSpPr>
          <p:spPr>
            <a:xfrm rot="-1799864">
              <a:off x="8057727" y="2678035"/>
              <a:ext cx="449587" cy="310478"/>
            </a:xfrm>
            <a:custGeom>
              <a:avLst/>
              <a:gdLst/>
              <a:ahLst/>
              <a:cxnLst/>
              <a:rect l="l" t="t" r="r" b="b"/>
              <a:pathLst>
                <a:path w="25440" h="17569" fill="none" extrusionOk="0">
                  <a:moveTo>
                    <a:pt x="1" y="0"/>
                  </a:moveTo>
                  <a:lnTo>
                    <a:pt x="3760" y="17568"/>
                  </a:lnTo>
                  <a:lnTo>
                    <a:pt x="25439" y="8784"/>
                  </a:lnTo>
                </a:path>
              </a:pathLst>
            </a:custGeom>
            <a:noFill/>
            <a:ln w="9525" cap="flat" cmpd="sng">
              <a:solidFill>
                <a:schemeClr val="dk1"/>
              </a:solidFill>
              <a:prstDash val="solid"/>
              <a:miter lim="1427"/>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82" name="Google Shape;582;p60"/>
            <p:cNvSpPr/>
            <p:nvPr/>
          </p:nvSpPr>
          <p:spPr>
            <a:xfrm rot="-1799864">
              <a:off x="8005660" y="2978862"/>
              <a:ext cx="509408" cy="373744"/>
            </a:xfrm>
            <a:custGeom>
              <a:avLst/>
              <a:gdLst/>
              <a:ahLst/>
              <a:cxnLst/>
              <a:rect l="l" t="t" r="r" b="b"/>
              <a:pathLst>
                <a:path w="28825" h="21149" fill="none" extrusionOk="0">
                  <a:moveTo>
                    <a:pt x="1" y="0"/>
                  </a:moveTo>
                  <a:lnTo>
                    <a:pt x="4306" y="21149"/>
                  </a:lnTo>
                  <a:lnTo>
                    <a:pt x="28824" y="19976"/>
                  </a:lnTo>
                </a:path>
              </a:pathLst>
            </a:custGeom>
            <a:noFill/>
            <a:ln w="9525" cap="flat" cmpd="sng">
              <a:solidFill>
                <a:schemeClr val="dk1"/>
              </a:solidFill>
              <a:prstDash val="solid"/>
              <a:miter lim="1427"/>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83" name="Google Shape;583;p60"/>
            <p:cNvSpPr/>
            <p:nvPr/>
          </p:nvSpPr>
          <p:spPr>
            <a:xfrm rot="-1799864">
              <a:off x="7980723" y="3382054"/>
              <a:ext cx="559067" cy="319950"/>
            </a:xfrm>
            <a:custGeom>
              <a:avLst/>
              <a:gdLst/>
              <a:ahLst/>
              <a:cxnLst/>
              <a:rect l="l" t="t" r="r" b="b"/>
              <a:pathLst>
                <a:path w="31635" h="18105" fill="none" extrusionOk="0">
                  <a:moveTo>
                    <a:pt x="1" y="0"/>
                  </a:moveTo>
                  <a:lnTo>
                    <a:pt x="5084" y="18105"/>
                  </a:lnTo>
                  <a:lnTo>
                    <a:pt x="31634" y="15436"/>
                  </a:lnTo>
                </a:path>
              </a:pathLst>
            </a:custGeom>
            <a:noFill/>
            <a:ln w="9525" cap="flat" cmpd="sng">
              <a:solidFill>
                <a:schemeClr val="dk1"/>
              </a:solidFill>
              <a:prstDash val="solid"/>
              <a:miter lim="1427"/>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84" name="Google Shape;584;p60"/>
            <p:cNvSpPr/>
            <p:nvPr/>
          </p:nvSpPr>
          <p:spPr>
            <a:xfrm rot="-1799864">
              <a:off x="8037456" y="3805523"/>
              <a:ext cx="415620" cy="252337"/>
            </a:xfrm>
            <a:custGeom>
              <a:avLst/>
              <a:gdLst/>
              <a:ahLst/>
              <a:cxnLst/>
              <a:rect l="l" t="t" r="r" b="b"/>
              <a:pathLst>
                <a:path w="23518" h="14279" fill="none" extrusionOk="0">
                  <a:moveTo>
                    <a:pt x="0" y="0"/>
                  </a:moveTo>
                  <a:lnTo>
                    <a:pt x="1610" y="14279"/>
                  </a:lnTo>
                  <a:lnTo>
                    <a:pt x="23518" y="10637"/>
                  </a:lnTo>
                </a:path>
              </a:pathLst>
            </a:custGeom>
            <a:noFill/>
            <a:ln w="9525" cap="flat" cmpd="sng">
              <a:solidFill>
                <a:schemeClr val="dk1"/>
              </a:solidFill>
              <a:prstDash val="solid"/>
              <a:miter lim="1427"/>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567"/>
                                        </p:tgtEl>
                                        <p:attrNameLst>
                                          <p:attrName>style.visibility</p:attrName>
                                        </p:attrNameLst>
                                      </p:cBhvr>
                                      <p:to>
                                        <p:strVal val="visible"/>
                                      </p:to>
                                    </p:set>
                                    <p:anim calcmode="lin" valueType="num">
                                      <p:cBhvr additive="base">
                                        <p:cTn id="7" dur="1000"/>
                                        <p:tgtEl>
                                          <p:spTgt spid="567"/>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569"/>
                                        </p:tgtEl>
                                        <p:attrNameLst>
                                          <p:attrName>style.visibility</p:attrName>
                                        </p:attrNameLst>
                                      </p:cBhvr>
                                      <p:to>
                                        <p:strVal val="visible"/>
                                      </p:to>
                                    </p:set>
                                    <p:anim calcmode="lin" valueType="num">
                                      <p:cBhvr additive="base">
                                        <p:cTn id="10" dur="1000"/>
                                        <p:tgtEl>
                                          <p:spTgt spid="569"/>
                                        </p:tgtEl>
                                        <p:attrNameLst>
                                          <p:attrName>ppt_y</p:attrName>
                                        </p:attrNameLst>
                                      </p:cBhvr>
                                      <p:tavLst>
                                        <p:tav tm="0">
                                          <p:val>
                                            <p:strVal val="#ppt_y+1"/>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xit" presetSubtype="1" fill="hold" nodeType="clickEffect">
                                  <p:stCondLst>
                                    <p:cond delay="0"/>
                                  </p:stCondLst>
                                  <p:childTnLst>
                                    <p:anim calcmode="lin" valueType="num">
                                      <p:cBhvr additive="base">
                                        <p:cTn id="14" dur="1000"/>
                                        <p:tgtEl>
                                          <p:spTgt spid="567"/>
                                        </p:tgtEl>
                                        <p:attrNameLst>
                                          <p:attrName>ppt_y</p:attrName>
                                        </p:attrNameLst>
                                      </p:cBhvr>
                                      <p:tavLst>
                                        <p:tav tm="0">
                                          <p:val>
                                            <p:strVal val="#ppt_y"/>
                                          </p:val>
                                        </p:tav>
                                        <p:tav tm="100000">
                                          <p:val>
                                            <p:strVal val="#ppt_y-1"/>
                                          </p:val>
                                        </p:tav>
                                      </p:tavLst>
                                    </p:anim>
                                    <p:set>
                                      <p:cBhvr>
                                        <p:cTn id="15" dur="1" fill="hold">
                                          <p:stCondLst>
                                            <p:cond delay="1000"/>
                                          </p:stCondLst>
                                        </p:cTn>
                                        <p:tgtEl>
                                          <p:spTgt spid="567"/>
                                        </p:tgtEl>
                                        <p:attrNameLst>
                                          <p:attrName>style.visibility</p:attrName>
                                        </p:attrNameLst>
                                      </p:cBhvr>
                                      <p:to>
                                        <p:strVal val="hidden"/>
                                      </p:to>
                                    </p:set>
                                  </p:childTnLst>
                                </p:cTn>
                              </p:par>
                              <p:par>
                                <p:cTn id="16" presetID="2" presetClass="exit" presetSubtype="1" fill="hold" nodeType="withEffect">
                                  <p:stCondLst>
                                    <p:cond delay="0"/>
                                  </p:stCondLst>
                                  <p:childTnLst>
                                    <p:anim calcmode="lin" valueType="num">
                                      <p:cBhvr additive="base">
                                        <p:cTn id="17" dur="1000"/>
                                        <p:tgtEl>
                                          <p:spTgt spid="569"/>
                                        </p:tgtEl>
                                        <p:attrNameLst>
                                          <p:attrName>ppt_y</p:attrName>
                                        </p:attrNameLst>
                                      </p:cBhvr>
                                      <p:tavLst>
                                        <p:tav tm="0">
                                          <p:val>
                                            <p:strVal val="#ppt_y"/>
                                          </p:val>
                                        </p:tav>
                                        <p:tav tm="100000">
                                          <p:val>
                                            <p:strVal val="#ppt_y-1"/>
                                          </p:val>
                                        </p:tav>
                                      </p:tavLst>
                                    </p:anim>
                                    <p:set>
                                      <p:cBhvr>
                                        <p:cTn id="18" dur="1" fill="hold">
                                          <p:stCondLst>
                                            <p:cond delay="1000"/>
                                          </p:stCondLst>
                                        </p:cTn>
                                        <p:tgtEl>
                                          <p:spTgt spid="56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A8A11C1B-92EC-23EB-AEEE-89B400C7D939}"/>
              </a:ext>
            </a:extLst>
          </p:cNvPr>
          <p:cNvPicPr>
            <a:picLocks noChangeAspect="1"/>
          </p:cNvPicPr>
          <p:nvPr/>
        </p:nvPicPr>
        <p:blipFill>
          <a:blip r:embed="rId2"/>
          <a:stretch>
            <a:fillRect/>
          </a:stretch>
        </p:blipFill>
        <p:spPr>
          <a:xfrm>
            <a:off x="32340" y="0"/>
            <a:ext cx="12127320" cy="6858000"/>
          </a:xfrm>
          <a:prstGeom prst="rect">
            <a:avLst/>
          </a:prstGeom>
        </p:spPr>
      </p:pic>
      <p:pic>
        <p:nvPicPr>
          <p:cNvPr id="2" name="Picture 1" descr="A diagram of a company&#10;&#10;AI-generated content may be incorrect.">
            <a:extLst>
              <a:ext uri="{FF2B5EF4-FFF2-40B4-BE49-F238E27FC236}">
                <a16:creationId xmlns:a16="http://schemas.microsoft.com/office/drawing/2014/main" id="{6FD10AB8-9055-95DC-DD3A-026007E6193C}"/>
              </a:ext>
            </a:extLst>
          </p:cNvPr>
          <p:cNvPicPr>
            <a:picLocks noChangeAspect="1"/>
          </p:cNvPicPr>
          <p:nvPr/>
        </p:nvPicPr>
        <p:blipFill>
          <a:blip r:embed="rId3"/>
          <a:stretch>
            <a:fillRect/>
          </a:stretch>
        </p:blipFill>
        <p:spPr>
          <a:xfrm>
            <a:off x="263261" y="694944"/>
            <a:ext cx="11665478" cy="5958544"/>
          </a:xfrm>
          <a:prstGeom prst="rect">
            <a:avLst/>
          </a:prstGeom>
        </p:spPr>
      </p:pic>
      <p:sp>
        <p:nvSpPr>
          <p:cNvPr id="4" name="Прямоугольник 3">
            <a:extLst>
              <a:ext uri="{FF2B5EF4-FFF2-40B4-BE49-F238E27FC236}">
                <a16:creationId xmlns:a16="http://schemas.microsoft.com/office/drawing/2014/main" id="{C657BD55-1880-EB57-57F1-85A8E4E494F8}"/>
              </a:ext>
            </a:extLst>
          </p:cNvPr>
          <p:cNvSpPr/>
          <p:nvPr/>
        </p:nvSpPr>
        <p:spPr>
          <a:xfrm>
            <a:off x="450383" y="85862"/>
            <a:ext cx="11291233" cy="523220"/>
          </a:xfrm>
          <a:prstGeom prst="rect">
            <a:avLst/>
          </a:prstGeom>
          <a:noFill/>
        </p:spPr>
        <p:txBody>
          <a:bodyPr wrap="none" lIns="91440" tIns="45720" rIns="91440" bIns="45720">
            <a:spAutoFit/>
          </a:bodyPr>
          <a:lstStyle/>
          <a:p>
            <a:pPr algn="ctr"/>
            <a:r>
              <a:rPr lang="ru-RU" sz="2800" b="0" cap="none" spc="0" dirty="0">
                <a:ln w="0"/>
                <a:solidFill>
                  <a:schemeClr val="tx1"/>
                </a:solidFill>
                <a:effectLst>
                  <a:outerShdw blurRad="38100" dist="19050" dir="2700000" algn="tl" rotWithShape="0">
                    <a:schemeClr val="dk1">
                      <a:alpha val="40000"/>
                    </a:schemeClr>
                  </a:outerShdw>
                </a:effectLst>
              </a:rPr>
              <a:t>BPMN-схемы </a:t>
            </a:r>
            <a:r>
              <a:rPr lang="vi-VN" sz="2800" b="0" cap="none" spc="0" dirty="0">
                <a:ln w="0"/>
                <a:solidFill>
                  <a:schemeClr val="tx1"/>
                </a:solidFill>
                <a:effectLst>
                  <a:outerShdw blurRad="38100" dist="19050" dir="2700000" algn="tl" rotWithShape="0">
                    <a:schemeClr val="dk1">
                      <a:alpha val="40000"/>
                    </a:schemeClr>
                  </a:outerShdw>
                </a:effectLst>
              </a:rPr>
              <a:t>TO – BE </a:t>
            </a:r>
            <a:r>
              <a:rPr lang="ru-RU" sz="2800" b="0" cap="none" spc="0" dirty="0">
                <a:ln w="0"/>
                <a:solidFill>
                  <a:schemeClr val="tx1"/>
                </a:solidFill>
                <a:effectLst>
                  <a:outerShdw blurRad="38100" dist="19050" dir="2700000" algn="tl" rotWithShape="0">
                    <a:schemeClr val="dk1">
                      <a:alpha val="40000"/>
                    </a:schemeClr>
                  </a:outerShdw>
                </a:effectLst>
              </a:rPr>
              <a:t>для процесса распределения рабочих смен</a:t>
            </a:r>
          </a:p>
        </p:txBody>
      </p:sp>
    </p:spTree>
    <p:extLst>
      <p:ext uri="{BB962C8B-B14F-4D97-AF65-F5344CB8AC3E}">
        <p14:creationId xmlns:p14="http://schemas.microsoft.com/office/powerpoint/2010/main" val="13880917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2" name="Google Shape;692;p66"/>
          <p:cNvSpPr/>
          <p:nvPr/>
        </p:nvSpPr>
        <p:spPr>
          <a:xfrm>
            <a:off x="852524" y="389572"/>
            <a:ext cx="10486953" cy="11600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Arial"/>
              <a:cs typeface="Arial"/>
              <a:sym typeface="Arial"/>
            </a:endParaRPr>
          </a:p>
        </p:txBody>
      </p:sp>
      <p:sp>
        <p:nvSpPr>
          <p:cNvPr id="693" name="Google Shape;693;p66"/>
          <p:cNvSpPr txBox="1">
            <a:spLocks noGrp="1"/>
          </p:cNvSpPr>
          <p:nvPr>
            <p:ph type="title"/>
          </p:nvPr>
        </p:nvSpPr>
        <p:spPr>
          <a:xfrm>
            <a:off x="852522" y="436307"/>
            <a:ext cx="10486953" cy="1077200"/>
          </a:xfrm>
          <a:prstGeom prst="rect">
            <a:avLst/>
          </a:prstGeom>
        </p:spPr>
        <p:txBody>
          <a:bodyPr spcFirstLastPara="1" wrap="square" lIns="121900" tIns="121900" rIns="121900" bIns="121900" anchor="ctr" anchorCtr="0">
            <a:noAutofit/>
          </a:bodyPr>
          <a:lstStyle/>
          <a:p>
            <a:r>
              <a:rPr lang="ru-RU" sz="2133" dirty="0">
                <a:latin typeface="Times New Roman" panose="02020603050405020304" pitchFamily="18" charset="0"/>
                <a:ea typeface="Times New Roman" panose="02020603050405020304" pitchFamily="18" charset="0"/>
              </a:rPr>
              <a:t>Процесс начинается с того, что система </a:t>
            </a:r>
            <a:r>
              <a:rPr lang="en-US" sz="2133" dirty="0">
                <a:latin typeface="Times New Roman" panose="02020603050405020304" pitchFamily="18" charset="0"/>
                <a:ea typeface="Times New Roman" panose="02020603050405020304" pitchFamily="18" charset="0"/>
              </a:rPr>
              <a:t>HRM</a:t>
            </a:r>
            <a:r>
              <a:rPr lang="ru-RU" sz="2133" dirty="0">
                <a:latin typeface="Times New Roman" panose="02020603050405020304" pitchFamily="18" charset="0"/>
                <a:ea typeface="Times New Roman" panose="02020603050405020304" pitchFamily="18" charset="0"/>
              </a:rPr>
              <a:t> автоматически инициирует новый цикл планирования смен в соответствии с установленным графиком. </a:t>
            </a:r>
            <a:endParaRPr sz="3733" dirty="0"/>
          </a:p>
        </p:txBody>
      </p:sp>
      <p:cxnSp>
        <p:nvCxnSpPr>
          <p:cNvPr id="694" name="Google Shape;694;p66"/>
          <p:cNvCxnSpPr>
            <a:cxnSpLocks/>
          </p:cNvCxnSpPr>
          <p:nvPr/>
        </p:nvCxnSpPr>
        <p:spPr>
          <a:xfrm rot="10800000" flipH="1">
            <a:off x="6625865" y="4210652"/>
            <a:ext cx="1808000" cy="849600"/>
          </a:xfrm>
          <a:prstGeom prst="bentConnector3">
            <a:avLst>
              <a:gd name="adj1" fmla="val 49998"/>
            </a:avLst>
          </a:prstGeom>
          <a:noFill/>
          <a:ln w="19050" cap="flat" cmpd="sng">
            <a:solidFill>
              <a:schemeClr val="accent4"/>
            </a:solidFill>
            <a:prstDash val="solid"/>
            <a:round/>
            <a:headEnd type="none" w="med" len="med"/>
            <a:tailEnd type="none" w="med" len="med"/>
          </a:ln>
        </p:spPr>
      </p:cxnSp>
      <p:cxnSp>
        <p:nvCxnSpPr>
          <p:cNvPr id="697" name="Google Shape;697;p66"/>
          <p:cNvCxnSpPr>
            <a:cxnSpLocks/>
          </p:cNvCxnSpPr>
          <p:nvPr/>
        </p:nvCxnSpPr>
        <p:spPr>
          <a:xfrm>
            <a:off x="6738920" y="1754477"/>
            <a:ext cx="1638000" cy="861200"/>
          </a:xfrm>
          <a:prstGeom prst="bentConnector3">
            <a:avLst>
              <a:gd name="adj1" fmla="val 50001"/>
            </a:avLst>
          </a:prstGeom>
          <a:noFill/>
          <a:ln w="19050" cap="flat" cmpd="sng">
            <a:solidFill>
              <a:schemeClr val="accent4"/>
            </a:solidFill>
            <a:prstDash val="solid"/>
            <a:round/>
            <a:headEnd type="none" w="med" len="med"/>
            <a:tailEnd type="none" w="med" len="med"/>
          </a:ln>
        </p:spPr>
      </p:cxnSp>
      <p:cxnSp>
        <p:nvCxnSpPr>
          <p:cNvPr id="700" name="Google Shape;700;p66"/>
          <p:cNvCxnSpPr>
            <a:cxnSpLocks/>
          </p:cNvCxnSpPr>
          <p:nvPr/>
        </p:nvCxnSpPr>
        <p:spPr>
          <a:xfrm flipV="1">
            <a:off x="2373983" y="1754477"/>
            <a:ext cx="2900600" cy="1526467"/>
          </a:xfrm>
          <a:prstGeom prst="bentConnector3">
            <a:avLst>
              <a:gd name="adj1" fmla="val 50000"/>
            </a:avLst>
          </a:prstGeom>
          <a:noFill/>
          <a:ln w="19050" cap="flat" cmpd="sng">
            <a:solidFill>
              <a:schemeClr val="accent4"/>
            </a:solidFill>
            <a:prstDash val="solid"/>
            <a:round/>
            <a:headEnd type="none" w="med" len="med"/>
            <a:tailEnd type="none" w="med" len="med"/>
          </a:ln>
        </p:spPr>
      </p:cxnSp>
      <p:cxnSp>
        <p:nvCxnSpPr>
          <p:cNvPr id="702" name="Google Shape;702;p66"/>
          <p:cNvCxnSpPr>
            <a:cxnSpLocks/>
          </p:cNvCxnSpPr>
          <p:nvPr/>
        </p:nvCxnSpPr>
        <p:spPr>
          <a:xfrm>
            <a:off x="2364727" y="3269110"/>
            <a:ext cx="2919111" cy="1836117"/>
          </a:xfrm>
          <a:prstGeom prst="bentConnector3">
            <a:avLst>
              <a:gd name="adj1" fmla="val 50000"/>
            </a:avLst>
          </a:prstGeom>
          <a:noFill/>
          <a:ln w="19050" cap="flat" cmpd="sng">
            <a:solidFill>
              <a:schemeClr val="accent4"/>
            </a:solidFill>
            <a:prstDash val="solid"/>
            <a:round/>
            <a:headEnd type="none" w="med" len="med"/>
            <a:tailEnd type="none" w="med" len="med"/>
          </a:ln>
        </p:spPr>
      </p:cxnSp>
      <p:sp>
        <p:nvSpPr>
          <p:cNvPr id="703" name="Google Shape;703;p66"/>
          <p:cNvSpPr txBox="1"/>
          <p:nvPr/>
        </p:nvSpPr>
        <p:spPr>
          <a:xfrm>
            <a:off x="579613" y="2696767"/>
            <a:ext cx="2546497" cy="932000"/>
          </a:xfrm>
          <a:prstGeom prst="rect">
            <a:avLst/>
          </a:prstGeom>
          <a:noFill/>
          <a:ln>
            <a:noFill/>
          </a:ln>
        </p:spPr>
        <p:txBody>
          <a:bodyPr spcFirstLastPara="1" wrap="square" lIns="121900" tIns="121900" rIns="121900" bIns="121900" anchor="t" anchorCtr="0">
            <a:noAutofit/>
          </a:bodyPr>
          <a:lstStyle/>
          <a:p>
            <a:pPr defTabSz="1219170">
              <a:lnSpc>
                <a:spcPct val="115000"/>
              </a:lnSpc>
              <a:spcAft>
                <a:spcPts val="1067"/>
              </a:spcAft>
              <a:buClr>
                <a:srgbClr val="000000"/>
              </a:buClr>
              <a:buSzPts val="1000"/>
              <a:tabLst>
                <a:tab pos="609585" algn="l"/>
              </a:tabLst>
            </a:pPr>
            <a:r>
              <a:rPr lang="ru-RU" sz="1467" b="1"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Подтвердить график</a:t>
            </a:r>
            <a:r>
              <a:rPr lang="ru-RU"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 если нет замечаний;</a:t>
            </a:r>
            <a:endParaRPr lang="ru-RU" sz="1467" kern="100" dirty="0">
              <a:solidFill>
                <a:srgbClr val="000000"/>
              </a:solidFill>
              <a:latin typeface="Calibri" panose="020F0502020204030204" pitchFamily="34" charset="0"/>
              <a:ea typeface="Calibri" panose="020F0502020204030204" pitchFamily="34" charset="0"/>
              <a:cs typeface="Times New Roman" panose="02020603050405020304" pitchFamily="18" charset="0"/>
              <a:sym typeface="Arial"/>
            </a:endParaRPr>
          </a:p>
          <a:p>
            <a:pPr defTabSz="1219170">
              <a:lnSpc>
                <a:spcPct val="115000"/>
              </a:lnSpc>
              <a:spcAft>
                <a:spcPts val="1067"/>
              </a:spcAft>
              <a:buClr>
                <a:srgbClr val="000000"/>
              </a:buClr>
              <a:buSzPts val="1000"/>
              <a:tabLst>
                <a:tab pos="609585" algn="l"/>
              </a:tabLst>
            </a:pPr>
            <a:r>
              <a:rPr lang="ru-RU"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Или </a:t>
            </a:r>
            <a:r>
              <a:rPr lang="ru-RU" sz="1467" b="1"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оставить комментарии / отправить запрос на изменение</a:t>
            </a:r>
            <a:r>
              <a:rPr lang="ru-RU"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 (например, при пересечении смен, желании замены и т.д.)</a:t>
            </a:r>
            <a:endParaRPr lang="ru-RU" sz="1467" kern="100" dirty="0">
              <a:solidFill>
                <a:srgbClr val="000000"/>
              </a:solidFill>
              <a:latin typeface="Calibri" panose="020F0502020204030204" pitchFamily="34" charset="0"/>
              <a:ea typeface="Calibri" panose="020F0502020204030204" pitchFamily="34" charset="0"/>
              <a:cs typeface="Times New Roman" panose="02020603050405020304" pitchFamily="18" charset="0"/>
              <a:sym typeface="Arial"/>
            </a:endParaRPr>
          </a:p>
          <a:p>
            <a:pPr defTabSz="1219170">
              <a:spcAft>
                <a:spcPts val="2133"/>
              </a:spcAft>
              <a:buClr>
                <a:srgbClr val="000000"/>
              </a:buClr>
            </a:pPr>
            <a:r>
              <a:rPr lang="en" sz="1400" kern="0" dirty="0">
                <a:solidFill>
                  <a:srgbClr val="2D0557"/>
                </a:solidFill>
                <a:latin typeface="Oswald Light"/>
                <a:ea typeface="Oswald Light"/>
                <a:cs typeface="Oswald Light"/>
                <a:sym typeface="Oswald Light"/>
              </a:rPr>
              <a:t> </a:t>
            </a:r>
            <a:endParaRPr sz="1400" kern="0" dirty="0">
              <a:solidFill>
                <a:srgbClr val="2D0557"/>
              </a:solidFill>
              <a:latin typeface="Oswald Light"/>
              <a:ea typeface="Oswald Light"/>
              <a:cs typeface="Oswald Light"/>
              <a:sym typeface="Oswald Light"/>
            </a:endParaRPr>
          </a:p>
        </p:txBody>
      </p:sp>
      <p:sp>
        <p:nvSpPr>
          <p:cNvPr id="704" name="Google Shape;704;p66"/>
          <p:cNvSpPr txBox="1"/>
          <p:nvPr/>
        </p:nvSpPr>
        <p:spPr>
          <a:xfrm>
            <a:off x="4302704" y="2318397"/>
            <a:ext cx="3255217" cy="932000"/>
          </a:xfrm>
          <a:prstGeom prst="rect">
            <a:avLst/>
          </a:prstGeom>
          <a:noFill/>
          <a:ln>
            <a:noFill/>
          </a:ln>
        </p:spPr>
        <p:txBody>
          <a:bodyPr spcFirstLastPara="1" wrap="square" lIns="121900" tIns="121900" rIns="121900" bIns="121900" anchor="t" anchorCtr="0">
            <a:noAutofit/>
          </a:bodyPr>
          <a:lstStyle/>
          <a:p>
            <a:pPr defTabSz="1219170">
              <a:lnSpc>
                <a:spcPct val="115000"/>
              </a:lnSpc>
              <a:spcAft>
                <a:spcPts val="1067"/>
              </a:spcAft>
              <a:buClr>
                <a:srgbClr val="000000"/>
              </a:buClr>
              <a:buSzPts val="1000"/>
              <a:tabLst>
                <a:tab pos="609585" algn="l"/>
              </a:tabLst>
            </a:pPr>
            <a:r>
              <a:rPr lang="ru-RU"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Если </a:t>
            </a:r>
            <a:r>
              <a:rPr lang="ru-RU" sz="1467" b="1"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замена невозможна</a:t>
            </a:r>
            <a:r>
              <a:rPr lang="ru-RU"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 → руководитель сообщает </a:t>
            </a:r>
            <a:r>
              <a:rPr lang="en-US"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HR</a:t>
            </a:r>
            <a:r>
              <a:rPr lang="ru-RU"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 о конфликте → процесс завершается через ручную обработку;</a:t>
            </a:r>
            <a:endParaRPr lang="ru-RU" sz="1467" kern="100" dirty="0">
              <a:solidFill>
                <a:srgbClr val="000000"/>
              </a:solidFill>
              <a:latin typeface="Calibri" panose="020F0502020204030204" pitchFamily="34" charset="0"/>
              <a:ea typeface="Calibri" panose="020F0502020204030204" pitchFamily="34" charset="0"/>
              <a:cs typeface="Times New Roman" panose="02020603050405020304" pitchFamily="18" charset="0"/>
              <a:sym typeface="Arial"/>
            </a:endParaRPr>
          </a:p>
          <a:p>
            <a:pPr defTabSz="1219170">
              <a:lnSpc>
                <a:spcPct val="115000"/>
              </a:lnSpc>
              <a:spcAft>
                <a:spcPts val="1067"/>
              </a:spcAft>
              <a:buClr>
                <a:srgbClr val="000000"/>
              </a:buClr>
              <a:buSzPts val="1000"/>
              <a:tabLst>
                <a:tab pos="609585" algn="l"/>
              </a:tabLst>
            </a:pPr>
            <a:r>
              <a:rPr lang="ru-RU"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Если </a:t>
            </a:r>
            <a:r>
              <a:rPr lang="ru-RU" sz="1467" b="1"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замена возможна</a:t>
            </a:r>
            <a:r>
              <a:rPr lang="ru-RU"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 → руководитель корректирует график и передаёт его в </a:t>
            </a:r>
            <a:r>
              <a:rPr lang="en-US"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HR</a:t>
            </a:r>
            <a:r>
              <a:rPr lang="ru-RU"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 на месте.</a:t>
            </a:r>
            <a:endParaRPr lang="ru-RU" sz="1467" kern="100" dirty="0">
              <a:solidFill>
                <a:srgbClr val="000000"/>
              </a:solidFill>
              <a:latin typeface="Calibri" panose="020F0502020204030204" pitchFamily="34" charset="0"/>
              <a:ea typeface="Calibri" panose="020F0502020204030204" pitchFamily="34" charset="0"/>
              <a:cs typeface="Times New Roman" panose="02020603050405020304" pitchFamily="18" charset="0"/>
              <a:sym typeface="Arial"/>
            </a:endParaRPr>
          </a:p>
        </p:txBody>
      </p:sp>
      <p:sp>
        <p:nvSpPr>
          <p:cNvPr id="705" name="Google Shape;705;p66"/>
          <p:cNvSpPr txBox="1"/>
          <p:nvPr/>
        </p:nvSpPr>
        <p:spPr>
          <a:xfrm>
            <a:off x="1289445" y="5154552"/>
            <a:ext cx="10276116" cy="932000"/>
          </a:xfrm>
          <a:prstGeom prst="rect">
            <a:avLst/>
          </a:prstGeom>
          <a:noFill/>
          <a:ln>
            <a:noFill/>
          </a:ln>
        </p:spPr>
        <p:txBody>
          <a:bodyPr spcFirstLastPara="1" wrap="square" lIns="121900" tIns="121900" rIns="121900" bIns="121900" anchor="t" anchorCtr="0">
            <a:noAutofit/>
          </a:bodyPr>
          <a:lstStyle/>
          <a:p>
            <a:pPr defTabSz="1219170">
              <a:lnSpc>
                <a:spcPct val="115000"/>
              </a:lnSpc>
              <a:spcAft>
                <a:spcPts val="1067"/>
              </a:spcAft>
              <a:buClr>
                <a:srgbClr val="000000"/>
              </a:buClr>
              <a:buSzPts val="1000"/>
              <a:tabLst>
                <a:tab pos="609585" algn="l"/>
              </a:tabLst>
            </a:pPr>
            <a:r>
              <a:rPr lang="en-US" sz="1467" kern="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Получает</a:t>
            </a:r>
            <a:r>
              <a:rPr lang="en-US"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 </a:t>
            </a:r>
            <a:r>
              <a:rPr lang="en-US" sz="1467" kern="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корректировки</a:t>
            </a:r>
            <a:r>
              <a:rPr lang="en-US"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 </a:t>
            </a:r>
            <a:r>
              <a:rPr lang="en-US" sz="1467" kern="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от</a:t>
            </a:r>
            <a:r>
              <a:rPr lang="en-US"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 </a:t>
            </a:r>
            <a:r>
              <a:rPr lang="en-US" sz="1467" kern="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руководителей</a:t>
            </a:r>
            <a:r>
              <a:rPr lang="en-US"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a:t>
            </a:r>
            <a:endParaRPr lang="ru-RU" sz="1467" kern="100" dirty="0">
              <a:solidFill>
                <a:srgbClr val="000000"/>
              </a:solidFill>
              <a:latin typeface="Calibri" panose="020F0502020204030204" pitchFamily="34" charset="0"/>
              <a:ea typeface="Calibri" panose="020F0502020204030204" pitchFamily="34" charset="0"/>
              <a:cs typeface="Times New Roman" panose="02020603050405020304" pitchFamily="18" charset="0"/>
              <a:sym typeface="Arial"/>
            </a:endParaRPr>
          </a:p>
          <a:p>
            <a:pPr defTabSz="1219170">
              <a:lnSpc>
                <a:spcPct val="115000"/>
              </a:lnSpc>
              <a:spcAft>
                <a:spcPts val="1067"/>
              </a:spcAft>
              <a:buClr>
                <a:srgbClr val="000000"/>
              </a:buClr>
              <a:buSzPts val="1000"/>
              <a:tabLst>
                <a:tab pos="609585" algn="l"/>
              </a:tabLst>
            </a:pPr>
            <a:r>
              <a:rPr lang="ru-RU"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Проводит </a:t>
            </a:r>
            <a:r>
              <a:rPr lang="ru-RU" sz="1467" b="1"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автоматическую проверку</a:t>
            </a:r>
            <a:r>
              <a:rPr lang="ru-RU"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 переработки, отпуска, конфликты;</a:t>
            </a:r>
            <a:endParaRPr lang="ru-RU" sz="1467" kern="100" dirty="0">
              <a:solidFill>
                <a:srgbClr val="000000"/>
              </a:solidFill>
              <a:latin typeface="Calibri" panose="020F0502020204030204" pitchFamily="34" charset="0"/>
              <a:ea typeface="Calibri" panose="020F0502020204030204" pitchFamily="34" charset="0"/>
              <a:cs typeface="Times New Roman" panose="02020603050405020304" pitchFamily="18" charset="0"/>
              <a:sym typeface="Arial"/>
            </a:endParaRPr>
          </a:p>
          <a:p>
            <a:pPr defTabSz="1219170">
              <a:lnSpc>
                <a:spcPct val="115000"/>
              </a:lnSpc>
              <a:spcAft>
                <a:spcPts val="1067"/>
              </a:spcAft>
              <a:buClr>
                <a:srgbClr val="000000"/>
              </a:buClr>
              <a:buSzPts val="1000"/>
              <a:tabLst>
                <a:tab pos="609585" algn="l"/>
              </a:tabLst>
            </a:pPr>
            <a:r>
              <a:rPr lang="ru-RU"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Если есть проблемы → возвращается к руководителю для уточнения;</a:t>
            </a:r>
            <a:endParaRPr lang="ru-RU" sz="1467" kern="100" dirty="0">
              <a:solidFill>
                <a:srgbClr val="000000"/>
              </a:solidFill>
              <a:latin typeface="Calibri" panose="020F0502020204030204" pitchFamily="34" charset="0"/>
              <a:ea typeface="Calibri" panose="020F0502020204030204" pitchFamily="34" charset="0"/>
              <a:cs typeface="Times New Roman" panose="02020603050405020304" pitchFamily="18" charset="0"/>
              <a:sym typeface="Arial"/>
            </a:endParaRPr>
          </a:p>
          <a:p>
            <a:pPr defTabSz="1219170">
              <a:lnSpc>
                <a:spcPct val="115000"/>
              </a:lnSpc>
              <a:spcAft>
                <a:spcPts val="1067"/>
              </a:spcAft>
              <a:buClr>
                <a:srgbClr val="000000"/>
              </a:buClr>
              <a:buSzPts val="1000"/>
              <a:tabLst>
                <a:tab pos="609585" algn="l"/>
              </a:tabLst>
            </a:pPr>
            <a:r>
              <a:rPr lang="ru-RU"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Если всё в порядке → </a:t>
            </a:r>
            <a:r>
              <a:rPr lang="ru-RU" sz="1467" b="1"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формирует версию графика </a:t>
            </a:r>
            <a:r>
              <a:rPr lang="en-US" sz="1467" b="1"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v</a:t>
            </a:r>
            <a:r>
              <a:rPr lang="ru-RU" sz="1467" b="1"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2</a:t>
            </a:r>
            <a:r>
              <a:rPr lang="ru-RU"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 и направляет в центральный </a:t>
            </a:r>
            <a:r>
              <a:rPr lang="en-US"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HR</a:t>
            </a:r>
            <a:r>
              <a:rPr lang="ru-RU"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a:t>
            </a:r>
            <a:endParaRPr lang="ru-RU" sz="1467" kern="100" dirty="0">
              <a:solidFill>
                <a:srgbClr val="000000"/>
              </a:solidFill>
              <a:latin typeface="Calibri" panose="020F0502020204030204" pitchFamily="34" charset="0"/>
              <a:ea typeface="Calibri" panose="020F0502020204030204" pitchFamily="34" charset="0"/>
              <a:cs typeface="Times New Roman" panose="02020603050405020304" pitchFamily="18" charset="0"/>
              <a:sym typeface="Arial"/>
            </a:endParaRPr>
          </a:p>
        </p:txBody>
      </p:sp>
      <p:sp>
        <p:nvSpPr>
          <p:cNvPr id="706" name="Google Shape;706;p66"/>
          <p:cNvSpPr txBox="1"/>
          <p:nvPr/>
        </p:nvSpPr>
        <p:spPr>
          <a:xfrm>
            <a:off x="8852488" y="1639136"/>
            <a:ext cx="3729104" cy="932000"/>
          </a:xfrm>
          <a:prstGeom prst="rect">
            <a:avLst/>
          </a:prstGeom>
          <a:noFill/>
          <a:ln>
            <a:noFill/>
          </a:ln>
        </p:spPr>
        <p:txBody>
          <a:bodyPr spcFirstLastPara="1" wrap="square" lIns="121900" tIns="121900" rIns="121900" bIns="121900" anchor="t" anchorCtr="0">
            <a:noAutofit/>
          </a:bodyPr>
          <a:lstStyle/>
          <a:p>
            <a:pPr defTabSz="1219170">
              <a:lnSpc>
                <a:spcPct val="115000"/>
              </a:lnSpc>
              <a:spcAft>
                <a:spcPts val="1067"/>
              </a:spcAft>
              <a:buClr>
                <a:srgbClr val="000000"/>
              </a:buClr>
              <a:buSzPts val="1000"/>
              <a:tabLst>
                <a:tab pos="609585" algn="l"/>
              </a:tabLst>
            </a:pPr>
            <a:r>
              <a:rPr lang="ru-RU"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Анализ покрытия смен по всем подразделениям;</a:t>
            </a:r>
            <a:endParaRPr lang="ru-RU" sz="1467" kern="100" dirty="0">
              <a:solidFill>
                <a:srgbClr val="000000"/>
              </a:solidFill>
              <a:latin typeface="Calibri" panose="020F0502020204030204" pitchFamily="34" charset="0"/>
              <a:ea typeface="Calibri" panose="020F0502020204030204" pitchFamily="34" charset="0"/>
              <a:cs typeface="Times New Roman" panose="02020603050405020304" pitchFamily="18" charset="0"/>
              <a:sym typeface="Arial"/>
            </a:endParaRPr>
          </a:p>
          <a:p>
            <a:pPr defTabSz="1219170">
              <a:lnSpc>
                <a:spcPct val="115000"/>
              </a:lnSpc>
              <a:spcAft>
                <a:spcPts val="1067"/>
              </a:spcAft>
              <a:buClr>
                <a:srgbClr val="000000"/>
              </a:buClr>
              <a:buSzPts val="1000"/>
              <a:tabLst>
                <a:tab pos="609585" algn="l"/>
              </a:tabLst>
            </a:pPr>
            <a:r>
              <a:rPr lang="en-US" sz="1467" kern="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Проверку</a:t>
            </a:r>
            <a:r>
              <a:rPr lang="en-US"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 </a:t>
            </a:r>
            <a:r>
              <a:rPr lang="en-US" sz="1467" kern="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соответствия</a:t>
            </a:r>
            <a:r>
              <a:rPr lang="en-US"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 </a:t>
            </a:r>
            <a:r>
              <a:rPr lang="en-US" sz="1467" kern="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корпоративным</a:t>
            </a:r>
            <a:r>
              <a:rPr lang="en-US"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 </a:t>
            </a:r>
            <a:r>
              <a:rPr lang="en-US" sz="1467" kern="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стандартам</a:t>
            </a:r>
            <a:r>
              <a:rPr lang="en-US"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a:t>
            </a:r>
            <a:endParaRPr lang="ru-RU" sz="1467" kern="100" dirty="0">
              <a:solidFill>
                <a:srgbClr val="000000"/>
              </a:solidFill>
              <a:latin typeface="Calibri" panose="020F0502020204030204" pitchFamily="34" charset="0"/>
              <a:ea typeface="Calibri" panose="020F0502020204030204" pitchFamily="34" charset="0"/>
              <a:cs typeface="Times New Roman" panose="02020603050405020304" pitchFamily="18" charset="0"/>
              <a:sym typeface="Arial"/>
            </a:endParaRPr>
          </a:p>
          <a:p>
            <a:pPr defTabSz="1219170">
              <a:lnSpc>
                <a:spcPct val="115000"/>
              </a:lnSpc>
              <a:spcAft>
                <a:spcPts val="1067"/>
              </a:spcAft>
              <a:buClr>
                <a:srgbClr val="000000"/>
              </a:buClr>
              <a:buSzPts val="1000"/>
              <a:tabLst>
                <a:tab pos="609585" algn="l"/>
              </a:tabLst>
            </a:pPr>
            <a:r>
              <a:rPr lang="en-US" sz="1467" kern="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Финальное</a:t>
            </a:r>
            <a:r>
              <a:rPr lang="en-US"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 </a:t>
            </a:r>
            <a:r>
              <a:rPr lang="en-US" sz="1467" kern="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утверждение</a:t>
            </a:r>
            <a:r>
              <a:rPr lang="en-US"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 </a:t>
            </a:r>
            <a:r>
              <a:rPr lang="en-US" sz="1467" kern="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графика</a:t>
            </a:r>
            <a:r>
              <a:rPr lang="en-US"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a:t>
            </a:r>
            <a:endParaRPr lang="ru-RU" sz="1467" kern="100" dirty="0">
              <a:solidFill>
                <a:srgbClr val="000000"/>
              </a:solidFill>
              <a:latin typeface="Calibri" panose="020F0502020204030204" pitchFamily="34" charset="0"/>
              <a:ea typeface="Calibri" panose="020F0502020204030204" pitchFamily="34" charset="0"/>
              <a:cs typeface="Times New Roman" panose="02020603050405020304" pitchFamily="18" charset="0"/>
              <a:sym typeface="Arial"/>
            </a:endParaRPr>
          </a:p>
          <a:p>
            <a:pPr defTabSz="1219170">
              <a:spcAft>
                <a:spcPts val="2133"/>
              </a:spcAft>
              <a:buClr>
                <a:srgbClr val="000000"/>
              </a:buClr>
            </a:pPr>
            <a:endParaRPr sz="1400" kern="0" dirty="0">
              <a:solidFill>
                <a:srgbClr val="2D0557"/>
              </a:solidFill>
              <a:latin typeface="Oswald Light"/>
              <a:ea typeface="Oswald Light"/>
              <a:cs typeface="Oswald Light"/>
              <a:sym typeface="Oswald Light"/>
            </a:endParaRPr>
          </a:p>
        </p:txBody>
      </p:sp>
      <p:sp>
        <p:nvSpPr>
          <p:cNvPr id="707" name="Google Shape;707;p66"/>
          <p:cNvSpPr txBox="1"/>
          <p:nvPr/>
        </p:nvSpPr>
        <p:spPr>
          <a:xfrm>
            <a:off x="8433866" y="4250800"/>
            <a:ext cx="3837709" cy="932000"/>
          </a:xfrm>
          <a:prstGeom prst="rect">
            <a:avLst/>
          </a:prstGeom>
          <a:noFill/>
          <a:ln>
            <a:noFill/>
          </a:ln>
        </p:spPr>
        <p:txBody>
          <a:bodyPr spcFirstLastPara="1" wrap="square" lIns="121900" tIns="121900" rIns="121900" bIns="121900" anchor="t" anchorCtr="0">
            <a:noAutofit/>
          </a:bodyPr>
          <a:lstStyle/>
          <a:p>
            <a:pPr defTabSz="1219170">
              <a:lnSpc>
                <a:spcPct val="115000"/>
              </a:lnSpc>
              <a:spcAft>
                <a:spcPts val="1067"/>
              </a:spcAft>
              <a:buClr>
                <a:srgbClr val="000000"/>
              </a:buClr>
              <a:buSzPts val="1000"/>
              <a:tabLst>
                <a:tab pos="609585" algn="l"/>
              </a:tabLst>
            </a:pPr>
            <a:r>
              <a:rPr lang="ru-RU"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Система </a:t>
            </a:r>
            <a:r>
              <a:rPr lang="ru-RU" sz="1467" b="1"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автоматически уведомляет сотрудников</a:t>
            </a:r>
            <a:r>
              <a:rPr lang="ru-RU"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 через приложение или </a:t>
            </a:r>
            <a:r>
              <a:rPr lang="en-US" sz="1467" kern="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Zalo</a:t>
            </a:r>
            <a:r>
              <a:rPr lang="ru-RU"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a:t>
            </a:r>
            <a:endParaRPr lang="ru-RU" sz="1467" kern="100" dirty="0">
              <a:solidFill>
                <a:srgbClr val="000000"/>
              </a:solidFill>
              <a:latin typeface="Calibri" panose="020F0502020204030204" pitchFamily="34" charset="0"/>
              <a:ea typeface="Calibri" panose="020F0502020204030204" pitchFamily="34" charset="0"/>
              <a:cs typeface="Times New Roman" panose="02020603050405020304" pitchFamily="18" charset="0"/>
              <a:sym typeface="Arial"/>
            </a:endParaRPr>
          </a:p>
          <a:p>
            <a:pPr defTabSz="1219170">
              <a:lnSpc>
                <a:spcPct val="115000"/>
              </a:lnSpc>
              <a:spcAft>
                <a:spcPts val="1067"/>
              </a:spcAft>
              <a:buClr>
                <a:srgbClr val="000000"/>
              </a:buClr>
              <a:buSzPts val="1000"/>
              <a:tabLst>
                <a:tab pos="609585" algn="l"/>
              </a:tabLst>
            </a:pPr>
            <a:r>
              <a:rPr lang="en-US" sz="1467" b="1" kern="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Обновляется</a:t>
            </a:r>
            <a:r>
              <a:rPr lang="en-US" sz="1467" b="1"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 </a:t>
            </a:r>
            <a:r>
              <a:rPr lang="en-US" sz="1467" b="1" kern="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дашборд</a:t>
            </a:r>
            <a:r>
              <a:rPr lang="en-US" sz="1467" b="1"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 </a:t>
            </a:r>
            <a:r>
              <a:rPr lang="en-US" sz="1467" b="1" kern="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руководителей</a:t>
            </a:r>
            <a:r>
              <a:rPr lang="en-US"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a:t>
            </a:r>
            <a:endParaRPr lang="ru-RU" sz="1467" kern="100" dirty="0">
              <a:solidFill>
                <a:srgbClr val="000000"/>
              </a:solidFill>
              <a:latin typeface="Calibri" panose="020F0502020204030204" pitchFamily="34" charset="0"/>
              <a:ea typeface="Calibri" panose="020F0502020204030204" pitchFamily="34" charset="0"/>
              <a:cs typeface="Times New Roman" panose="02020603050405020304" pitchFamily="18" charset="0"/>
              <a:sym typeface="Arial"/>
            </a:endParaRPr>
          </a:p>
          <a:p>
            <a:pPr defTabSz="1219170">
              <a:lnSpc>
                <a:spcPct val="115000"/>
              </a:lnSpc>
              <a:spcAft>
                <a:spcPts val="1067"/>
              </a:spcAft>
              <a:buClr>
                <a:srgbClr val="000000"/>
              </a:buClr>
              <a:buSzPts val="1000"/>
              <a:tabLst>
                <a:tab pos="609585" algn="l"/>
              </a:tabLst>
            </a:pPr>
            <a:r>
              <a:rPr lang="ru-RU"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График </a:t>
            </a:r>
            <a:r>
              <a:rPr lang="ru-RU" sz="1467" b="1"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привязывается к </a:t>
            </a:r>
            <a:r>
              <a:rPr lang="en-US" sz="1467" b="1"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KPI</a:t>
            </a:r>
            <a:r>
              <a:rPr lang="ru-RU" sz="1467"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rPr>
              <a:t>, что позволяет учитывать его в последующей оценке эффективности.</a:t>
            </a:r>
            <a:endParaRPr lang="ru-RU" sz="1467" kern="100" dirty="0">
              <a:solidFill>
                <a:srgbClr val="000000"/>
              </a:solidFill>
              <a:latin typeface="Calibri" panose="020F0502020204030204" pitchFamily="34" charset="0"/>
              <a:ea typeface="Calibri" panose="020F0502020204030204" pitchFamily="34" charset="0"/>
              <a:cs typeface="Times New Roman" panose="02020603050405020304" pitchFamily="18" charset="0"/>
              <a:sym typeface="Arial"/>
            </a:endParaRPr>
          </a:p>
        </p:txBody>
      </p:sp>
      <p:pic>
        <p:nvPicPr>
          <p:cNvPr id="4" name="Рисунок 3">
            <a:extLst>
              <a:ext uri="{FF2B5EF4-FFF2-40B4-BE49-F238E27FC236}">
                <a16:creationId xmlns:a16="http://schemas.microsoft.com/office/drawing/2014/main" id="{CC49B8F7-9E0C-6BE9-08AE-B378272B55C0}"/>
              </a:ext>
            </a:extLst>
          </p:cNvPr>
          <p:cNvPicPr>
            <a:picLocks noChangeAspect="1"/>
          </p:cNvPicPr>
          <p:nvPr/>
        </p:nvPicPr>
        <p:blipFill>
          <a:blip r:embed="rId3">
            <a:duotone>
              <a:schemeClr val="accent2">
                <a:shade val="45000"/>
                <a:satMod val="135000"/>
              </a:schemeClr>
              <a:prstClr val="white"/>
            </a:duotone>
          </a:blip>
          <a:stretch>
            <a:fillRect/>
          </a:stretch>
        </p:blipFill>
        <p:spPr>
          <a:xfrm>
            <a:off x="247665" y="2830819"/>
            <a:ext cx="331948" cy="331948"/>
          </a:xfrm>
          <a:prstGeom prst="rect">
            <a:avLst/>
          </a:prstGeom>
        </p:spPr>
      </p:pic>
      <p:pic>
        <p:nvPicPr>
          <p:cNvPr id="5" name="Рисунок 4">
            <a:extLst>
              <a:ext uri="{FF2B5EF4-FFF2-40B4-BE49-F238E27FC236}">
                <a16:creationId xmlns:a16="http://schemas.microsoft.com/office/drawing/2014/main" id="{B4C9FE63-148E-932F-045F-05DAC71AADCD}"/>
              </a:ext>
            </a:extLst>
          </p:cNvPr>
          <p:cNvPicPr>
            <a:picLocks noChangeAspect="1"/>
          </p:cNvPicPr>
          <p:nvPr/>
        </p:nvPicPr>
        <p:blipFill>
          <a:blip r:embed="rId3">
            <a:duotone>
              <a:schemeClr val="accent2">
                <a:shade val="45000"/>
                <a:satMod val="135000"/>
              </a:schemeClr>
              <a:prstClr val="white"/>
            </a:duotone>
          </a:blip>
          <a:stretch>
            <a:fillRect/>
          </a:stretch>
        </p:blipFill>
        <p:spPr>
          <a:xfrm>
            <a:off x="247665" y="3462793"/>
            <a:ext cx="331948" cy="331948"/>
          </a:xfrm>
          <a:prstGeom prst="rect">
            <a:avLst/>
          </a:prstGeom>
        </p:spPr>
      </p:pic>
      <p:pic>
        <p:nvPicPr>
          <p:cNvPr id="6" name="Рисунок 5">
            <a:extLst>
              <a:ext uri="{FF2B5EF4-FFF2-40B4-BE49-F238E27FC236}">
                <a16:creationId xmlns:a16="http://schemas.microsoft.com/office/drawing/2014/main" id="{F3C116E2-621F-3015-9592-AC7896928C35}"/>
              </a:ext>
            </a:extLst>
          </p:cNvPr>
          <p:cNvPicPr>
            <a:picLocks noChangeAspect="1"/>
          </p:cNvPicPr>
          <p:nvPr/>
        </p:nvPicPr>
        <p:blipFill>
          <a:blip r:embed="rId3">
            <a:duotone>
              <a:schemeClr val="accent2">
                <a:shade val="45000"/>
                <a:satMod val="135000"/>
              </a:schemeClr>
              <a:prstClr val="white"/>
            </a:duotone>
          </a:blip>
          <a:stretch>
            <a:fillRect/>
          </a:stretch>
        </p:blipFill>
        <p:spPr>
          <a:xfrm>
            <a:off x="852522" y="5182801"/>
            <a:ext cx="331948" cy="331948"/>
          </a:xfrm>
          <a:prstGeom prst="rect">
            <a:avLst/>
          </a:prstGeom>
        </p:spPr>
      </p:pic>
      <p:pic>
        <p:nvPicPr>
          <p:cNvPr id="7" name="Рисунок 6">
            <a:extLst>
              <a:ext uri="{FF2B5EF4-FFF2-40B4-BE49-F238E27FC236}">
                <a16:creationId xmlns:a16="http://schemas.microsoft.com/office/drawing/2014/main" id="{66C9EC24-54BE-5485-60F1-731F6FF5851D}"/>
              </a:ext>
            </a:extLst>
          </p:cNvPr>
          <p:cNvPicPr>
            <a:picLocks noChangeAspect="1"/>
          </p:cNvPicPr>
          <p:nvPr/>
        </p:nvPicPr>
        <p:blipFill>
          <a:blip r:embed="rId3">
            <a:duotone>
              <a:schemeClr val="accent2">
                <a:shade val="45000"/>
                <a:satMod val="135000"/>
              </a:schemeClr>
              <a:prstClr val="white"/>
            </a:duotone>
          </a:blip>
          <a:stretch>
            <a:fillRect/>
          </a:stretch>
        </p:blipFill>
        <p:spPr>
          <a:xfrm>
            <a:off x="852521" y="6065713"/>
            <a:ext cx="331948" cy="331948"/>
          </a:xfrm>
          <a:prstGeom prst="rect">
            <a:avLst/>
          </a:prstGeom>
        </p:spPr>
      </p:pic>
      <p:pic>
        <p:nvPicPr>
          <p:cNvPr id="8" name="Рисунок 7">
            <a:extLst>
              <a:ext uri="{FF2B5EF4-FFF2-40B4-BE49-F238E27FC236}">
                <a16:creationId xmlns:a16="http://schemas.microsoft.com/office/drawing/2014/main" id="{365B5AD6-F917-945F-5C34-8E8488672E60}"/>
              </a:ext>
            </a:extLst>
          </p:cNvPr>
          <p:cNvPicPr>
            <a:picLocks noChangeAspect="1"/>
          </p:cNvPicPr>
          <p:nvPr/>
        </p:nvPicPr>
        <p:blipFill>
          <a:blip r:embed="rId3">
            <a:duotone>
              <a:schemeClr val="accent2">
                <a:shade val="45000"/>
                <a:satMod val="135000"/>
              </a:schemeClr>
              <a:prstClr val="white"/>
            </a:duotone>
          </a:blip>
          <a:stretch>
            <a:fillRect/>
          </a:stretch>
        </p:blipFill>
        <p:spPr>
          <a:xfrm>
            <a:off x="852519" y="5620553"/>
            <a:ext cx="331948" cy="331948"/>
          </a:xfrm>
          <a:prstGeom prst="rect">
            <a:avLst/>
          </a:prstGeom>
        </p:spPr>
      </p:pic>
      <p:pic>
        <p:nvPicPr>
          <p:cNvPr id="9" name="Рисунок 8">
            <a:extLst>
              <a:ext uri="{FF2B5EF4-FFF2-40B4-BE49-F238E27FC236}">
                <a16:creationId xmlns:a16="http://schemas.microsoft.com/office/drawing/2014/main" id="{29466028-AECF-9117-D6B4-02B4908352F5}"/>
              </a:ext>
            </a:extLst>
          </p:cNvPr>
          <p:cNvPicPr>
            <a:picLocks noChangeAspect="1"/>
          </p:cNvPicPr>
          <p:nvPr/>
        </p:nvPicPr>
        <p:blipFill>
          <a:blip r:embed="rId3">
            <a:duotone>
              <a:schemeClr val="accent2">
                <a:shade val="45000"/>
                <a:satMod val="135000"/>
              </a:schemeClr>
              <a:prstClr val="white"/>
            </a:duotone>
          </a:blip>
          <a:stretch>
            <a:fillRect/>
          </a:stretch>
        </p:blipFill>
        <p:spPr>
          <a:xfrm>
            <a:off x="852519" y="6478165"/>
            <a:ext cx="331948" cy="331948"/>
          </a:xfrm>
          <a:prstGeom prst="rect">
            <a:avLst/>
          </a:prstGeom>
        </p:spPr>
      </p:pic>
      <p:pic>
        <p:nvPicPr>
          <p:cNvPr id="12" name="Рисунок 11">
            <a:extLst>
              <a:ext uri="{FF2B5EF4-FFF2-40B4-BE49-F238E27FC236}">
                <a16:creationId xmlns:a16="http://schemas.microsoft.com/office/drawing/2014/main" id="{2262E7AD-551E-1F8D-2C09-172D3FBAC3DD}"/>
              </a:ext>
            </a:extLst>
          </p:cNvPr>
          <p:cNvPicPr>
            <a:picLocks noChangeAspect="1"/>
          </p:cNvPicPr>
          <p:nvPr/>
        </p:nvPicPr>
        <p:blipFill>
          <a:blip r:embed="rId3">
            <a:duotone>
              <a:schemeClr val="accent2">
                <a:shade val="45000"/>
                <a:satMod val="135000"/>
              </a:schemeClr>
              <a:prstClr val="white"/>
            </a:duotone>
          </a:blip>
          <a:stretch>
            <a:fillRect/>
          </a:stretch>
        </p:blipFill>
        <p:spPr>
          <a:xfrm>
            <a:off x="852518" y="5182799"/>
            <a:ext cx="331948" cy="331948"/>
          </a:xfrm>
          <a:prstGeom prst="rect">
            <a:avLst/>
          </a:prstGeom>
        </p:spPr>
      </p:pic>
      <p:pic>
        <p:nvPicPr>
          <p:cNvPr id="13" name="Рисунок 12">
            <a:extLst>
              <a:ext uri="{FF2B5EF4-FFF2-40B4-BE49-F238E27FC236}">
                <a16:creationId xmlns:a16="http://schemas.microsoft.com/office/drawing/2014/main" id="{ACE3DE43-E654-281B-BAE6-CB94E4BA7404}"/>
              </a:ext>
            </a:extLst>
          </p:cNvPr>
          <p:cNvPicPr>
            <a:picLocks noChangeAspect="1"/>
          </p:cNvPicPr>
          <p:nvPr/>
        </p:nvPicPr>
        <p:blipFill>
          <a:blip r:embed="rId3">
            <a:duotone>
              <a:schemeClr val="accent2">
                <a:shade val="45000"/>
                <a:satMod val="135000"/>
              </a:schemeClr>
              <a:prstClr val="white"/>
            </a:duotone>
          </a:blip>
          <a:stretch>
            <a:fillRect/>
          </a:stretch>
        </p:blipFill>
        <p:spPr>
          <a:xfrm>
            <a:off x="3970755" y="2414150"/>
            <a:ext cx="331948" cy="331948"/>
          </a:xfrm>
          <a:prstGeom prst="rect">
            <a:avLst/>
          </a:prstGeom>
        </p:spPr>
      </p:pic>
      <p:pic>
        <p:nvPicPr>
          <p:cNvPr id="14" name="Рисунок 13">
            <a:extLst>
              <a:ext uri="{FF2B5EF4-FFF2-40B4-BE49-F238E27FC236}">
                <a16:creationId xmlns:a16="http://schemas.microsoft.com/office/drawing/2014/main" id="{92E265C1-3B79-AD53-798A-210DA568395D}"/>
              </a:ext>
            </a:extLst>
          </p:cNvPr>
          <p:cNvPicPr>
            <a:picLocks noChangeAspect="1"/>
          </p:cNvPicPr>
          <p:nvPr/>
        </p:nvPicPr>
        <p:blipFill>
          <a:blip r:embed="rId3">
            <a:duotone>
              <a:schemeClr val="accent2">
                <a:shade val="45000"/>
                <a:satMod val="135000"/>
              </a:schemeClr>
              <a:prstClr val="white"/>
            </a:duotone>
          </a:blip>
          <a:stretch>
            <a:fillRect/>
          </a:stretch>
        </p:blipFill>
        <p:spPr>
          <a:xfrm>
            <a:off x="3991538" y="3533859"/>
            <a:ext cx="331948" cy="331948"/>
          </a:xfrm>
          <a:prstGeom prst="rect">
            <a:avLst/>
          </a:prstGeom>
        </p:spPr>
      </p:pic>
      <p:pic>
        <p:nvPicPr>
          <p:cNvPr id="15" name="Рисунок 14">
            <a:extLst>
              <a:ext uri="{FF2B5EF4-FFF2-40B4-BE49-F238E27FC236}">
                <a16:creationId xmlns:a16="http://schemas.microsoft.com/office/drawing/2014/main" id="{A4D70E9E-DA42-20DE-562B-E4F3C45D8835}"/>
              </a:ext>
            </a:extLst>
          </p:cNvPr>
          <p:cNvPicPr>
            <a:picLocks noChangeAspect="1"/>
          </p:cNvPicPr>
          <p:nvPr/>
        </p:nvPicPr>
        <p:blipFill>
          <a:blip r:embed="rId3">
            <a:duotone>
              <a:schemeClr val="accent2">
                <a:shade val="45000"/>
                <a:satMod val="135000"/>
              </a:schemeClr>
              <a:prstClr val="white"/>
            </a:duotone>
          </a:blip>
          <a:stretch>
            <a:fillRect/>
          </a:stretch>
        </p:blipFill>
        <p:spPr>
          <a:xfrm>
            <a:off x="8376921" y="1768011"/>
            <a:ext cx="331948" cy="331948"/>
          </a:xfrm>
          <a:prstGeom prst="rect">
            <a:avLst/>
          </a:prstGeom>
        </p:spPr>
      </p:pic>
      <p:pic>
        <p:nvPicPr>
          <p:cNvPr id="16" name="Рисунок 15">
            <a:extLst>
              <a:ext uri="{FF2B5EF4-FFF2-40B4-BE49-F238E27FC236}">
                <a16:creationId xmlns:a16="http://schemas.microsoft.com/office/drawing/2014/main" id="{32ED3B97-75B0-D5AF-9BAA-8726FDB9AEA0}"/>
              </a:ext>
            </a:extLst>
          </p:cNvPr>
          <p:cNvPicPr>
            <a:picLocks noChangeAspect="1"/>
          </p:cNvPicPr>
          <p:nvPr/>
        </p:nvPicPr>
        <p:blipFill>
          <a:blip r:embed="rId3">
            <a:duotone>
              <a:schemeClr val="accent2">
                <a:shade val="45000"/>
                <a:satMod val="135000"/>
              </a:schemeClr>
              <a:prstClr val="white"/>
            </a:duotone>
          </a:blip>
          <a:stretch>
            <a:fillRect/>
          </a:stretch>
        </p:blipFill>
        <p:spPr>
          <a:xfrm>
            <a:off x="8376921" y="2422954"/>
            <a:ext cx="331948" cy="331948"/>
          </a:xfrm>
          <a:prstGeom prst="rect">
            <a:avLst/>
          </a:prstGeom>
        </p:spPr>
      </p:pic>
      <p:pic>
        <p:nvPicPr>
          <p:cNvPr id="17" name="Рисунок 16">
            <a:extLst>
              <a:ext uri="{FF2B5EF4-FFF2-40B4-BE49-F238E27FC236}">
                <a16:creationId xmlns:a16="http://schemas.microsoft.com/office/drawing/2014/main" id="{FD1B8D08-7B09-D9F1-C950-AF3BE4C78EC2}"/>
              </a:ext>
            </a:extLst>
          </p:cNvPr>
          <p:cNvPicPr>
            <a:picLocks noChangeAspect="1"/>
          </p:cNvPicPr>
          <p:nvPr/>
        </p:nvPicPr>
        <p:blipFill>
          <a:blip r:embed="rId3">
            <a:duotone>
              <a:schemeClr val="accent2">
                <a:shade val="45000"/>
                <a:satMod val="135000"/>
              </a:schemeClr>
              <a:prstClr val="white"/>
            </a:duotone>
          </a:blip>
          <a:stretch>
            <a:fillRect/>
          </a:stretch>
        </p:blipFill>
        <p:spPr>
          <a:xfrm>
            <a:off x="8376921" y="3075358"/>
            <a:ext cx="331948" cy="331948"/>
          </a:xfrm>
          <a:prstGeom prst="rect">
            <a:avLst/>
          </a:prstGeom>
        </p:spPr>
      </p:pic>
      <p:pic>
        <p:nvPicPr>
          <p:cNvPr id="18" name="Рисунок 17">
            <a:extLst>
              <a:ext uri="{FF2B5EF4-FFF2-40B4-BE49-F238E27FC236}">
                <a16:creationId xmlns:a16="http://schemas.microsoft.com/office/drawing/2014/main" id="{D943C2CD-0690-AD8F-A72B-2C684AE00536}"/>
              </a:ext>
            </a:extLst>
          </p:cNvPr>
          <p:cNvPicPr>
            <a:picLocks noChangeAspect="1"/>
          </p:cNvPicPr>
          <p:nvPr/>
        </p:nvPicPr>
        <p:blipFill>
          <a:blip r:embed="rId3">
            <a:duotone>
              <a:schemeClr val="accent2">
                <a:shade val="45000"/>
                <a:satMod val="135000"/>
              </a:schemeClr>
              <a:prstClr val="white"/>
            </a:duotone>
          </a:blip>
          <a:stretch>
            <a:fillRect/>
          </a:stretch>
        </p:blipFill>
        <p:spPr>
          <a:xfrm>
            <a:off x="8101918" y="4327109"/>
            <a:ext cx="331948" cy="331948"/>
          </a:xfrm>
          <a:prstGeom prst="rect">
            <a:avLst/>
          </a:prstGeom>
        </p:spPr>
      </p:pic>
      <p:pic>
        <p:nvPicPr>
          <p:cNvPr id="19" name="Рисунок 18">
            <a:extLst>
              <a:ext uri="{FF2B5EF4-FFF2-40B4-BE49-F238E27FC236}">
                <a16:creationId xmlns:a16="http://schemas.microsoft.com/office/drawing/2014/main" id="{A8A9ACA7-7821-B3BF-4526-8CF6E73F8489}"/>
              </a:ext>
            </a:extLst>
          </p:cNvPr>
          <p:cNvPicPr>
            <a:picLocks noChangeAspect="1"/>
          </p:cNvPicPr>
          <p:nvPr/>
        </p:nvPicPr>
        <p:blipFill>
          <a:blip r:embed="rId3">
            <a:duotone>
              <a:schemeClr val="accent2">
                <a:shade val="45000"/>
                <a:satMod val="135000"/>
              </a:schemeClr>
              <a:prstClr val="white"/>
            </a:duotone>
          </a:blip>
          <a:stretch>
            <a:fillRect/>
          </a:stretch>
        </p:blipFill>
        <p:spPr>
          <a:xfrm>
            <a:off x="8101918" y="5620551"/>
            <a:ext cx="331948" cy="331948"/>
          </a:xfrm>
          <a:prstGeom prst="rect">
            <a:avLst/>
          </a:prstGeom>
        </p:spPr>
      </p:pic>
      <p:pic>
        <p:nvPicPr>
          <p:cNvPr id="20" name="Рисунок 19">
            <a:extLst>
              <a:ext uri="{FF2B5EF4-FFF2-40B4-BE49-F238E27FC236}">
                <a16:creationId xmlns:a16="http://schemas.microsoft.com/office/drawing/2014/main" id="{4D32802E-38EE-43B9-FD64-86424C43D9E5}"/>
              </a:ext>
            </a:extLst>
          </p:cNvPr>
          <p:cNvPicPr>
            <a:picLocks noChangeAspect="1"/>
          </p:cNvPicPr>
          <p:nvPr/>
        </p:nvPicPr>
        <p:blipFill>
          <a:blip r:embed="rId3">
            <a:duotone>
              <a:schemeClr val="accent2">
                <a:shade val="45000"/>
                <a:satMod val="135000"/>
              </a:schemeClr>
              <a:prstClr val="white"/>
            </a:duotone>
          </a:blip>
          <a:stretch>
            <a:fillRect/>
          </a:stretch>
        </p:blipFill>
        <p:spPr>
          <a:xfrm>
            <a:off x="8101918" y="5002281"/>
            <a:ext cx="331948" cy="3319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692"/>
                                        </p:tgtEl>
                                        <p:attrNameLst>
                                          <p:attrName>style.visibility</p:attrName>
                                        </p:attrNameLst>
                                      </p:cBhvr>
                                      <p:to>
                                        <p:strVal val="visible"/>
                                      </p:to>
                                    </p:set>
                                    <p:anim calcmode="lin" valueType="num">
                                      <p:cBhvr additive="base">
                                        <p:cTn id="7" dur="1000"/>
                                        <p:tgtEl>
                                          <p:spTgt spid="69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872E116C-CF21-FD7F-444A-9AF6F4E3D1CE}"/>
              </a:ext>
            </a:extLst>
          </p:cNvPr>
          <p:cNvPicPr>
            <a:picLocks noChangeAspect="1"/>
          </p:cNvPicPr>
          <p:nvPr/>
        </p:nvPicPr>
        <p:blipFill>
          <a:blip r:embed="rId2"/>
          <a:stretch>
            <a:fillRect/>
          </a:stretch>
        </p:blipFill>
        <p:spPr>
          <a:xfrm>
            <a:off x="0" y="0"/>
            <a:ext cx="12159660" cy="6858000"/>
          </a:xfrm>
          <a:prstGeom prst="rect">
            <a:avLst/>
          </a:prstGeom>
        </p:spPr>
      </p:pic>
      <p:pic>
        <p:nvPicPr>
          <p:cNvPr id="3" name="Рисунок 2">
            <a:extLst>
              <a:ext uri="{FF2B5EF4-FFF2-40B4-BE49-F238E27FC236}">
                <a16:creationId xmlns:a16="http://schemas.microsoft.com/office/drawing/2014/main" id="{43489AE3-37CC-6DA8-7543-D3519DCDCAAB}"/>
              </a:ext>
            </a:extLst>
          </p:cNvPr>
          <p:cNvPicPr>
            <a:picLocks noChangeAspect="1"/>
          </p:cNvPicPr>
          <p:nvPr/>
        </p:nvPicPr>
        <p:blipFill>
          <a:blip r:embed="rId3"/>
          <a:stretch>
            <a:fillRect/>
          </a:stretch>
        </p:blipFill>
        <p:spPr>
          <a:xfrm>
            <a:off x="513588" y="621792"/>
            <a:ext cx="11164824" cy="6144768"/>
          </a:xfrm>
          <a:prstGeom prst="rect">
            <a:avLst/>
          </a:prstGeom>
        </p:spPr>
      </p:pic>
      <p:sp>
        <p:nvSpPr>
          <p:cNvPr id="4" name="Прямоугольник 3">
            <a:extLst>
              <a:ext uri="{FF2B5EF4-FFF2-40B4-BE49-F238E27FC236}">
                <a16:creationId xmlns:a16="http://schemas.microsoft.com/office/drawing/2014/main" id="{48C61022-030E-A867-0AD6-CB252BFC476D}"/>
              </a:ext>
            </a:extLst>
          </p:cNvPr>
          <p:cNvSpPr/>
          <p:nvPr/>
        </p:nvSpPr>
        <p:spPr>
          <a:xfrm>
            <a:off x="2737997" y="130242"/>
            <a:ext cx="6716006" cy="400110"/>
          </a:xfrm>
          <a:prstGeom prst="rect">
            <a:avLst/>
          </a:prstGeom>
          <a:noFill/>
        </p:spPr>
        <p:txBody>
          <a:bodyPr wrap="none" lIns="91440" tIns="45720" rIns="91440" bIns="45720">
            <a:spAutoFit/>
          </a:bodyPr>
          <a:lstStyle/>
          <a:p>
            <a:pPr algn="ctr"/>
            <a:r>
              <a:rPr lang="ru-RU" sz="2000" b="0" cap="none" spc="0" dirty="0">
                <a:ln w="0"/>
                <a:solidFill>
                  <a:schemeClr val="tx1"/>
                </a:solidFill>
                <a:effectLst>
                  <a:outerShdw blurRad="38100" dist="19050" dir="2700000" algn="tl" rotWithShape="0">
                    <a:schemeClr val="dk1">
                      <a:alpha val="40000"/>
                    </a:schemeClr>
                  </a:outerShdw>
                </a:effectLst>
              </a:rPr>
              <a:t>BPMN-схемы </a:t>
            </a:r>
            <a:r>
              <a:rPr lang="vi-VN" sz="2000" b="0" cap="none" spc="0" dirty="0">
                <a:ln w="0"/>
                <a:solidFill>
                  <a:schemeClr val="tx1"/>
                </a:solidFill>
                <a:effectLst>
                  <a:outerShdw blurRad="38100" dist="19050" dir="2700000" algn="tl" rotWithShape="0">
                    <a:schemeClr val="dk1">
                      <a:alpha val="40000"/>
                    </a:schemeClr>
                  </a:outerShdw>
                </a:effectLst>
              </a:rPr>
              <a:t>TO – BE </a:t>
            </a:r>
            <a:r>
              <a:rPr lang="ru-RU" sz="2000" b="0" cap="none" spc="0" dirty="0">
                <a:ln w="0"/>
                <a:solidFill>
                  <a:schemeClr val="tx1"/>
                </a:solidFill>
                <a:effectLst>
                  <a:outerShdw blurRad="38100" dist="19050" dir="2700000" algn="tl" rotWithShape="0">
                    <a:schemeClr val="dk1">
                      <a:alpha val="40000"/>
                    </a:schemeClr>
                  </a:outerShdw>
                </a:effectLst>
              </a:rPr>
              <a:t>для </a:t>
            </a:r>
            <a:r>
              <a:rPr lang="ru-RU" sz="2000" kern="0" dirty="0">
                <a:ln w="0"/>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процесса оформления отпуска</a:t>
            </a:r>
            <a:endParaRPr lang="ru-RU" sz="60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4512574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618"/>
        <p:cNvGrpSpPr/>
        <p:nvPr/>
      </p:nvGrpSpPr>
      <p:grpSpPr>
        <a:xfrm>
          <a:off x="0" y="0"/>
          <a:ext cx="0" cy="0"/>
          <a:chOff x="0" y="0"/>
          <a:chExt cx="0" cy="0"/>
        </a:xfrm>
      </p:grpSpPr>
      <p:sp>
        <p:nvSpPr>
          <p:cNvPr id="1619" name="Google Shape;1619;p97"/>
          <p:cNvSpPr txBox="1">
            <a:spLocks noGrp="1"/>
          </p:cNvSpPr>
          <p:nvPr>
            <p:ph type="title"/>
          </p:nvPr>
        </p:nvSpPr>
        <p:spPr>
          <a:xfrm>
            <a:off x="1274605" y="2590278"/>
            <a:ext cx="2960513" cy="1842549"/>
          </a:xfrm>
          <a:prstGeom prst="rect">
            <a:avLst/>
          </a:prstGeom>
        </p:spPr>
        <p:txBody>
          <a:bodyPr spcFirstLastPara="1" wrap="square" lIns="121900" tIns="121900" rIns="121900" bIns="121900" anchor="ctr" anchorCtr="0">
            <a:noAutofit/>
          </a:bodyPr>
          <a:lstStyle/>
          <a:p>
            <a:pPr>
              <a:lnSpc>
                <a:spcPct val="115000"/>
              </a:lnSpc>
              <a:spcAft>
                <a:spcPts val="1067"/>
              </a:spcAft>
            </a:pPr>
            <a:r>
              <a:rPr lang="ru-RU" sz="14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cs typeface="Times New Roman" panose="02020603050405020304" pitchFamily="18" charset="0"/>
              </a:rPr>
              <a:t>Процесс начинается с того, что сотрудник инициирует запрос на отпуск, заполняя электронную форму в системе </a:t>
            </a:r>
            <a:r>
              <a:rPr lang="en-US" sz="14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cs typeface="Times New Roman" panose="02020603050405020304" pitchFamily="18" charset="0"/>
              </a:rPr>
              <a:t>HRM</a:t>
            </a:r>
            <a:r>
              <a:rPr lang="ru-RU" sz="14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cs typeface="Times New Roman" panose="02020603050405020304" pitchFamily="18" charset="0"/>
              </a:rPr>
              <a:t>.</a:t>
            </a:r>
            <a:br>
              <a:rPr lang="ru-RU" sz="14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cs typeface="Times New Roman" panose="02020603050405020304" pitchFamily="18" charset="0"/>
              </a:rPr>
            </a:br>
            <a:r>
              <a:rPr lang="ru-RU" sz="14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cs typeface="Times New Roman" panose="02020603050405020304" pitchFamily="18" charset="0"/>
              </a:rPr>
              <a:t>Затем он направляет заявку на утверждение непосредственному руководителю.</a:t>
            </a:r>
            <a:endParaRPr lang="ru-RU" sz="1400" kern="10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20" name="Google Shape;1620;p97"/>
          <p:cNvSpPr txBox="1">
            <a:spLocks noGrp="1"/>
          </p:cNvSpPr>
          <p:nvPr>
            <p:ph type="title" idx="2"/>
          </p:nvPr>
        </p:nvSpPr>
        <p:spPr>
          <a:xfrm>
            <a:off x="5162161" y="6258151"/>
            <a:ext cx="5618131" cy="528000"/>
          </a:xfrm>
          <a:prstGeom prst="rect">
            <a:avLst/>
          </a:prstGeom>
        </p:spPr>
        <p:txBody>
          <a:bodyPr spcFirstLastPara="1" wrap="square" lIns="121900" tIns="121900" rIns="121900" bIns="121900" anchor="b" anchorCtr="0">
            <a:noAutofit/>
          </a:bodyPr>
          <a:lstStyle/>
          <a:p>
            <a:pPr>
              <a:lnSpc>
                <a:spcPct val="115000"/>
              </a:lnSpc>
              <a:spcAft>
                <a:spcPts val="1067"/>
              </a:spcAft>
            </a:pPr>
            <a:r>
              <a:rPr lang="ru-RU" sz="1867" dirty="0">
                <a:latin typeface="Times New Roman" panose="02020603050405020304" pitchFamily="18" charset="0"/>
                <a:ea typeface="Times New Roman" panose="02020603050405020304" pitchFamily="18" charset="0"/>
                <a:cs typeface="Times New Roman" panose="02020603050405020304" pitchFamily="18" charset="0"/>
              </a:rPr>
              <a:t>Руководитель получает уведомление и рассматривает запрос:</a:t>
            </a:r>
            <a:br>
              <a:rPr lang="ru-RU" sz="1867" b="0" kern="100" dirty="0">
                <a:latin typeface="Calibri" panose="020F0502020204030204" pitchFamily="34" charset="0"/>
                <a:ea typeface="Calibri" panose="020F0502020204030204" pitchFamily="34" charset="0"/>
                <a:cs typeface="Times New Roman" panose="02020603050405020304" pitchFamily="18" charset="0"/>
              </a:rPr>
            </a:br>
            <a:r>
              <a:rPr lang="ru-RU" sz="1867" b="0" dirty="0">
                <a:latin typeface="Times New Roman" panose="02020603050405020304" pitchFamily="18" charset="0"/>
                <a:ea typeface="Times New Roman" panose="02020603050405020304" pitchFamily="18" charset="0"/>
                <a:cs typeface="Times New Roman" panose="02020603050405020304" pitchFamily="18" charset="0"/>
              </a:rPr>
              <a:t>Если отпуск не может быть предоставлен, </a:t>
            </a:r>
            <a:r>
              <a:rPr lang="vi-VN" sz="1867" b="0" dirty="0">
                <a:latin typeface="Times New Roman" panose="02020603050405020304" pitchFamily="18" charset="0"/>
                <a:ea typeface="Times New Roman" panose="02020603050405020304" pitchFamily="18" charset="0"/>
                <a:cs typeface="Times New Roman" panose="02020603050405020304" pitchFamily="18" charset="0"/>
              </a:rPr>
              <a:t> </a:t>
            </a:r>
            <a:r>
              <a:rPr lang="ru-RU" sz="1867" b="0" dirty="0">
                <a:latin typeface="Times New Roman" panose="02020603050405020304" pitchFamily="18" charset="0"/>
                <a:ea typeface="Times New Roman" panose="02020603050405020304" pitchFamily="18" charset="0"/>
                <a:cs typeface="Times New Roman" panose="02020603050405020304" pitchFamily="18" charset="0"/>
              </a:rPr>
              <a:t>руководитель отклоняет заявку и сотруднику автоматически отправляется уведомление о причине отказа;</a:t>
            </a:r>
            <a:br>
              <a:rPr lang="ru-RU" sz="1867" b="0" kern="100" dirty="0">
                <a:latin typeface="Calibri" panose="020F0502020204030204" pitchFamily="34" charset="0"/>
                <a:ea typeface="Calibri" panose="020F0502020204030204" pitchFamily="34" charset="0"/>
                <a:cs typeface="Times New Roman" panose="02020603050405020304" pitchFamily="18" charset="0"/>
              </a:rPr>
            </a:br>
            <a:r>
              <a:rPr lang="ru-RU" sz="1867" b="0" dirty="0">
                <a:latin typeface="Times New Roman" panose="02020603050405020304" pitchFamily="18" charset="0"/>
                <a:ea typeface="Times New Roman" panose="02020603050405020304" pitchFamily="18" charset="0"/>
                <a:cs typeface="Times New Roman" panose="02020603050405020304" pitchFamily="18" charset="0"/>
              </a:rPr>
              <a:t>Если отпуск одобрен, руководитель утверждает заявку и она передаётся в </a:t>
            </a:r>
            <a:r>
              <a:rPr lang="en-US" sz="1867" b="0" dirty="0">
                <a:latin typeface="Times New Roman" panose="02020603050405020304" pitchFamily="18" charset="0"/>
                <a:ea typeface="Times New Roman" panose="02020603050405020304" pitchFamily="18" charset="0"/>
                <a:cs typeface="Times New Roman" panose="02020603050405020304" pitchFamily="18" charset="0"/>
              </a:rPr>
              <a:t>HR</a:t>
            </a:r>
            <a:r>
              <a:rPr lang="ru-RU" sz="1867" b="0" dirty="0">
                <a:latin typeface="Times New Roman" panose="02020603050405020304" pitchFamily="18" charset="0"/>
                <a:ea typeface="Times New Roman" panose="02020603050405020304" pitchFamily="18" charset="0"/>
                <a:cs typeface="Times New Roman" panose="02020603050405020304" pitchFamily="18" charset="0"/>
              </a:rPr>
              <a:t> на месте.</a:t>
            </a:r>
            <a:br>
              <a:rPr lang="ru-RU" sz="1867" b="0" kern="100" dirty="0">
                <a:latin typeface="Calibri" panose="020F0502020204030204" pitchFamily="34" charset="0"/>
                <a:ea typeface="Calibri" panose="020F0502020204030204" pitchFamily="34" charset="0"/>
                <a:cs typeface="Times New Roman" panose="02020603050405020304" pitchFamily="18" charset="0"/>
              </a:rPr>
            </a:br>
            <a:r>
              <a:rPr lang="en-US" sz="1867" dirty="0">
                <a:latin typeface="Times New Roman" panose="02020603050405020304" pitchFamily="18" charset="0"/>
                <a:ea typeface="Times New Roman" panose="02020603050405020304" pitchFamily="18" charset="0"/>
                <a:cs typeface="Times New Roman" panose="02020603050405020304" pitchFamily="18" charset="0"/>
              </a:rPr>
              <a:t>HR </a:t>
            </a:r>
            <a:r>
              <a:rPr lang="en-US" sz="1867" dirty="0" err="1">
                <a:latin typeface="Times New Roman" panose="02020603050405020304" pitchFamily="18" charset="0"/>
                <a:ea typeface="Times New Roman" panose="02020603050405020304" pitchFamily="18" charset="0"/>
                <a:cs typeface="Times New Roman" panose="02020603050405020304" pitchFamily="18" charset="0"/>
              </a:rPr>
              <a:t>на</a:t>
            </a:r>
            <a:r>
              <a:rPr lang="en-US" sz="1867" dirty="0">
                <a:latin typeface="Times New Roman" panose="02020603050405020304" pitchFamily="18" charset="0"/>
                <a:ea typeface="Times New Roman" panose="02020603050405020304" pitchFamily="18" charset="0"/>
                <a:cs typeface="Times New Roman" panose="02020603050405020304" pitchFamily="18" charset="0"/>
              </a:rPr>
              <a:t> </a:t>
            </a:r>
            <a:r>
              <a:rPr lang="en-US" sz="1867" dirty="0" err="1">
                <a:latin typeface="Times New Roman" panose="02020603050405020304" pitchFamily="18" charset="0"/>
                <a:ea typeface="Times New Roman" panose="02020603050405020304" pitchFamily="18" charset="0"/>
                <a:cs typeface="Times New Roman" panose="02020603050405020304" pitchFamily="18" charset="0"/>
              </a:rPr>
              <a:t>месте</a:t>
            </a:r>
            <a:r>
              <a:rPr lang="en-US" sz="1867" dirty="0">
                <a:latin typeface="Times New Roman" panose="02020603050405020304" pitchFamily="18" charset="0"/>
                <a:ea typeface="Times New Roman" panose="02020603050405020304" pitchFamily="18" charset="0"/>
                <a:cs typeface="Times New Roman" panose="02020603050405020304" pitchFamily="18" charset="0"/>
              </a:rPr>
              <a:t>:</a:t>
            </a:r>
            <a:br>
              <a:rPr lang="ru-RU" sz="1867" kern="100" dirty="0">
                <a:latin typeface="Calibri" panose="020F0502020204030204" pitchFamily="34" charset="0"/>
                <a:ea typeface="Calibri" panose="020F0502020204030204" pitchFamily="34" charset="0"/>
                <a:cs typeface="Times New Roman" panose="02020603050405020304" pitchFamily="18" charset="0"/>
              </a:rPr>
            </a:br>
            <a:r>
              <a:rPr lang="en-US" sz="1867" b="0" dirty="0" err="1">
                <a:latin typeface="Times New Roman" panose="02020603050405020304" pitchFamily="18" charset="0"/>
                <a:ea typeface="Times New Roman" panose="02020603050405020304" pitchFamily="18" charset="0"/>
                <a:cs typeface="Times New Roman" panose="02020603050405020304" pitchFamily="18" charset="0"/>
              </a:rPr>
              <a:t>Получает</a:t>
            </a:r>
            <a:r>
              <a:rPr lang="en-US" sz="1867" b="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867" b="0" dirty="0" err="1">
                <a:latin typeface="Times New Roman" panose="02020603050405020304" pitchFamily="18" charset="0"/>
                <a:ea typeface="Times New Roman" panose="02020603050405020304" pitchFamily="18" charset="0"/>
                <a:cs typeface="Times New Roman" panose="02020603050405020304" pitchFamily="18" charset="0"/>
              </a:rPr>
              <a:t>утверждённую</a:t>
            </a:r>
            <a:r>
              <a:rPr lang="en-US" sz="1867" b="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867" b="0" dirty="0" err="1">
                <a:latin typeface="Times New Roman" panose="02020603050405020304" pitchFamily="18" charset="0"/>
                <a:ea typeface="Times New Roman" panose="02020603050405020304" pitchFamily="18" charset="0"/>
                <a:cs typeface="Times New Roman" panose="02020603050405020304" pitchFamily="18" charset="0"/>
              </a:rPr>
              <a:t>заявку</a:t>
            </a:r>
            <a:r>
              <a:rPr lang="en-US" sz="1867" b="0" dirty="0">
                <a:latin typeface="Times New Roman" panose="02020603050405020304" pitchFamily="18" charset="0"/>
                <a:ea typeface="Times New Roman" panose="02020603050405020304" pitchFamily="18" charset="0"/>
                <a:cs typeface="Times New Roman" panose="02020603050405020304" pitchFamily="18" charset="0"/>
              </a:rPr>
              <a:t>;</a:t>
            </a:r>
            <a:br>
              <a:rPr lang="ru-RU" sz="1867" b="0" kern="100" dirty="0">
                <a:latin typeface="Calibri" panose="020F0502020204030204" pitchFamily="34" charset="0"/>
                <a:ea typeface="Calibri" panose="020F0502020204030204" pitchFamily="34" charset="0"/>
                <a:cs typeface="Times New Roman" panose="02020603050405020304" pitchFamily="18" charset="0"/>
              </a:rPr>
            </a:br>
            <a:r>
              <a:rPr lang="ru-RU" sz="1867" b="0" dirty="0">
                <a:latin typeface="Times New Roman" panose="02020603050405020304" pitchFamily="18" charset="0"/>
                <a:ea typeface="Times New Roman" panose="02020603050405020304" pitchFamily="18" charset="0"/>
                <a:cs typeface="Times New Roman" panose="02020603050405020304" pitchFamily="18" charset="0"/>
              </a:rPr>
              <a:t>Проводит проверку и регистрирует отпуск в системе </a:t>
            </a:r>
            <a:r>
              <a:rPr lang="en-US" sz="1867" b="0" dirty="0">
                <a:latin typeface="Times New Roman" panose="02020603050405020304" pitchFamily="18" charset="0"/>
                <a:ea typeface="Times New Roman" panose="02020603050405020304" pitchFamily="18" charset="0"/>
                <a:cs typeface="Times New Roman" panose="02020603050405020304" pitchFamily="18" charset="0"/>
              </a:rPr>
              <a:t>HRM</a:t>
            </a:r>
            <a:r>
              <a:rPr lang="ru-RU" sz="1867" b="0" dirty="0">
                <a:latin typeface="Times New Roman" panose="02020603050405020304" pitchFamily="18" charset="0"/>
                <a:ea typeface="Times New Roman" panose="02020603050405020304" pitchFamily="18" charset="0"/>
                <a:cs typeface="Times New Roman" panose="02020603050405020304" pitchFamily="18" charset="0"/>
              </a:rPr>
              <a:t>;</a:t>
            </a:r>
            <a:br>
              <a:rPr lang="ru-RU" sz="1867" b="0" kern="100" dirty="0">
                <a:latin typeface="Calibri" panose="020F0502020204030204" pitchFamily="34" charset="0"/>
                <a:ea typeface="Calibri" panose="020F0502020204030204" pitchFamily="34" charset="0"/>
                <a:cs typeface="Times New Roman" panose="02020603050405020304" pitchFamily="18" charset="0"/>
              </a:rPr>
            </a:br>
            <a:r>
              <a:rPr lang="ru-RU" sz="1867" b="0" dirty="0">
                <a:latin typeface="Times New Roman" panose="02020603050405020304" pitchFamily="18" charset="0"/>
                <a:ea typeface="Times New Roman" panose="02020603050405020304" pitchFamily="18" charset="0"/>
                <a:cs typeface="Times New Roman" panose="02020603050405020304" pitchFamily="18" charset="0"/>
              </a:rPr>
              <a:t>При необходимости обновляет график смен.</a:t>
            </a:r>
            <a:br>
              <a:rPr lang="ru-RU" sz="1867" b="0" kern="100" dirty="0">
                <a:latin typeface="Calibri" panose="020F0502020204030204" pitchFamily="34" charset="0"/>
                <a:ea typeface="Calibri" panose="020F0502020204030204" pitchFamily="34" charset="0"/>
                <a:cs typeface="Times New Roman" panose="02020603050405020304" pitchFamily="18" charset="0"/>
              </a:rPr>
            </a:br>
            <a:r>
              <a:rPr lang="en-US" sz="1867" dirty="0" err="1">
                <a:latin typeface="Times New Roman" panose="02020603050405020304" pitchFamily="18" charset="0"/>
                <a:ea typeface="Times New Roman" panose="02020603050405020304" pitchFamily="18" charset="0"/>
                <a:cs typeface="Times New Roman" panose="02020603050405020304" pitchFamily="18" charset="0"/>
              </a:rPr>
              <a:t>Система</a:t>
            </a:r>
            <a:r>
              <a:rPr lang="en-US" sz="1867" dirty="0">
                <a:latin typeface="Times New Roman" panose="02020603050405020304" pitchFamily="18" charset="0"/>
                <a:ea typeface="Times New Roman" panose="02020603050405020304" pitchFamily="18" charset="0"/>
                <a:cs typeface="Times New Roman" panose="02020603050405020304" pitchFamily="18" charset="0"/>
              </a:rPr>
              <a:t> HRM </a:t>
            </a:r>
            <a:r>
              <a:rPr lang="en-US" sz="1867" dirty="0" err="1">
                <a:latin typeface="Times New Roman" panose="02020603050405020304" pitchFamily="18" charset="0"/>
                <a:ea typeface="Times New Roman" panose="02020603050405020304" pitchFamily="18" charset="0"/>
                <a:cs typeface="Times New Roman" panose="02020603050405020304" pitchFamily="18" charset="0"/>
              </a:rPr>
              <a:t>автоматически</a:t>
            </a:r>
            <a:r>
              <a:rPr lang="en-US" sz="1867" dirty="0">
                <a:latin typeface="Times New Roman" panose="02020603050405020304" pitchFamily="18" charset="0"/>
                <a:ea typeface="Times New Roman" panose="02020603050405020304" pitchFamily="18" charset="0"/>
                <a:cs typeface="Times New Roman" panose="02020603050405020304" pitchFamily="18" charset="0"/>
              </a:rPr>
              <a:t>:</a:t>
            </a:r>
            <a:br>
              <a:rPr lang="ru-RU" sz="1867" kern="100" dirty="0">
                <a:latin typeface="Calibri" panose="020F0502020204030204" pitchFamily="34" charset="0"/>
                <a:ea typeface="Calibri" panose="020F0502020204030204" pitchFamily="34" charset="0"/>
                <a:cs typeface="Times New Roman" panose="02020603050405020304" pitchFamily="18" charset="0"/>
              </a:rPr>
            </a:br>
            <a:r>
              <a:rPr lang="ru-RU" sz="1867" b="0" dirty="0">
                <a:latin typeface="Times New Roman" panose="02020603050405020304" pitchFamily="18" charset="0"/>
                <a:ea typeface="Times New Roman" panose="02020603050405020304" pitchFamily="18" charset="0"/>
                <a:cs typeface="Times New Roman" panose="02020603050405020304" pitchFamily="18" charset="0"/>
              </a:rPr>
              <a:t>Уведомляет сотрудника о подтверждении отпуска;</a:t>
            </a:r>
            <a:br>
              <a:rPr lang="ru-RU" sz="1867" b="0" kern="100" dirty="0">
                <a:latin typeface="Calibri" panose="020F0502020204030204" pitchFamily="34" charset="0"/>
                <a:ea typeface="Calibri" panose="020F0502020204030204" pitchFamily="34" charset="0"/>
                <a:cs typeface="Times New Roman" panose="02020603050405020304" pitchFamily="18" charset="0"/>
              </a:rPr>
            </a:br>
            <a:r>
              <a:rPr lang="ru-RU" sz="1867" b="0" dirty="0">
                <a:latin typeface="Times New Roman" panose="02020603050405020304" pitchFamily="18" charset="0"/>
                <a:ea typeface="Times New Roman" panose="02020603050405020304" pitchFamily="18" charset="0"/>
                <a:cs typeface="Times New Roman" panose="02020603050405020304" pitchFamily="18" charset="0"/>
              </a:rPr>
              <a:t>Синхронизирует данные отпуска с графиком работы и расчётом зарплаты;</a:t>
            </a:r>
            <a:br>
              <a:rPr lang="ru-RU" sz="1867" b="0" kern="100" dirty="0">
                <a:latin typeface="Calibri" panose="020F0502020204030204" pitchFamily="34" charset="0"/>
                <a:ea typeface="Calibri" panose="020F0502020204030204" pitchFamily="34" charset="0"/>
                <a:cs typeface="Times New Roman" panose="02020603050405020304" pitchFamily="18" charset="0"/>
              </a:rPr>
            </a:br>
            <a:r>
              <a:rPr lang="ru-RU" sz="1867" b="0" dirty="0">
                <a:latin typeface="Times New Roman" panose="02020603050405020304" pitchFamily="18" charset="0"/>
                <a:ea typeface="Times New Roman" panose="02020603050405020304" pitchFamily="18" charset="0"/>
                <a:cs typeface="Times New Roman" panose="02020603050405020304" pitchFamily="18" charset="0"/>
              </a:rPr>
              <a:t>Фиксирует историю всех отпускных запросов для дальнейшего анализа и оценки </a:t>
            </a:r>
            <a:r>
              <a:rPr lang="en-US" sz="1867" b="0" dirty="0">
                <a:latin typeface="Times New Roman" panose="02020603050405020304" pitchFamily="18" charset="0"/>
                <a:ea typeface="Times New Roman" panose="02020603050405020304" pitchFamily="18" charset="0"/>
                <a:cs typeface="Times New Roman" panose="02020603050405020304" pitchFamily="18" charset="0"/>
              </a:rPr>
              <a:t>KPI</a:t>
            </a:r>
            <a:r>
              <a:rPr lang="ru-RU" sz="1867" b="0" dirty="0">
                <a:latin typeface="Times New Roman" panose="02020603050405020304" pitchFamily="18" charset="0"/>
                <a:ea typeface="Times New Roman" panose="02020603050405020304" pitchFamily="18" charset="0"/>
                <a:cs typeface="Times New Roman" panose="02020603050405020304" pitchFamily="18" charset="0"/>
              </a:rPr>
              <a:t>.</a:t>
            </a:r>
            <a:endParaRPr lang="ru-RU" sz="1867" b="0" kern="100" dirty="0">
              <a:latin typeface="Calibri" panose="020F0502020204030204" pitchFamily="34" charset="0"/>
              <a:ea typeface="Calibri" panose="020F0502020204030204" pitchFamily="34" charset="0"/>
              <a:cs typeface="Times New Roman" panose="02020603050405020304" pitchFamily="18" charset="0"/>
            </a:endParaRPr>
          </a:p>
        </p:txBody>
      </p:sp>
      <p:grpSp>
        <p:nvGrpSpPr>
          <p:cNvPr id="1632" name="Google Shape;1632;p97"/>
          <p:cNvGrpSpPr/>
          <p:nvPr/>
        </p:nvGrpSpPr>
        <p:grpSpPr>
          <a:xfrm rot="-5400000">
            <a:off x="11484247" y="3153767"/>
            <a:ext cx="550400" cy="550400"/>
            <a:chOff x="4365600" y="4522825"/>
            <a:chExt cx="412800" cy="412800"/>
          </a:xfrm>
        </p:grpSpPr>
        <p:sp>
          <p:nvSpPr>
            <p:cNvPr id="1633" name="Google Shape;1633;p97"/>
            <p:cNvSpPr/>
            <p:nvPr/>
          </p:nvSpPr>
          <p:spPr>
            <a:xfrm>
              <a:off x="4365600" y="4522825"/>
              <a:ext cx="412800" cy="412800"/>
            </a:xfrm>
            <a:prstGeom prst="ellipse">
              <a:avLst/>
            </a:prstGeom>
            <a:solidFill>
              <a:schemeClr val="dk1"/>
            </a:solid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34" name="Google Shape;1634;p97"/>
            <p:cNvSpPr/>
            <p:nvPr/>
          </p:nvSpPr>
          <p:spPr>
            <a:xfrm rot="5400000">
              <a:off x="4503000" y="4639391"/>
              <a:ext cx="138000" cy="234900"/>
            </a:xfrm>
            <a:prstGeom prst="chevron">
              <a:avLst>
                <a:gd name="adj" fmla="val 91213"/>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1635" name="Google Shape;1635;p97">
            <a:hlinkClick r:id="" action="ppaction://hlinkshowjump?jump=firstslide"/>
          </p:cNvPr>
          <p:cNvSpPr/>
          <p:nvPr/>
        </p:nvSpPr>
        <p:spPr>
          <a:xfrm>
            <a:off x="10358616" y="142867"/>
            <a:ext cx="1716544" cy="4556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algn="ctr" defTabSz="1219170">
              <a:buClr>
                <a:srgbClr val="000000"/>
              </a:buClr>
            </a:pPr>
            <a:r>
              <a:rPr lang="vi-VN" sz="1600" b="1" kern="0">
                <a:solidFill>
                  <a:srgbClr val="FFFFFF"/>
                </a:solidFill>
                <a:uFill>
                  <a:noFill/>
                </a:uFill>
                <a:latin typeface="Oswald"/>
                <a:ea typeface="Oswald"/>
                <a:cs typeface="Oswald"/>
                <a:sym typeface="Oswald"/>
              </a:rPr>
              <a:t>VINAMILK</a:t>
            </a:r>
            <a:endParaRPr sz="1867" kern="0" dirty="0">
              <a:solidFill>
                <a:srgbClr val="FFFFFF"/>
              </a:solidFill>
              <a:latin typeface="Arial"/>
              <a:cs typeface="Arial"/>
              <a:sym typeface="Arial"/>
            </a:endParaRPr>
          </a:p>
        </p:txBody>
      </p:sp>
      <p:pic>
        <p:nvPicPr>
          <p:cNvPr id="2" name="Рисунок 1">
            <a:extLst>
              <a:ext uri="{FF2B5EF4-FFF2-40B4-BE49-F238E27FC236}">
                <a16:creationId xmlns:a16="http://schemas.microsoft.com/office/drawing/2014/main" id="{B1811257-C0EF-2752-9B53-A13803698868}"/>
              </a:ext>
            </a:extLst>
          </p:cNvPr>
          <p:cNvPicPr>
            <a:picLocks noChangeAspect="1"/>
          </p:cNvPicPr>
          <p:nvPr/>
        </p:nvPicPr>
        <p:blipFill>
          <a:blip r:embed="rId3"/>
          <a:stretch>
            <a:fillRect/>
          </a:stretch>
        </p:blipFill>
        <p:spPr>
          <a:xfrm>
            <a:off x="4832948" y="929625"/>
            <a:ext cx="329213" cy="335309"/>
          </a:xfrm>
          <a:prstGeom prst="rect">
            <a:avLst/>
          </a:prstGeom>
        </p:spPr>
      </p:pic>
      <p:pic>
        <p:nvPicPr>
          <p:cNvPr id="3" name="Рисунок 2">
            <a:extLst>
              <a:ext uri="{FF2B5EF4-FFF2-40B4-BE49-F238E27FC236}">
                <a16:creationId xmlns:a16="http://schemas.microsoft.com/office/drawing/2014/main" id="{AE9F154F-9C93-0C00-315D-94B57801280A}"/>
              </a:ext>
            </a:extLst>
          </p:cNvPr>
          <p:cNvPicPr>
            <a:picLocks noChangeAspect="1"/>
          </p:cNvPicPr>
          <p:nvPr/>
        </p:nvPicPr>
        <p:blipFill>
          <a:blip r:embed="rId3"/>
          <a:stretch>
            <a:fillRect/>
          </a:stretch>
        </p:blipFill>
        <p:spPr>
          <a:xfrm>
            <a:off x="4832948" y="2254969"/>
            <a:ext cx="329213" cy="335309"/>
          </a:xfrm>
          <a:prstGeom prst="rect">
            <a:avLst/>
          </a:prstGeom>
        </p:spPr>
      </p:pic>
      <p:pic>
        <p:nvPicPr>
          <p:cNvPr id="4" name="Рисунок 3">
            <a:extLst>
              <a:ext uri="{FF2B5EF4-FFF2-40B4-BE49-F238E27FC236}">
                <a16:creationId xmlns:a16="http://schemas.microsoft.com/office/drawing/2014/main" id="{EC0203C1-E800-188E-D365-28DB3D120DA2}"/>
              </a:ext>
            </a:extLst>
          </p:cNvPr>
          <p:cNvPicPr>
            <a:picLocks noChangeAspect="1"/>
          </p:cNvPicPr>
          <p:nvPr/>
        </p:nvPicPr>
        <p:blipFill>
          <a:blip r:embed="rId3"/>
          <a:stretch>
            <a:fillRect/>
          </a:stretch>
        </p:blipFill>
        <p:spPr>
          <a:xfrm>
            <a:off x="4832948" y="3245004"/>
            <a:ext cx="329213" cy="335309"/>
          </a:xfrm>
          <a:prstGeom prst="rect">
            <a:avLst/>
          </a:prstGeom>
        </p:spPr>
      </p:pic>
      <p:pic>
        <p:nvPicPr>
          <p:cNvPr id="5" name="Рисунок 4">
            <a:extLst>
              <a:ext uri="{FF2B5EF4-FFF2-40B4-BE49-F238E27FC236}">
                <a16:creationId xmlns:a16="http://schemas.microsoft.com/office/drawing/2014/main" id="{3D91C2CB-2105-C663-50D4-E41BDACF72B5}"/>
              </a:ext>
            </a:extLst>
          </p:cNvPr>
          <p:cNvPicPr>
            <a:picLocks noChangeAspect="1"/>
          </p:cNvPicPr>
          <p:nvPr/>
        </p:nvPicPr>
        <p:blipFill>
          <a:blip r:embed="rId3"/>
          <a:stretch>
            <a:fillRect/>
          </a:stretch>
        </p:blipFill>
        <p:spPr>
          <a:xfrm>
            <a:off x="4832947" y="3657262"/>
            <a:ext cx="329213" cy="335309"/>
          </a:xfrm>
          <a:prstGeom prst="rect">
            <a:avLst/>
          </a:prstGeom>
        </p:spPr>
      </p:pic>
      <p:pic>
        <p:nvPicPr>
          <p:cNvPr id="6" name="Рисунок 5">
            <a:extLst>
              <a:ext uri="{FF2B5EF4-FFF2-40B4-BE49-F238E27FC236}">
                <a16:creationId xmlns:a16="http://schemas.microsoft.com/office/drawing/2014/main" id="{DA950D7D-4C2C-9BBE-E6A5-3DECD7BD64AD}"/>
              </a:ext>
            </a:extLst>
          </p:cNvPr>
          <p:cNvPicPr>
            <a:picLocks noChangeAspect="1"/>
          </p:cNvPicPr>
          <p:nvPr/>
        </p:nvPicPr>
        <p:blipFill>
          <a:blip r:embed="rId3"/>
          <a:stretch>
            <a:fillRect/>
          </a:stretch>
        </p:blipFill>
        <p:spPr>
          <a:xfrm>
            <a:off x="4832946" y="4235039"/>
            <a:ext cx="329213" cy="335309"/>
          </a:xfrm>
          <a:prstGeom prst="rect">
            <a:avLst/>
          </a:prstGeom>
        </p:spPr>
      </p:pic>
      <p:pic>
        <p:nvPicPr>
          <p:cNvPr id="7" name="Рисунок 6">
            <a:extLst>
              <a:ext uri="{FF2B5EF4-FFF2-40B4-BE49-F238E27FC236}">
                <a16:creationId xmlns:a16="http://schemas.microsoft.com/office/drawing/2014/main" id="{F8896968-65DA-D342-3470-1AF0C9A587B7}"/>
              </a:ext>
            </a:extLst>
          </p:cNvPr>
          <p:cNvPicPr>
            <a:picLocks noChangeAspect="1"/>
          </p:cNvPicPr>
          <p:nvPr/>
        </p:nvPicPr>
        <p:blipFill>
          <a:blip r:embed="rId3"/>
          <a:stretch>
            <a:fillRect/>
          </a:stretch>
        </p:blipFill>
        <p:spPr>
          <a:xfrm>
            <a:off x="4832946" y="4855858"/>
            <a:ext cx="329213" cy="335309"/>
          </a:xfrm>
          <a:prstGeom prst="rect">
            <a:avLst/>
          </a:prstGeom>
        </p:spPr>
      </p:pic>
      <p:pic>
        <p:nvPicPr>
          <p:cNvPr id="8" name="Рисунок 7">
            <a:extLst>
              <a:ext uri="{FF2B5EF4-FFF2-40B4-BE49-F238E27FC236}">
                <a16:creationId xmlns:a16="http://schemas.microsoft.com/office/drawing/2014/main" id="{37EA3F7C-FAA6-9B80-881D-6EFA3C25C7CE}"/>
              </a:ext>
            </a:extLst>
          </p:cNvPr>
          <p:cNvPicPr>
            <a:picLocks noChangeAspect="1"/>
          </p:cNvPicPr>
          <p:nvPr/>
        </p:nvPicPr>
        <p:blipFill>
          <a:blip r:embed="rId3"/>
          <a:stretch>
            <a:fillRect/>
          </a:stretch>
        </p:blipFill>
        <p:spPr>
          <a:xfrm>
            <a:off x="4832946" y="5302023"/>
            <a:ext cx="329213" cy="335309"/>
          </a:xfrm>
          <a:prstGeom prst="rect">
            <a:avLst/>
          </a:prstGeom>
        </p:spPr>
      </p:pic>
      <p:pic>
        <p:nvPicPr>
          <p:cNvPr id="9" name="Рисунок 8">
            <a:extLst>
              <a:ext uri="{FF2B5EF4-FFF2-40B4-BE49-F238E27FC236}">
                <a16:creationId xmlns:a16="http://schemas.microsoft.com/office/drawing/2014/main" id="{A8B8C82B-7F97-F20F-DCD6-2E28B04B6B15}"/>
              </a:ext>
            </a:extLst>
          </p:cNvPr>
          <p:cNvPicPr>
            <a:picLocks noChangeAspect="1"/>
          </p:cNvPicPr>
          <p:nvPr/>
        </p:nvPicPr>
        <p:blipFill>
          <a:blip r:embed="rId3"/>
          <a:stretch>
            <a:fillRect/>
          </a:stretch>
        </p:blipFill>
        <p:spPr>
          <a:xfrm>
            <a:off x="4832945" y="5922842"/>
            <a:ext cx="329213" cy="33530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8F30E522-FCFA-8656-1D55-C0D6B609CEE9}"/>
              </a:ext>
            </a:extLst>
          </p:cNvPr>
          <p:cNvPicPr>
            <a:picLocks noChangeAspect="1"/>
          </p:cNvPicPr>
          <p:nvPr/>
        </p:nvPicPr>
        <p:blipFill>
          <a:blip r:embed="rId2"/>
          <a:stretch>
            <a:fillRect/>
          </a:stretch>
        </p:blipFill>
        <p:spPr>
          <a:xfrm>
            <a:off x="0" y="0"/>
            <a:ext cx="12192000" cy="6863878"/>
          </a:xfrm>
          <a:prstGeom prst="rect">
            <a:avLst/>
          </a:prstGeom>
        </p:spPr>
      </p:pic>
      <p:graphicFrame>
        <p:nvGraphicFramePr>
          <p:cNvPr id="2" name="Таблица 1">
            <a:extLst>
              <a:ext uri="{FF2B5EF4-FFF2-40B4-BE49-F238E27FC236}">
                <a16:creationId xmlns:a16="http://schemas.microsoft.com/office/drawing/2014/main" id="{832C9654-3751-D602-7412-B4417D010875}"/>
              </a:ext>
            </a:extLst>
          </p:cNvPr>
          <p:cNvGraphicFramePr>
            <a:graphicFrameLocks noGrp="1"/>
          </p:cNvGraphicFramePr>
          <p:nvPr>
            <p:extLst>
              <p:ext uri="{D42A27DB-BD31-4B8C-83A1-F6EECF244321}">
                <p14:modId xmlns:p14="http://schemas.microsoft.com/office/powerpoint/2010/main" val="151204912"/>
              </p:ext>
            </p:extLst>
          </p:nvPr>
        </p:nvGraphicFramePr>
        <p:xfrm>
          <a:off x="2726499" y="1639957"/>
          <a:ext cx="6739001" cy="3724390"/>
        </p:xfrm>
        <a:graphic>
          <a:graphicData uri="http://schemas.openxmlformats.org/drawingml/2006/table">
            <a:tbl>
              <a:tblPr firstRow="1" firstCol="1" bandRow="1">
                <a:tableStyleId>{5C22544A-7EE6-4342-B048-85BDC9FD1C3A}</a:tableStyleId>
              </a:tblPr>
              <a:tblGrid>
                <a:gridCol w="2245853">
                  <a:extLst>
                    <a:ext uri="{9D8B030D-6E8A-4147-A177-3AD203B41FA5}">
                      <a16:colId xmlns:a16="http://schemas.microsoft.com/office/drawing/2014/main" val="2980853381"/>
                    </a:ext>
                  </a:extLst>
                </a:gridCol>
                <a:gridCol w="2169112">
                  <a:extLst>
                    <a:ext uri="{9D8B030D-6E8A-4147-A177-3AD203B41FA5}">
                      <a16:colId xmlns:a16="http://schemas.microsoft.com/office/drawing/2014/main" val="1680787851"/>
                    </a:ext>
                  </a:extLst>
                </a:gridCol>
                <a:gridCol w="2324036">
                  <a:extLst>
                    <a:ext uri="{9D8B030D-6E8A-4147-A177-3AD203B41FA5}">
                      <a16:colId xmlns:a16="http://schemas.microsoft.com/office/drawing/2014/main" val="2361106090"/>
                    </a:ext>
                  </a:extLst>
                </a:gridCol>
              </a:tblGrid>
              <a:tr h="692696">
                <a:tc>
                  <a:txBody>
                    <a:bodyPr/>
                    <a:lstStyle/>
                    <a:p>
                      <a:pPr marL="0" marR="0" algn="just">
                        <a:lnSpc>
                          <a:spcPct val="115000"/>
                        </a:lnSpc>
                        <a:spcAft>
                          <a:spcPts val="800"/>
                        </a:spcAft>
                        <a:buNone/>
                      </a:pPr>
                      <a:r>
                        <a:rPr lang="en-US" sz="1600" b="1" kern="100" cap="none" spc="0" dirty="0" err="1">
                          <a:ln w="0"/>
                          <a:solidFill>
                            <a:schemeClr val="bg2">
                              <a:lumMod val="10000"/>
                            </a:schemeClr>
                          </a:solidFill>
                          <a:effectLst>
                            <a:outerShdw blurRad="38100" dist="19050" dir="2700000" algn="tl" rotWithShape="0">
                              <a:schemeClr val="dk1">
                                <a:alpha val="40000"/>
                              </a:schemeClr>
                            </a:outerShdw>
                          </a:effectLst>
                        </a:rPr>
                        <a:t>Критерий</a:t>
                      </a:r>
                      <a:endParaRPr lang="ru-RU" sz="16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just">
                        <a:lnSpc>
                          <a:spcPct val="115000"/>
                        </a:lnSpc>
                        <a:spcAft>
                          <a:spcPts val="800"/>
                        </a:spcAft>
                        <a:buNone/>
                      </a:pPr>
                      <a:r>
                        <a:rPr lang="en-US" sz="1600" b="1" kern="100" cap="none" spc="0" dirty="0" err="1">
                          <a:ln w="0"/>
                          <a:solidFill>
                            <a:schemeClr val="bg2">
                              <a:lumMod val="10000"/>
                            </a:schemeClr>
                          </a:solidFill>
                          <a:effectLst>
                            <a:outerShdw blurRad="38100" dist="19050" dir="2700000" algn="tl" rotWithShape="0">
                              <a:schemeClr val="dk1">
                                <a:alpha val="40000"/>
                              </a:schemeClr>
                            </a:outerShdw>
                          </a:effectLst>
                        </a:rPr>
                        <a:t>Расписание</a:t>
                      </a:r>
                      <a:r>
                        <a:rPr lang="en-US" sz="1600" b="1" kern="100" cap="none" spc="0" dirty="0">
                          <a:ln w="0"/>
                          <a:solidFill>
                            <a:schemeClr val="bg2">
                              <a:lumMod val="10000"/>
                            </a:schemeClr>
                          </a:solidFill>
                          <a:effectLst>
                            <a:outerShdw blurRad="38100" dist="19050" dir="2700000" algn="tl" rotWithShape="0">
                              <a:schemeClr val="dk1">
                                <a:alpha val="40000"/>
                              </a:schemeClr>
                            </a:outerShdw>
                          </a:effectLst>
                        </a:rPr>
                        <a:t> </a:t>
                      </a:r>
                      <a:r>
                        <a:rPr lang="en-US" sz="1600" b="1" kern="100" cap="none" spc="0" dirty="0" err="1">
                          <a:ln w="0"/>
                          <a:solidFill>
                            <a:schemeClr val="bg2">
                              <a:lumMod val="10000"/>
                            </a:schemeClr>
                          </a:solidFill>
                          <a:effectLst>
                            <a:outerShdw blurRad="38100" dist="19050" dir="2700000" algn="tl" rotWithShape="0">
                              <a:schemeClr val="dk1">
                                <a:alpha val="40000"/>
                              </a:schemeClr>
                            </a:outerShdw>
                          </a:effectLst>
                        </a:rPr>
                        <a:t>смен</a:t>
                      </a:r>
                      <a:r>
                        <a:rPr lang="en-US" sz="1600" b="1" kern="100" cap="none" spc="0" dirty="0">
                          <a:ln w="0"/>
                          <a:solidFill>
                            <a:schemeClr val="bg2">
                              <a:lumMod val="10000"/>
                            </a:schemeClr>
                          </a:solidFill>
                          <a:effectLst>
                            <a:outerShdw blurRad="38100" dist="19050" dir="2700000" algn="tl" rotWithShape="0">
                              <a:schemeClr val="dk1">
                                <a:alpha val="40000"/>
                              </a:schemeClr>
                            </a:outerShdw>
                          </a:effectLst>
                        </a:rPr>
                        <a:t> (AS-IS)</a:t>
                      </a:r>
                      <a:endParaRPr lang="ru-RU" sz="16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just">
                        <a:lnSpc>
                          <a:spcPct val="115000"/>
                        </a:lnSpc>
                        <a:spcAft>
                          <a:spcPts val="800"/>
                        </a:spcAft>
                        <a:buNone/>
                      </a:pPr>
                      <a:r>
                        <a:rPr lang="en-US" sz="1600" b="1" kern="100" cap="none" spc="0" dirty="0" err="1">
                          <a:ln w="0"/>
                          <a:solidFill>
                            <a:schemeClr val="bg2">
                              <a:lumMod val="10000"/>
                            </a:schemeClr>
                          </a:solidFill>
                          <a:effectLst>
                            <a:outerShdw blurRad="38100" dist="19050" dir="2700000" algn="tl" rotWithShape="0">
                              <a:schemeClr val="dk1">
                                <a:alpha val="40000"/>
                              </a:schemeClr>
                            </a:outerShdw>
                          </a:effectLst>
                        </a:rPr>
                        <a:t>Расписание</a:t>
                      </a:r>
                      <a:r>
                        <a:rPr lang="en-US" sz="1600" b="1" kern="100" cap="none" spc="0" dirty="0">
                          <a:ln w="0"/>
                          <a:solidFill>
                            <a:schemeClr val="bg2">
                              <a:lumMod val="10000"/>
                            </a:schemeClr>
                          </a:solidFill>
                          <a:effectLst>
                            <a:outerShdw blurRad="38100" dist="19050" dir="2700000" algn="tl" rotWithShape="0">
                              <a:schemeClr val="dk1">
                                <a:alpha val="40000"/>
                              </a:schemeClr>
                            </a:outerShdw>
                          </a:effectLst>
                        </a:rPr>
                        <a:t> </a:t>
                      </a:r>
                      <a:r>
                        <a:rPr lang="en-US" sz="1600" b="1" kern="100" cap="none" spc="0" dirty="0" err="1">
                          <a:ln w="0"/>
                          <a:solidFill>
                            <a:schemeClr val="bg2">
                              <a:lumMod val="10000"/>
                            </a:schemeClr>
                          </a:solidFill>
                          <a:effectLst>
                            <a:outerShdw blurRad="38100" dist="19050" dir="2700000" algn="tl" rotWithShape="0">
                              <a:schemeClr val="dk1">
                                <a:alpha val="40000"/>
                              </a:schemeClr>
                            </a:outerShdw>
                          </a:effectLst>
                        </a:rPr>
                        <a:t>смен</a:t>
                      </a:r>
                      <a:r>
                        <a:rPr lang="en-US" sz="1600" b="1" kern="100" cap="none" spc="0" dirty="0">
                          <a:ln w="0"/>
                          <a:solidFill>
                            <a:schemeClr val="bg2">
                              <a:lumMod val="10000"/>
                            </a:schemeClr>
                          </a:solidFill>
                          <a:effectLst>
                            <a:outerShdw blurRad="38100" dist="19050" dir="2700000" algn="tl" rotWithShape="0">
                              <a:schemeClr val="dk1">
                                <a:alpha val="40000"/>
                              </a:schemeClr>
                            </a:outerShdw>
                          </a:effectLst>
                        </a:rPr>
                        <a:t> (TO-BE)</a:t>
                      </a:r>
                      <a:endParaRPr lang="ru-RU" sz="16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2215467475"/>
                  </a:ext>
                </a:extLst>
              </a:tr>
              <a:tr h="692696">
                <a:tc>
                  <a:txBody>
                    <a:bodyPr/>
                    <a:lstStyle/>
                    <a:p>
                      <a:pPr marL="0" marR="0" algn="just">
                        <a:lnSpc>
                          <a:spcPct val="115000"/>
                        </a:lnSpc>
                        <a:spcAft>
                          <a:spcPts val="800"/>
                        </a:spcAft>
                        <a:buNone/>
                      </a:pPr>
                      <a:r>
                        <a:rPr lang="en-US" sz="1600" b="1" kern="100" cap="none" spc="0" dirty="0" err="1">
                          <a:ln w="0"/>
                          <a:solidFill>
                            <a:schemeClr val="bg2">
                              <a:lumMod val="10000"/>
                            </a:schemeClr>
                          </a:solidFill>
                          <a:effectLst>
                            <a:outerShdw blurRad="38100" dist="19050" dir="2700000" algn="tl" rotWithShape="0">
                              <a:schemeClr val="dk1">
                                <a:alpha val="40000"/>
                              </a:schemeClr>
                            </a:outerShdw>
                          </a:effectLst>
                        </a:rPr>
                        <a:t>Инструменты</a:t>
                      </a:r>
                      <a:endParaRPr lang="ru-RU" sz="16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just">
                        <a:lnSpc>
                          <a:spcPct val="115000"/>
                        </a:lnSpc>
                        <a:spcAft>
                          <a:spcPts val="800"/>
                        </a:spcAft>
                        <a:buNone/>
                      </a:pPr>
                      <a:r>
                        <a:rPr lang="en-US" sz="1600" b="0" kern="100" cap="none" spc="0" dirty="0">
                          <a:ln w="0"/>
                          <a:solidFill>
                            <a:schemeClr val="bg2">
                              <a:lumMod val="10000"/>
                            </a:schemeClr>
                          </a:solidFill>
                          <a:effectLst>
                            <a:outerShdw blurRad="38100" dist="19050" dir="2700000" algn="tl" rotWithShape="0">
                              <a:schemeClr val="dk1">
                                <a:alpha val="40000"/>
                              </a:schemeClr>
                            </a:outerShdw>
                          </a:effectLst>
                        </a:rPr>
                        <a:t>Excel, </a:t>
                      </a:r>
                      <a:r>
                        <a:rPr lang="en-US" sz="1600" b="0" kern="100" cap="none" spc="0" dirty="0" err="1">
                          <a:ln w="0"/>
                          <a:solidFill>
                            <a:schemeClr val="bg2">
                              <a:lumMod val="10000"/>
                            </a:schemeClr>
                          </a:solidFill>
                          <a:effectLst>
                            <a:outerShdw blurRad="38100" dist="19050" dir="2700000" algn="tl" rotWithShape="0">
                              <a:schemeClr val="dk1">
                                <a:alpha val="40000"/>
                              </a:schemeClr>
                            </a:outerShdw>
                          </a:effectLst>
                        </a:rPr>
                        <a:t>бумага</a:t>
                      </a:r>
                      <a:r>
                        <a:rPr lang="en-US" sz="1600" b="0" kern="100" cap="none" spc="0" dirty="0">
                          <a:ln w="0"/>
                          <a:solidFill>
                            <a:schemeClr val="bg2">
                              <a:lumMod val="10000"/>
                            </a:schemeClr>
                          </a:solidFill>
                          <a:effectLst>
                            <a:outerShdw blurRad="38100" dist="19050" dir="2700000" algn="tl" rotWithShape="0">
                              <a:schemeClr val="dk1">
                                <a:alpha val="40000"/>
                              </a:schemeClr>
                            </a:outerShdw>
                          </a:effectLst>
                        </a:rPr>
                        <a:t>, </a:t>
                      </a:r>
                      <a:r>
                        <a:rPr lang="en-US" sz="1600" b="0" kern="100" cap="none" spc="0" dirty="0" err="1">
                          <a:ln w="0"/>
                          <a:solidFill>
                            <a:schemeClr val="bg2">
                              <a:lumMod val="10000"/>
                            </a:schemeClr>
                          </a:solidFill>
                          <a:effectLst>
                            <a:outerShdw blurRad="38100" dist="19050" dir="2700000" algn="tl" rotWithShape="0">
                              <a:schemeClr val="dk1">
                                <a:alpha val="40000"/>
                              </a:schemeClr>
                            </a:outerShdw>
                          </a:effectLst>
                        </a:rPr>
                        <a:t>Zalo</a:t>
                      </a:r>
                      <a:endParaRPr lang="ru-RU" sz="1600" b="0"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just">
                        <a:lnSpc>
                          <a:spcPct val="115000"/>
                        </a:lnSpc>
                        <a:spcAft>
                          <a:spcPts val="800"/>
                        </a:spcAft>
                        <a:buNone/>
                      </a:pPr>
                      <a:r>
                        <a:rPr lang="en-US" sz="1600" b="0" kern="100" cap="none" spc="0">
                          <a:ln w="0"/>
                          <a:solidFill>
                            <a:schemeClr val="bg2">
                              <a:lumMod val="10000"/>
                            </a:schemeClr>
                          </a:solidFill>
                          <a:effectLst>
                            <a:outerShdw blurRad="38100" dist="19050" dir="2700000" algn="tl" rotWithShape="0">
                              <a:schemeClr val="dk1">
                                <a:alpha val="40000"/>
                              </a:schemeClr>
                            </a:outerShdw>
                          </a:effectLst>
                        </a:rPr>
                        <a:t>Интегрированная HRM-система</a:t>
                      </a:r>
                      <a:endParaRPr lang="ru-RU" sz="1600" b="0" kern="100" cap="none" spc="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200769180"/>
                  </a:ext>
                </a:extLst>
              </a:tr>
              <a:tr h="692696">
                <a:tc>
                  <a:txBody>
                    <a:bodyPr/>
                    <a:lstStyle/>
                    <a:p>
                      <a:pPr marL="0" marR="0" algn="just">
                        <a:lnSpc>
                          <a:spcPct val="115000"/>
                        </a:lnSpc>
                        <a:spcAft>
                          <a:spcPts val="800"/>
                        </a:spcAft>
                        <a:buNone/>
                      </a:pPr>
                      <a:r>
                        <a:rPr lang="en-US" sz="1600" b="1" kern="100" cap="none" spc="0" dirty="0" err="1">
                          <a:ln w="0"/>
                          <a:solidFill>
                            <a:schemeClr val="bg2">
                              <a:lumMod val="10000"/>
                            </a:schemeClr>
                          </a:solidFill>
                          <a:effectLst>
                            <a:outerShdw blurRad="38100" dist="19050" dir="2700000" algn="tl" rotWithShape="0">
                              <a:schemeClr val="dk1">
                                <a:alpha val="40000"/>
                              </a:schemeClr>
                            </a:outerShdw>
                          </a:effectLst>
                        </a:rPr>
                        <a:t>Подтверждение</a:t>
                      </a:r>
                      <a:r>
                        <a:rPr lang="en-US" sz="1600" b="1" kern="100" cap="none" spc="0" dirty="0">
                          <a:ln w="0"/>
                          <a:solidFill>
                            <a:schemeClr val="bg2">
                              <a:lumMod val="10000"/>
                            </a:schemeClr>
                          </a:solidFill>
                          <a:effectLst>
                            <a:outerShdw blurRad="38100" dist="19050" dir="2700000" algn="tl" rotWithShape="0">
                              <a:schemeClr val="dk1">
                                <a:alpha val="40000"/>
                              </a:schemeClr>
                            </a:outerShdw>
                          </a:effectLst>
                        </a:rPr>
                        <a:t> </a:t>
                      </a:r>
                      <a:r>
                        <a:rPr lang="en-US" sz="1600" b="1" kern="100" cap="none" spc="0" dirty="0" err="1">
                          <a:ln w="0"/>
                          <a:solidFill>
                            <a:schemeClr val="bg2">
                              <a:lumMod val="10000"/>
                            </a:schemeClr>
                          </a:solidFill>
                          <a:effectLst>
                            <a:outerShdw blurRad="38100" dist="19050" dir="2700000" algn="tl" rotWithShape="0">
                              <a:schemeClr val="dk1">
                                <a:alpha val="40000"/>
                              </a:schemeClr>
                            </a:outerShdw>
                          </a:effectLst>
                        </a:rPr>
                        <a:t>смен</a:t>
                      </a:r>
                      <a:endParaRPr lang="ru-RU" sz="16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just">
                        <a:lnSpc>
                          <a:spcPct val="115000"/>
                        </a:lnSpc>
                        <a:spcAft>
                          <a:spcPts val="800"/>
                        </a:spcAft>
                        <a:buNone/>
                      </a:pPr>
                      <a:r>
                        <a:rPr lang="en-US" sz="1600" b="0" kern="100" cap="none" spc="0" dirty="0" err="1">
                          <a:ln w="0"/>
                          <a:solidFill>
                            <a:schemeClr val="bg2">
                              <a:lumMod val="10000"/>
                            </a:schemeClr>
                          </a:solidFill>
                          <a:effectLst>
                            <a:outerShdw blurRad="38100" dist="19050" dir="2700000" algn="tl" rotWithShape="0">
                              <a:schemeClr val="dk1">
                                <a:alpha val="40000"/>
                              </a:schemeClr>
                            </a:outerShdw>
                          </a:effectLst>
                        </a:rPr>
                        <a:t>Нет</a:t>
                      </a:r>
                      <a:r>
                        <a:rPr lang="en-US" sz="1600" b="0" kern="100" cap="none" spc="0" dirty="0">
                          <a:ln w="0"/>
                          <a:solidFill>
                            <a:schemeClr val="bg2">
                              <a:lumMod val="10000"/>
                            </a:schemeClr>
                          </a:solidFill>
                          <a:effectLst>
                            <a:outerShdw blurRad="38100" dist="19050" dir="2700000" algn="tl" rotWithShape="0">
                              <a:schemeClr val="dk1">
                                <a:alpha val="40000"/>
                              </a:schemeClr>
                            </a:outerShdw>
                          </a:effectLst>
                        </a:rPr>
                        <a:t> </a:t>
                      </a:r>
                      <a:r>
                        <a:rPr lang="en-US" sz="1600" b="0" kern="100" cap="none" spc="0" dirty="0" err="1">
                          <a:ln w="0"/>
                          <a:solidFill>
                            <a:schemeClr val="bg2">
                              <a:lumMod val="10000"/>
                            </a:schemeClr>
                          </a:solidFill>
                          <a:effectLst>
                            <a:outerShdw blurRad="38100" dist="19050" dir="2700000" algn="tl" rotWithShape="0">
                              <a:schemeClr val="dk1">
                                <a:alpha val="40000"/>
                              </a:schemeClr>
                            </a:outerShdw>
                          </a:effectLst>
                        </a:rPr>
                        <a:t>истории</a:t>
                      </a:r>
                      <a:r>
                        <a:rPr lang="en-US" sz="1600" b="0" kern="100" cap="none" spc="0" dirty="0">
                          <a:ln w="0"/>
                          <a:solidFill>
                            <a:schemeClr val="bg2">
                              <a:lumMod val="10000"/>
                            </a:schemeClr>
                          </a:solidFill>
                          <a:effectLst>
                            <a:outerShdw blurRad="38100" dist="19050" dir="2700000" algn="tl" rotWithShape="0">
                              <a:schemeClr val="dk1">
                                <a:alpha val="40000"/>
                              </a:schemeClr>
                            </a:outerShdw>
                          </a:effectLst>
                        </a:rPr>
                        <a:t>, </a:t>
                      </a:r>
                      <a:r>
                        <a:rPr lang="en-US" sz="1600" b="0" kern="100" cap="none" spc="0" dirty="0" err="1">
                          <a:ln w="0"/>
                          <a:solidFill>
                            <a:schemeClr val="bg2">
                              <a:lumMod val="10000"/>
                            </a:schemeClr>
                          </a:solidFill>
                          <a:effectLst>
                            <a:outerShdw blurRad="38100" dist="19050" dir="2700000" algn="tl" rotWithShape="0">
                              <a:schemeClr val="dk1">
                                <a:alpha val="40000"/>
                              </a:schemeClr>
                            </a:outerShdw>
                          </a:effectLst>
                        </a:rPr>
                        <a:t>замены</a:t>
                      </a:r>
                      <a:r>
                        <a:rPr lang="en-US" sz="1600" b="0" kern="100" cap="none" spc="0" dirty="0">
                          <a:ln w="0"/>
                          <a:solidFill>
                            <a:schemeClr val="bg2">
                              <a:lumMod val="10000"/>
                            </a:schemeClr>
                          </a:solidFill>
                          <a:effectLst>
                            <a:outerShdw blurRad="38100" dist="19050" dir="2700000" algn="tl" rotWithShape="0">
                              <a:schemeClr val="dk1">
                                <a:alpha val="40000"/>
                              </a:schemeClr>
                            </a:outerShdw>
                          </a:effectLst>
                        </a:rPr>
                        <a:t> </a:t>
                      </a:r>
                      <a:r>
                        <a:rPr lang="en-US" sz="1600" b="0" kern="100" cap="none" spc="0" dirty="0" err="1">
                          <a:ln w="0"/>
                          <a:solidFill>
                            <a:schemeClr val="bg2">
                              <a:lumMod val="10000"/>
                            </a:schemeClr>
                          </a:solidFill>
                          <a:effectLst>
                            <a:outerShdw blurRad="38100" dist="19050" dir="2700000" algn="tl" rotWithShape="0">
                              <a:schemeClr val="dk1">
                                <a:alpha val="40000"/>
                              </a:schemeClr>
                            </a:outerShdw>
                          </a:effectLst>
                        </a:rPr>
                        <a:t>устно</a:t>
                      </a:r>
                      <a:endParaRPr lang="ru-RU" sz="1600" b="0"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just">
                        <a:lnSpc>
                          <a:spcPct val="115000"/>
                        </a:lnSpc>
                        <a:spcAft>
                          <a:spcPts val="800"/>
                        </a:spcAft>
                        <a:buNone/>
                      </a:pPr>
                      <a:r>
                        <a:rPr lang="ru-RU" sz="1600" b="0" kern="100" cap="none" spc="0">
                          <a:ln w="0"/>
                          <a:solidFill>
                            <a:schemeClr val="bg2">
                              <a:lumMod val="10000"/>
                            </a:schemeClr>
                          </a:solidFill>
                          <a:effectLst>
                            <a:outerShdw blurRad="38100" dist="19050" dir="2700000" algn="tl" rotWithShape="0">
                              <a:schemeClr val="dk1">
                                <a:alpha val="40000"/>
                              </a:schemeClr>
                            </a:outerShdw>
                          </a:effectLst>
                        </a:rPr>
                        <a:t>Подтверждение и замены фиксируются в системе</a:t>
                      </a:r>
                      <a:endParaRPr lang="ru-RU" sz="1600" b="0" kern="100" cap="none" spc="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031347483"/>
                  </a:ext>
                </a:extLst>
              </a:tr>
              <a:tr h="692696">
                <a:tc>
                  <a:txBody>
                    <a:bodyPr/>
                    <a:lstStyle/>
                    <a:p>
                      <a:pPr marL="0" marR="0" algn="just">
                        <a:lnSpc>
                          <a:spcPct val="115000"/>
                        </a:lnSpc>
                        <a:spcAft>
                          <a:spcPts val="800"/>
                        </a:spcAft>
                        <a:buNone/>
                      </a:pPr>
                      <a:r>
                        <a:rPr lang="en-US" sz="1600" b="1" kern="100" cap="none" spc="0" dirty="0" err="1">
                          <a:ln w="0"/>
                          <a:solidFill>
                            <a:schemeClr val="bg2">
                              <a:lumMod val="10000"/>
                            </a:schemeClr>
                          </a:solidFill>
                          <a:effectLst>
                            <a:outerShdw blurRad="38100" dist="19050" dir="2700000" algn="tl" rotWithShape="0">
                              <a:schemeClr val="dk1">
                                <a:alpha val="40000"/>
                              </a:schemeClr>
                            </a:outerShdw>
                          </a:effectLst>
                        </a:rPr>
                        <a:t>Проверка</a:t>
                      </a:r>
                      <a:r>
                        <a:rPr lang="en-US" sz="1600" b="1" kern="100" cap="none" spc="0" dirty="0">
                          <a:ln w="0"/>
                          <a:solidFill>
                            <a:schemeClr val="bg2">
                              <a:lumMod val="10000"/>
                            </a:schemeClr>
                          </a:solidFill>
                          <a:effectLst>
                            <a:outerShdw blurRad="38100" dist="19050" dir="2700000" algn="tl" rotWithShape="0">
                              <a:schemeClr val="dk1">
                                <a:alpha val="40000"/>
                              </a:schemeClr>
                            </a:outerShdw>
                          </a:effectLst>
                        </a:rPr>
                        <a:t> </a:t>
                      </a:r>
                      <a:r>
                        <a:rPr lang="en-US" sz="1600" b="1" kern="100" cap="none" spc="0" dirty="0" err="1">
                          <a:ln w="0"/>
                          <a:solidFill>
                            <a:schemeClr val="bg2">
                              <a:lumMod val="10000"/>
                            </a:schemeClr>
                          </a:solidFill>
                          <a:effectLst>
                            <a:outerShdw blurRad="38100" dist="19050" dir="2700000" algn="tl" rotWithShape="0">
                              <a:schemeClr val="dk1">
                                <a:alpha val="40000"/>
                              </a:schemeClr>
                            </a:outerShdw>
                          </a:effectLst>
                        </a:rPr>
                        <a:t>конфликтов</a:t>
                      </a:r>
                      <a:endParaRPr lang="ru-RU" sz="16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just">
                        <a:lnSpc>
                          <a:spcPct val="115000"/>
                        </a:lnSpc>
                        <a:spcAft>
                          <a:spcPts val="800"/>
                        </a:spcAft>
                        <a:buNone/>
                      </a:pPr>
                      <a:r>
                        <a:rPr lang="en-US" sz="1600" b="0" kern="100" cap="none" spc="0">
                          <a:ln w="0"/>
                          <a:solidFill>
                            <a:schemeClr val="bg2">
                              <a:lumMod val="10000"/>
                            </a:schemeClr>
                          </a:solidFill>
                          <a:effectLst>
                            <a:outerShdw blurRad="38100" dist="19050" dir="2700000" algn="tl" rotWithShape="0">
                              <a:schemeClr val="dk1">
                                <a:alpha val="40000"/>
                              </a:schemeClr>
                            </a:outerShdw>
                          </a:effectLst>
                        </a:rPr>
                        <a:t>Вручную</a:t>
                      </a:r>
                      <a:endParaRPr lang="ru-RU" sz="1600" b="0" kern="100" cap="none" spc="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just">
                        <a:lnSpc>
                          <a:spcPct val="115000"/>
                        </a:lnSpc>
                        <a:spcAft>
                          <a:spcPts val="800"/>
                        </a:spcAft>
                        <a:buNone/>
                      </a:pPr>
                      <a:r>
                        <a:rPr lang="en-US" sz="1600" b="0" kern="100" cap="none" spc="0" dirty="0" err="1">
                          <a:ln w="0"/>
                          <a:solidFill>
                            <a:schemeClr val="bg2">
                              <a:lumMod val="10000"/>
                            </a:schemeClr>
                          </a:solidFill>
                          <a:effectLst>
                            <a:outerShdw blurRad="38100" dist="19050" dir="2700000" algn="tl" rotWithShape="0">
                              <a:schemeClr val="dk1">
                                <a:alpha val="40000"/>
                              </a:schemeClr>
                            </a:outerShdw>
                          </a:effectLst>
                        </a:rPr>
                        <a:t>Автоматически</a:t>
                      </a:r>
                      <a:r>
                        <a:rPr lang="en-US" sz="1600" b="0" kern="100" cap="none" spc="0" dirty="0">
                          <a:ln w="0"/>
                          <a:solidFill>
                            <a:schemeClr val="bg2">
                              <a:lumMod val="10000"/>
                            </a:schemeClr>
                          </a:solidFill>
                          <a:effectLst>
                            <a:outerShdw blurRad="38100" dist="19050" dir="2700000" algn="tl" rotWithShape="0">
                              <a:schemeClr val="dk1">
                                <a:alpha val="40000"/>
                              </a:schemeClr>
                            </a:outerShdw>
                          </a:effectLst>
                        </a:rPr>
                        <a:t>: </a:t>
                      </a:r>
                      <a:r>
                        <a:rPr lang="en-US" sz="1600" b="0" kern="100" cap="none" spc="0" dirty="0" err="1">
                          <a:ln w="0"/>
                          <a:solidFill>
                            <a:schemeClr val="bg2">
                              <a:lumMod val="10000"/>
                            </a:schemeClr>
                          </a:solidFill>
                          <a:effectLst>
                            <a:outerShdw blurRad="38100" dist="19050" dir="2700000" algn="tl" rotWithShape="0">
                              <a:schemeClr val="dk1">
                                <a:alpha val="40000"/>
                              </a:schemeClr>
                            </a:outerShdw>
                          </a:effectLst>
                        </a:rPr>
                        <a:t>отпуска</a:t>
                      </a:r>
                      <a:r>
                        <a:rPr lang="en-US" sz="1600" b="0" kern="100" cap="none" spc="0" dirty="0">
                          <a:ln w="0"/>
                          <a:solidFill>
                            <a:schemeClr val="bg2">
                              <a:lumMod val="10000"/>
                            </a:schemeClr>
                          </a:solidFill>
                          <a:effectLst>
                            <a:outerShdw blurRad="38100" dist="19050" dir="2700000" algn="tl" rotWithShape="0">
                              <a:schemeClr val="dk1">
                                <a:alpha val="40000"/>
                              </a:schemeClr>
                            </a:outerShdw>
                          </a:effectLst>
                        </a:rPr>
                        <a:t>, </a:t>
                      </a:r>
                      <a:r>
                        <a:rPr lang="en-US" sz="1600" b="0" kern="100" cap="none" spc="0" dirty="0" err="1">
                          <a:ln w="0"/>
                          <a:solidFill>
                            <a:schemeClr val="bg2">
                              <a:lumMod val="10000"/>
                            </a:schemeClr>
                          </a:solidFill>
                          <a:effectLst>
                            <a:outerShdw blurRad="38100" dist="19050" dir="2700000" algn="tl" rotWithShape="0">
                              <a:schemeClr val="dk1">
                                <a:alpha val="40000"/>
                              </a:schemeClr>
                            </a:outerShdw>
                          </a:effectLst>
                        </a:rPr>
                        <a:t>дубли</a:t>
                      </a:r>
                      <a:r>
                        <a:rPr lang="en-US" sz="1600" b="0" kern="100" cap="none" spc="0" dirty="0">
                          <a:ln w="0"/>
                          <a:solidFill>
                            <a:schemeClr val="bg2">
                              <a:lumMod val="10000"/>
                            </a:schemeClr>
                          </a:solidFill>
                          <a:effectLst>
                            <a:outerShdw blurRad="38100" dist="19050" dir="2700000" algn="tl" rotWithShape="0">
                              <a:schemeClr val="dk1">
                                <a:alpha val="40000"/>
                              </a:schemeClr>
                            </a:outerShdw>
                          </a:effectLst>
                        </a:rPr>
                        <a:t>, </a:t>
                      </a:r>
                      <a:r>
                        <a:rPr lang="en-US" sz="1600" b="0" kern="100" cap="none" spc="0" dirty="0" err="1">
                          <a:ln w="0"/>
                          <a:solidFill>
                            <a:schemeClr val="bg2">
                              <a:lumMod val="10000"/>
                            </a:schemeClr>
                          </a:solidFill>
                          <a:effectLst>
                            <a:outerShdw blurRad="38100" dist="19050" dir="2700000" algn="tl" rotWithShape="0">
                              <a:schemeClr val="dk1">
                                <a:alpha val="40000"/>
                              </a:schemeClr>
                            </a:outerShdw>
                          </a:effectLst>
                        </a:rPr>
                        <a:t>переработки</a:t>
                      </a:r>
                      <a:endParaRPr lang="ru-RU" sz="1600" b="0"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722354170"/>
                  </a:ext>
                </a:extLst>
              </a:tr>
              <a:tr h="692696">
                <a:tc>
                  <a:txBody>
                    <a:bodyPr/>
                    <a:lstStyle/>
                    <a:p>
                      <a:pPr marL="0" marR="0" algn="just">
                        <a:lnSpc>
                          <a:spcPct val="115000"/>
                        </a:lnSpc>
                        <a:spcAft>
                          <a:spcPts val="800"/>
                        </a:spcAft>
                        <a:buNone/>
                      </a:pPr>
                      <a:r>
                        <a:rPr lang="ru-RU" sz="1600" b="1" kern="100" cap="none" spc="0" dirty="0">
                          <a:ln w="0"/>
                          <a:solidFill>
                            <a:schemeClr val="bg2">
                              <a:lumMod val="10000"/>
                            </a:schemeClr>
                          </a:solidFill>
                          <a:effectLst>
                            <a:outerShdw blurRad="38100" dist="19050" dir="2700000" algn="tl" rotWithShape="0">
                              <a:schemeClr val="dk1">
                                <a:alpha val="40000"/>
                              </a:schemeClr>
                            </a:outerShdw>
                          </a:effectLst>
                        </a:rPr>
                        <a:t>Связь с зарплатой и </a:t>
                      </a:r>
                      <a:r>
                        <a:rPr lang="en-US" sz="1600" b="1" kern="100" cap="none" spc="0" dirty="0">
                          <a:ln w="0"/>
                          <a:solidFill>
                            <a:schemeClr val="bg2">
                              <a:lumMod val="10000"/>
                            </a:schemeClr>
                          </a:solidFill>
                          <a:effectLst>
                            <a:outerShdw blurRad="38100" dist="19050" dir="2700000" algn="tl" rotWithShape="0">
                              <a:schemeClr val="dk1">
                                <a:alpha val="40000"/>
                              </a:schemeClr>
                            </a:outerShdw>
                          </a:effectLst>
                        </a:rPr>
                        <a:t>KPI</a:t>
                      </a:r>
                      <a:endParaRPr lang="ru-RU" sz="16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just">
                        <a:lnSpc>
                          <a:spcPct val="115000"/>
                        </a:lnSpc>
                        <a:spcAft>
                          <a:spcPts val="800"/>
                        </a:spcAft>
                        <a:buNone/>
                      </a:pPr>
                      <a:r>
                        <a:rPr lang="en-US" sz="1600" b="0" kern="100" cap="none" spc="0" dirty="0" err="1">
                          <a:ln w="0"/>
                          <a:solidFill>
                            <a:schemeClr val="bg2">
                              <a:lumMod val="10000"/>
                            </a:schemeClr>
                          </a:solidFill>
                          <a:effectLst>
                            <a:outerShdw blurRad="38100" dist="19050" dir="2700000" algn="tl" rotWithShape="0">
                              <a:schemeClr val="dk1">
                                <a:alpha val="40000"/>
                              </a:schemeClr>
                            </a:outerShdw>
                          </a:effectLst>
                        </a:rPr>
                        <a:t>Отсутствует</a:t>
                      </a:r>
                      <a:endParaRPr lang="ru-RU" sz="1600" b="0"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just">
                        <a:lnSpc>
                          <a:spcPct val="115000"/>
                        </a:lnSpc>
                        <a:spcAft>
                          <a:spcPts val="800"/>
                        </a:spcAft>
                        <a:buNone/>
                      </a:pPr>
                      <a:r>
                        <a:rPr lang="ru-RU" sz="1600" b="0" kern="100" cap="none" spc="0" dirty="0">
                          <a:ln w="0"/>
                          <a:solidFill>
                            <a:schemeClr val="bg2">
                              <a:lumMod val="10000"/>
                            </a:schemeClr>
                          </a:solidFill>
                          <a:effectLst>
                            <a:outerShdw blurRad="38100" dist="19050" dir="2700000" algn="tl" rotWithShape="0">
                              <a:schemeClr val="dk1">
                                <a:alpha val="40000"/>
                              </a:schemeClr>
                            </a:outerShdw>
                          </a:effectLst>
                        </a:rPr>
                        <a:t>Связано с расчётом ЗП и оценкой </a:t>
                      </a:r>
                      <a:r>
                        <a:rPr lang="en-US" sz="1600" b="0" kern="100" cap="none" spc="0" dirty="0">
                          <a:ln w="0"/>
                          <a:solidFill>
                            <a:schemeClr val="bg2">
                              <a:lumMod val="10000"/>
                            </a:schemeClr>
                          </a:solidFill>
                          <a:effectLst>
                            <a:outerShdw blurRad="38100" dist="19050" dir="2700000" algn="tl" rotWithShape="0">
                              <a:schemeClr val="dk1">
                                <a:alpha val="40000"/>
                              </a:schemeClr>
                            </a:outerShdw>
                          </a:effectLst>
                        </a:rPr>
                        <a:t>KPI</a:t>
                      </a:r>
                      <a:endParaRPr lang="ru-RU" sz="1600" b="0"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496994462"/>
                  </a:ext>
                </a:extLst>
              </a:tr>
            </a:tbl>
          </a:graphicData>
        </a:graphic>
      </p:graphicFrame>
      <p:sp>
        <p:nvSpPr>
          <p:cNvPr id="5" name="TextBox 4">
            <a:extLst>
              <a:ext uri="{FF2B5EF4-FFF2-40B4-BE49-F238E27FC236}">
                <a16:creationId xmlns:a16="http://schemas.microsoft.com/office/drawing/2014/main" id="{26D30558-187A-62B4-A1C1-A9932389C6CC}"/>
              </a:ext>
            </a:extLst>
          </p:cNvPr>
          <p:cNvSpPr txBox="1"/>
          <p:nvPr/>
        </p:nvSpPr>
        <p:spPr>
          <a:xfrm>
            <a:off x="3014472" y="580751"/>
            <a:ext cx="6163056" cy="646331"/>
          </a:xfrm>
          <a:prstGeom prst="rect">
            <a:avLst/>
          </a:prstGeom>
          <a:noFill/>
        </p:spPr>
        <p:txBody>
          <a:bodyPr wrap="square">
            <a:spAutoFit/>
          </a:bodyPr>
          <a:lstStyle/>
          <a:p>
            <a:r>
              <a:rPr lang="ru-RU" b="1" dirty="0">
                <a:ln w="0"/>
                <a:solidFill>
                  <a:schemeClr val="bg1"/>
                </a:solidFill>
                <a:effectLst>
                  <a:outerShdw blurRad="38100" dist="19050" dir="2700000" algn="tl" rotWithShape="0">
                    <a:schemeClr val="dk1">
                      <a:alpha val="40000"/>
                    </a:schemeClr>
                  </a:outerShdw>
                </a:effectLst>
              </a:rPr>
              <a:t>СРАВНИТЕЛЬНАЯ ТАБЛИЦА: (AS-IS) И (TO-BE) Расписание смен </a:t>
            </a:r>
          </a:p>
        </p:txBody>
      </p:sp>
    </p:spTree>
    <p:extLst>
      <p:ext uri="{BB962C8B-B14F-4D97-AF65-F5344CB8AC3E}">
        <p14:creationId xmlns:p14="http://schemas.microsoft.com/office/powerpoint/2010/main" val="9498475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1EC1554A-918A-BF46-8136-88F24DE5524D}"/>
              </a:ext>
            </a:extLst>
          </p:cNvPr>
          <p:cNvPicPr>
            <a:picLocks noChangeAspect="1"/>
          </p:cNvPicPr>
          <p:nvPr/>
        </p:nvPicPr>
        <p:blipFill>
          <a:blip r:embed="rId2"/>
          <a:stretch>
            <a:fillRect/>
          </a:stretch>
        </p:blipFill>
        <p:spPr>
          <a:xfrm>
            <a:off x="5414" y="0"/>
            <a:ext cx="12181172" cy="6858000"/>
          </a:xfrm>
          <a:prstGeom prst="rect">
            <a:avLst/>
          </a:prstGeom>
        </p:spPr>
      </p:pic>
      <p:graphicFrame>
        <p:nvGraphicFramePr>
          <p:cNvPr id="4" name="Таблица 3">
            <a:extLst>
              <a:ext uri="{FF2B5EF4-FFF2-40B4-BE49-F238E27FC236}">
                <a16:creationId xmlns:a16="http://schemas.microsoft.com/office/drawing/2014/main" id="{BA51D9A7-D02D-7E26-3937-0F6DC6A91CBF}"/>
              </a:ext>
            </a:extLst>
          </p:cNvPr>
          <p:cNvGraphicFramePr>
            <a:graphicFrameLocks noGrp="1"/>
          </p:cNvGraphicFramePr>
          <p:nvPr>
            <p:extLst>
              <p:ext uri="{D42A27DB-BD31-4B8C-83A1-F6EECF244321}">
                <p14:modId xmlns:p14="http://schemas.microsoft.com/office/powerpoint/2010/main" val="3983086790"/>
              </p:ext>
            </p:extLst>
          </p:nvPr>
        </p:nvGraphicFramePr>
        <p:xfrm>
          <a:off x="2734182" y="2123502"/>
          <a:ext cx="6949312" cy="2859977"/>
        </p:xfrm>
        <a:graphic>
          <a:graphicData uri="http://schemas.openxmlformats.org/drawingml/2006/table">
            <a:tbl>
              <a:tblPr firstRow="1" firstCol="1" bandRow="1"/>
              <a:tblGrid>
                <a:gridCol w="2315942">
                  <a:extLst>
                    <a:ext uri="{9D8B030D-6E8A-4147-A177-3AD203B41FA5}">
                      <a16:colId xmlns:a16="http://schemas.microsoft.com/office/drawing/2014/main" val="168004263"/>
                    </a:ext>
                  </a:extLst>
                </a:gridCol>
                <a:gridCol w="2316685">
                  <a:extLst>
                    <a:ext uri="{9D8B030D-6E8A-4147-A177-3AD203B41FA5}">
                      <a16:colId xmlns:a16="http://schemas.microsoft.com/office/drawing/2014/main" val="1799650202"/>
                    </a:ext>
                  </a:extLst>
                </a:gridCol>
                <a:gridCol w="2316685">
                  <a:extLst>
                    <a:ext uri="{9D8B030D-6E8A-4147-A177-3AD203B41FA5}">
                      <a16:colId xmlns:a16="http://schemas.microsoft.com/office/drawing/2014/main" val="4175147147"/>
                    </a:ext>
                  </a:extLst>
                </a:gridCol>
              </a:tblGrid>
              <a:tr h="250785">
                <a:tc>
                  <a:txBody>
                    <a:bodyPr/>
                    <a:lstStyle/>
                    <a:p>
                      <a:pPr marL="0" marR="0" algn="just">
                        <a:lnSpc>
                          <a:spcPct val="115000"/>
                        </a:lnSpc>
                        <a:spcAft>
                          <a:spcPts val="800"/>
                        </a:spcAft>
                        <a:buNone/>
                      </a:pP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Критерий</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just">
                        <a:lnSpc>
                          <a:spcPct val="115000"/>
                        </a:lnSpc>
                        <a:spcAft>
                          <a:spcPts val="800"/>
                        </a:spcAft>
                        <a:buNone/>
                      </a:pP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Расчёт</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a:t>
                      </a: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зарплаты</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(AS-IS)</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just">
                        <a:lnSpc>
                          <a:spcPct val="115000"/>
                        </a:lnSpc>
                        <a:spcAft>
                          <a:spcPts val="800"/>
                        </a:spcAft>
                        <a:buNone/>
                      </a:pP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Расчёт</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a:t>
                      </a: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зарплаты</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(TO-BE)</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626069442"/>
                  </a:ext>
                </a:extLst>
              </a:tr>
              <a:tr h="786136">
                <a:tc>
                  <a:txBody>
                    <a:bodyPr/>
                    <a:lstStyle/>
                    <a:p>
                      <a:pPr marL="0" marR="0" algn="just">
                        <a:lnSpc>
                          <a:spcPct val="115000"/>
                        </a:lnSpc>
                        <a:spcAft>
                          <a:spcPts val="800"/>
                        </a:spcAft>
                        <a:buNone/>
                      </a:pPr>
                      <a:r>
                        <a:rPr lang="en-US" sz="1200" b="1" kern="100" cap="none" spc="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Способ обработки</a:t>
                      </a:r>
                      <a:endParaRPr lang="ru-RU" sz="1200" b="1" kern="100" cap="none" spc="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just">
                        <a:lnSpc>
                          <a:spcPct val="115000"/>
                        </a:lnSpc>
                        <a:spcAft>
                          <a:spcPts val="800"/>
                        </a:spcAft>
                        <a:buNone/>
                      </a:pPr>
                      <a:r>
                        <a:rPr lang="en-US" sz="1200" b="0" kern="100" cap="none" spc="0" dirty="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Excel</a:t>
                      </a:r>
                      <a:r>
                        <a:rPr lang="ru-RU" sz="1200" b="0" kern="100" cap="none" spc="0" dirty="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вручную, отправка по </a:t>
                      </a:r>
                      <a:r>
                        <a:rPr lang="en-US" sz="1200" b="0" kern="100" cap="none" spc="0" dirty="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email</a:t>
                      </a:r>
                      <a:endParaRPr lang="ru-RU" sz="1200" b="0"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just">
                        <a:lnSpc>
                          <a:spcPct val="115000"/>
                        </a:lnSpc>
                        <a:spcAft>
                          <a:spcPts val="800"/>
                        </a:spcAft>
                        <a:buNone/>
                      </a:pPr>
                      <a:r>
                        <a:rPr lang="ru-RU" sz="1200" b="0" kern="100" cap="none" spc="0" dirty="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Автоматический сбор данных (смены, отпуска, часы) через </a:t>
                      </a:r>
                      <a:r>
                        <a:rPr lang="en-US" sz="1200" b="0" kern="100" cap="none" spc="0" dirty="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HRM</a:t>
                      </a:r>
                      <a:endParaRPr lang="ru-RU" sz="1200" b="0"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949519348"/>
                  </a:ext>
                </a:extLst>
              </a:tr>
              <a:tr h="518460">
                <a:tc>
                  <a:txBody>
                    <a:bodyPr/>
                    <a:lstStyle/>
                    <a:p>
                      <a:pPr marL="0" marR="0" algn="just">
                        <a:lnSpc>
                          <a:spcPct val="115000"/>
                        </a:lnSpc>
                        <a:spcAft>
                          <a:spcPts val="800"/>
                        </a:spcAft>
                        <a:buNone/>
                      </a:pP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Проверка</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и </a:t>
                      </a: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согласование</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just">
                        <a:lnSpc>
                          <a:spcPct val="115000"/>
                        </a:lnSpc>
                        <a:spcAft>
                          <a:spcPts val="800"/>
                        </a:spcAft>
                        <a:buNone/>
                      </a:pPr>
                      <a:r>
                        <a:rPr lang="en-US" sz="1200" b="0" kern="100" cap="none" spc="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Много ручных шагов</a:t>
                      </a:r>
                      <a:endParaRPr lang="ru-RU" sz="1200" b="0" kern="100" cap="none" spc="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just">
                        <a:lnSpc>
                          <a:spcPct val="115000"/>
                        </a:lnSpc>
                        <a:spcAft>
                          <a:spcPts val="800"/>
                        </a:spcAft>
                        <a:buNone/>
                      </a:pPr>
                      <a:r>
                        <a:rPr lang="en-US" sz="1200" b="0" kern="100" cap="none" spc="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Централизованное утверждение в системе</a:t>
                      </a:r>
                      <a:endParaRPr lang="ru-RU" sz="1200" b="0" kern="100" cap="none" spc="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950105934"/>
                  </a:ext>
                </a:extLst>
              </a:tr>
              <a:tr h="786136">
                <a:tc>
                  <a:txBody>
                    <a:bodyPr/>
                    <a:lstStyle/>
                    <a:p>
                      <a:pPr marL="0" marR="0" algn="just">
                        <a:lnSpc>
                          <a:spcPct val="115000"/>
                        </a:lnSpc>
                        <a:spcAft>
                          <a:spcPts val="800"/>
                        </a:spcAft>
                        <a:buNone/>
                      </a:pP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Отправка</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ЗП</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just">
                        <a:lnSpc>
                          <a:spcPct val="115000"/>
                        </a:lnSpc>
                        <a:spcAft>
                          <a:spcPts val="800"/>
                        </a:spcAft>
                        <a:buNone/>
                      </a:pPr>
                      <a:r>
                        <a:rPr lang="en-US" sz="1200" b="0" kern="100" cap="none" spc="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Через email, возможны ошибки</a:t>
                      </a:r>
                      <a:endParaRPr lang="ru-RU" sz="1200" b="0" kern="100" cap="none" spc="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just">
                        <a:lnSpc>
                          <a:spcPct val="115000"/>
                        </a:lnSpc>
                        <a:spcAft>
                          <a:spcPts val="800"/>
                        </a:spcAft>
                        <a:buNone/>
                      </a:pPr>
                      <a:r>
                        <a:rPr lang="ru-RU" sz="1200" b="0" kern="100" cap="none" spc="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Автоматическое уведомление сотрудника в системе</a:t>
                      </a:r>
                      <a:endParaRPr lang="ru-RU" sz="1200" b="0" kern="100" cap="none" spc="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737385202"/>
                  </a:ext>
                </a:extLst>
              </a:tr>
              <a:tr h="518460">
                <a:tc>
                  <a:txBody>
                    <a:bodyPr/>
                    <a:lstStyle/>
                    <a:p>
                      <a:pPr marL="0" marR="0" algn="just">
                        <a:lnSpc>
                          <a:spcPct val="115000"/>
                        </a:lnSpc>
                        <a:spcAft>
                          <a:spcPts val="800"/>
                        </a:spcAft>
                        <a:buNone/>
                      </a:pP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История</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just">
                        <a:lnSpc>
                          <a:spcPct val="115000"/>
                        </a:lnSpc>
                        <a:spcAft>
                          <a:spcPts val="800"/>
                        </a:spcAft>
                        <a:buNone/>
                      </a:pPr>
                      <a:r>
                        <a:rPr lang="en-US" sz="1200" b="0" kern="100" cap="none" spc="0" dirty="0" err="1">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Отсутствует</a:t>
                      </a:r>
                      <a:endParaRPr lang="ru-RU" sz="1200" b="0"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just">
                        <a:lnSpc>
                          <a:spcPct val="115000"/>
                        </a:lnSpc>
                        <a:spcAft>
                          <a:spcPts val="800"/>
                        </a:spcAft>
                        <a:buNone/>
                      </a:pPr>
                      <a:r>
                        <a:rPr lang="ru-RU" sz="1200" b="0" kern="100" cap="none" spc="0" dirty="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Есть лог действий и контроль доступа</a:t>
                      </a:r>
                      <a:endParaRPr lang="ru-RU" sz="1200" b="0"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982499656"/>
                  </a:ext>
                </a:extLst>
              </a:tr>
            </a:tbl>
          </a:graphicData>
        </a:graphic>
      </p:graphicFrame>
      <p:sp>
        <p:nvSpPr>
          <p:cNvPr id="6" name="TextBox 5">
            <a:extLst>
              <a:ext uri="{FF2B5EF4-FFF2-40B4-BE49-F238E27FC236}">
                <a16:creationId xmlns:a16="http://schemas.microsoft.com/office/drawing/2014/main" id="{6A2B77AD-2C63-6D41-467A-5EA2C1386BE4}"/>
              </a:ext>
            </a:extLst>
          </p:cNvPr>
          <p:cNvSpPr txBox="1"/>
          <p:nvPr/>
        </p:nvSpPr>
        <p:spPr>
          <a:xfrm>
            <a:off x="2734182" y="938707"/>
            <a:ext cx="6163056" cy="646331"/>
          </a:xfrm>
          <a:prstGeom prst="rect">
            <a:avLst/>
          </a:prstGeom>
          <a:noFill/>
        </p:spPr>
        <p:txBody>
          <a:bodyPr wrap="square">
            <a:spAutoFit/>
          </a:bodyPr>
          <a:lstStyle/>
          <a:p>
            <a:r>
              <a:rPr lang="ru-RU" b="1" dirty="0">
                <a:ln w="0"/>
                <a:solidFill>
                  <a:schemeClr val="bg1"/>
                </a:solidFill>
                <a:effectLst>
                  <a:outerShdw blurRad="38100" dist="19050" dir="2700000" algn="tl" rotWithShape="0">
                    <a:schemeClr val="dk1">
                      <a:alpha val="40000"/>
                    </a:schemeClr>
                  </a:outerShdw>
                </a:effectLst>
              </a:rPr>
              <a:t>СРАВНИТЕЛЬНАЯ ТАБЛИЦА: (AS-IS) И (TO-BE) Расчёт зарплаты </a:t>
            </a:r>
          </a:p>
        </p:txBody>
      </p:sp>
    </p:spTree>
    <p:extLst>
      <p:ext uri="{BB962C8B-B14F-4D97-AF65-F5344CB8AC3E}">
        <p14:creationId xmlns:p14="http://schemas.microsoft.com/office/powerpoint/2010/main" val="22441372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D96D16F7-F0B5-DCD9-F439-92E59E84B02C}"/>
              </a:ext>
            </a:extLst>
          </p:cNvPr>
          <p:cNvPicPr>
            <a:picLocks noChangeAspect="1"/>
          </p:cNvPicPr>
          <p:nvPr/>
        </p:nvPicPr>
        <p:blipFill>
          <a:blip r:embed="rId2"/>
          <a:stretch>
            <a:fillRect/>
          </a:stretch>
        </p:blipFill>
        <p:spPr>
          <a:xfrm>
            <a:off x="5414" y="0"/>
            <a:ext cx="12181172" cy="6858000"/>
          </a:xfrm>
          <a:prstGeom prst="rect">
            <a:avLst/>
          </a:prstGeom>
        </p:spPr>
      </p:pic>
      <p:graphicFrame>
        <p:nvGraphicFramePr>
          <p:cNvPr id="3" name="Таблица 2">
            <a:extLst>
              <a:ext uri="{FF2B5EF4-FFF2-40B4-BE49-F238E27FC236}">
                <a16:creationId xmlns:a16="http://schemas.microsoft.com/office/drawing/2014/main" id="{AA74DE04-4E92-4E7D-D5FC-7821B8194E77}"/>
              </a:ext>
            </a:extLst>
          </p:cNvPr>
          <p:cNvGraphicFramePr>
            <a:graphicFrameLocks noGrp="1"/>
          </p:cNvGraphicFramePr>
          <p:nvPr>
            <p:extLst>
              <p:ext uri="{D42A27DB-BD31-4B8C-83A1-F6EECF244321}">
                <p14:modId xmlns:p14="http://schemas.microsoft.com/office/powerpoint/2010/main" val="2492939623"/>
              </p:ext>
            </p:extLst>
          </p:nvPr>
        </p:nvGraphicFramePr>
        <p:xfrm>
          <a:off x="2813367" y="2009202"/>
          <a:ext cx="6729858" cy="3257743"/>
        </p:xfrm>
        <a:graphic>
          <a:graphicData uri="http://schemas.openxmlformats.org/drawingml/2006/table">
            <a:tbl>
              <a:tblPr firstRow="1" firstCol="1" bandRow="1"/>
              <a:tblGrid>
                <a:gridCol w="2242806">
                  <a:extLst>
                    <a:ext uri="{9D8B030D-6E8A-4147-A177-3AD203B41FA5}">
                      <a16:colId xmlns:a16="http://schemas.microsoft.com/office/drawing/2014/main" val="3615911236"/>
                    </a:ext>
                  </a:extLst>
                </a:gridCol>
                <a:gridCol w="2243526">
                  <a:extLst>
                    <a:ext uri="{9D8B030D-6E8A-4147-A177-3AD203B41FA5}">
                      <a16:colId xmlns:a16="http://schemas.microsoft.com/office/drawing/2014/main" val="2796461128"/>
                    </a:ext>
                  </a:extLst>
                </a:gridCol>
                <a:gridCol w="2243526">
                  <a:extLst>
                    <a:ext uri="{9D8B030D-6E8A-4147-A177-3AD203B41FA5}">
                      <a16:colId xmlns:a16="http://schemas.microsoft.com/office/drawing/2014/main" val="668816133"/>
                    </a:ext>
                  </a:extLst>
                </a:gridCol>
              </a:tblGrid>
              <a:tr h="540025">
                <a:tc>
                  <a:txBody>
                    <a:bodyPr/>
                    <a:lstStyle/>
                    <a:p>
                      <a:pPr marL="0" marR="0" algn="just">
                        <a:lnSpc>
                          <a:spcPct val="115000"/>
                        </a:lnSpc>
                        <a:spcAft>
                          <a:spcPts val="800"/>
                        </a:spcAft>
                        <a:buNone/>
                      </a:pP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Критерий</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just">
                        <a:lnSpc>
                          <a:spcPct val="115000"/>
                        </a:lnSpc>
                        <a:spcAft>
                          <a:spcPts val="800"/>
                        </a:spcAft>
                        <a:buNone/>
                      </a:pP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Оформление</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a:t>
                      </a: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отпуска</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(AS-IS)</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just">
                        <a:lnSpc>
                          <a:spcPct val="115000"/>
                        </a:lnSpc>
                        <a:spcAft>
                          <a:spcPts val="800"/>
                        </a:spcAft>
                        <a:buNone/>
                      </a:pP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Оформление</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a:t>
                      </a: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отпуска</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(TO-BE)</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2344972300"/>
                  </a:ext>
                </a:extLst>
              </a:tr>
              <a:tr h="540025">
                <a:tc>
                  <a:txBody>
                    <a:bodyPr/>
                    <a:lstStyle/>
                    <a:p>
                      <a:pPr marL="0" marR="0" algn="just">
                        <a:lnSpc>
                          <a:spcPct val="115000"/>
                        </a:lnSpc>
                        <a:spcAft>
                          <a:spcPts val="800"/>
                        </a:spcAft>
                        <a:buNone/>
                      </a:pPr>
                      <a:r>
                        <a:rPr lang="en-US" sz="1200" b="1" kern="100" cap="none" spc="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Подача заявки</a:t>
                      </a:r>
                      <a:endParaRPr lang="ru-RU" sz="1200" b="1" kern="100" cap="none" spc="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just">
                        <a:lnSpc>
                          <a:spcPct val="115000"/>
                        </a:lnSpc>
                        <a:spcAft>
                          <a:spcPts val="800"/>
                        </a:spcAft>
                        <a:buNone/>
                      </a:pPr>
                      <a:r>
                        <a:rPr lang="en-US" sz="1200" b="0" kern="100" cap="none" spc="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Бумажная форма или Word</a:t>
                      </a:r>
                      <a:endParaRPr lang="ru-RU" sz="1200" b="0" kern="100" cap="none" spc="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just">
                        <a:lnSpc>
                          <a:spcPct val="115000"/>
                        </a:lnSpc>
                        <a:spcAft>
                          <a:spcPts val="800"/>
                        </a:spcAft>
                        <a:buNone/>
                      </a:pPr>
                      <a:r>
                        <a:rPr lang="en-US" sz="1200" b="0" kern="100" cap="none" spc="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Электронная форма через HRM</a:t>
                      </a:r>
                      <a:endParaRPr lang="ru-RU" sz="1200" b="0" kern="100" cap="none" spc="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269986670"/>
                  </a:ext>
                </a:extLst>
              </a:tr>
              <a:tr h="540025">
                <a:tc>
                  <a:txBody>
                    <a:bodyPr/>
                    <a:lstStyle/>
                    <a:p>
                      <a:pPr marL="0" marR="0" algn="just">
                        <a:lnSpc>
                          <a:spcPct val="115000"/>
                        </a:lnSpc>
                        <a:spcAft>
                          <a:spcPts val="800"/>
                        </a:spcAft>
                        <a:buNone/>
                      </a:pPr>
                      <a:r>
                        <a:rPr lang="en-US" sz="1200" b="1" kern="100" cap="none" spc="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Утверждение и отслеживание</a:t>
                      </a:r>
                      <a:endParaRPr lang="ru-RU" sz="1200" b="1" kern="100" cap="none" spc="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just">
                        <a:lnSpc>
                          <a:spcPct val="115000"/>
                        </a:lnSpc>
                        <a:spcAft>
                          <a:spcPts val="800"/>
                        </a:spcAft>
                        <a:buNone/>
                      </a:pPr>
                      <a:r>
                        <a:rPr lang="en-US" sz="1200" b="0" kern="100" cap="none" spc="0" dirty="0" err="1">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Вручную</a:t>
                      </a:r>
                      <a:r>
                        <a:rPr lang="en-US" sz="1200" b="0" kern="100" cap="none" spc="0" dirty="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a:t>
                      </a:r>
                      <a:r>
                        <a:rPr lang="en-US" sz="1200" b="0" kern="100" cap="none" spc="0" dirty="0" err="1">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нет</a:t>
                      </a:r>
                      <a:r>
                        <a:rPr lang="en-US" sz="1200" b="0" kern="100" cap="none" spc="0" dirty="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a:t>
                      </a:r>
                      <a:r>
                        <a:rPr lang="en-US" sz="1200" b="0" kern="100" cap="none" spc="0" dirty="0" err="1">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истории</a:t>
                      </a:r>
                      <a:endParaRPr lang="ru-RU" sz="1200" b="0"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just">
                        <a:lnSpc>
                          <a:spcPct val="115000"/>
                        </a:lnSpc>
                        <a:spcAft>
                          <a:spcPts val="800"/>
                        </a:spcAft>
                        <a:buNone/>
                      </a:pPr>
                      <a:r>
                        <a:rPr lang="ru-RU" sz="1200" b="0" kern="100" cap="none" spc="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Система отслеживает все статусы и фиксацию</a:t>
                      </a:r>
                      <a:endParaRPr lang="ru-RU" sz="1200" b="0" kern="100" cap="none" spc="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870656736"/>
                  </a:ext>
                </a:extLst>
              </a:tr>
              <a:tr h="818834">
                <a:tc>
                  <a:txBody>
                    <a:bodyPr/>
                    <a:lstStyle/>
                    <a:p>
                      <a:pPr marL="0" marR="0" algn="just">
                        <a:lnSpc>
                          <a:spcPct val="115000"/>
                        </a:lnSpc>
                        <a:spcAft>
                          <a:spcPts val="800"/>
                        </a:spcAft>
                        <a:buNone/>
                      </a:pP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Изменения</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в </a:t>
                      </a: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расписании</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just">
                        <a:lnSpc>
                          <a:spcPct val="115000"/>
                        </a:lnSpc>
                        <a:spcAft>
                          <a:spcPts val="800"/>
                        </a:spcAft>
                        <a:buNone/>
                      </a:pPr>
                      <a:r>
                        <a:rPr lang="en-US" sz="1200" b="0" kern="100" cap="none" spc="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Требуется вручную корректировать</a:t>
                      </a:r>
                      <a:endParaRPr lang="ru-RU" sz="1200" b="0" kern="100" cap="none" spc="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just">
                        <a:lnSpc>
                          <a:spcPct val="115000"/>
                        </a:lnSpc>
                        <a:spcAft>
                          <a:spcPts val="800"/>
                        </a:spcAft>
                        <a:buNone/>
                      </a:pPr>
                      <a:r>
                        <a:rPr lang="en-US" sz="1200" b="0" kern="100" cap="none" spc="0" dirty="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HRM</a:t>
                      </a:r>
                      <a:r>
                        <a:rPr lang="ru-RU" sz="1200" b="0" kern="100" cap="none" spc="0" dirty="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автоматически обновляет смены и синхронизирует</a:t>
                      </a:r>
                      <a:endParaRPr lang="ru-RU" sz="1200" b="0"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52197099"/>
                  </a:ext>
                </a:extLst>
              </a:tr>
              <a:tr h="818834">
                <a:tc>
                  <a:txBody>
                    <a:bodyPr/>
                    <a:lstStyle/>
                    <a:p>
                      <a:pPr marL="0" marR="0" algn="just">
                        <a:lnSpc>
                          <a:spcPct val="115000"/>
                        </a:lnSpc>
                        <a:spcAft>
                          <a:spcPts val="800"/>
                        </a:spcAft>
                        <a:buNone/>
                      </a:pP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Уведомление</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a:t>
                      </a: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сотрудника</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just">
                        <a:lnSpc>
                          <a:spcPct val="115000"/>
                        </a:lnSpc>
                        <a:spcAft>
                          <a:spcPts val="800"/>
                        </a:spcAft>
                        <a:buNone/>
                      </a:pPr>
                      <a:r>
                        <a:rPr lang="ru-RU" sz="1200" b="0" kern="100" cap="none" spc="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Через разговор, не всегда точно</a:t>
                      </a:r>
                      <a:endParaRPr lang="ru-RU" sz="1200" b="0" kern="100" cap="none" spc="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just">
                        <a:lnSpc>
                          <a:spcPct val="115000"/>
                        </a:lnSpc>
                        <a:spcAft>
                          <a:spcPts val="800"/>
                        </a:spcAft>
                        <a:buNone/>
                      </a:pPr>
                      <a:r>
                        <a:rPr lang="ru-RU" sz="1200" b="0" kern="100" cap="none" spc="0" dirty="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Автоматическое уведомление (</a:t>
                      </a:r>
                      <a:r>
                        <a:rPr lang="en-US" sz="1200" b="0" kern="100" cap="none" spc="0" dirty="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HRM</a:t>
                      </a:r>
                      <a:r>
                        <a:rPr lang="ru-RU" sz="1200" b="0" kern="100" cap="none" spc="0" dirty="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a:t>
                      </a:r>
                      <a:r>
                        <a:rPr lang="en-US" sz="1200" b="0" kern="100" cap="none" spc="0" dirty="0" err="1">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Zalo</a:t>
                      </a:r>
                      <a:r>
                        <a:rPr lang="ru-RU" sz="1200" b="0" kern="100" cap="none" spc="0" dirty="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a:t>
                      </a:r>
                      <a:r>
                        <a:rPr lang="en-US" sz="1200" b="0" kern="100" cap="none" spc="0" dirty="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email</a:t>
                      </a:r>
                      <a:r>
                        <a:rPr lang="ru-RU" sz="1200" b="0" kern="100" cap="none" spc="0" dirty="0">
                          <a:ln w="0"/>
                          <a:solidFill>
                            <a:schemeClr val="bg2">
                              <a:lumMod val="1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a:t>
                      </a:r>
                      <a:endParaRPr lang="ru-RU" sz="1200" b="0"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570319851"/>
                  </a:ext>
                </a:extLst>
              </a:tr>
            </a:tbl>
          </a:graphicData>
        </a:graphic>
      </p:graphicFrame>
      <p:sp>
        <p:nvSpPr>
          <p:cNvPr id="5" name="TextBox 4">
            <a:extLst>
              <a:ext uri="{FF2B5EF4-FFF2-40B4-BE49-F238E27FC236}">
                <a16:creationId xmlns:a16="http://schemas.microsoft.com/office/drawing/2014/main" id="{BA950D90-C38F-B4FB-B45B-260ECA8AA5C4}"/>
              </a:ext>
            </a:extLst>
          </p:cNvPr>
          <p:cNvSpPr txBox="1"/>
          <p:nvPr/>
        </p:nvSpPr>
        <p:spPr>
          <a:xfrm>
            <a:off x="2913888" y="681436"/>
            <a:ext cx="6163056" cy="646331"/>
          </a:xfrm>
          <a:prstGeom prst="rect">
            <a:avLst/>
          </a:prstGeom>
          <a:noFill/>
        </p:spPr>
        <p:txBody>
          <a:bodyPr wrap="square">
            <a:spAutoFit/>
          </a:bodyPr>
          <a:lstStyle/>
          <a:p>
            <a:r>
              <a:rPr lang="ru-RU" b="1" dirty="0">
                <a:ln w="0"/>
                <a:solidFill>
                  <a:schemeClr val="bg1"/>
                </a:solidFill>
                <a:effectLst>
                  <a:outerShdw blurRad="38100" dist="19050" dir="2700000" algn="tl" rotWithShape="0">
                    <a:schemeClr val="dk1">
                      <a:alpha val="40000"/>
                    </a:schemeClr>
                  </a:outerShdw>
                </a:effectLst>
              </a:rPr>
              <a:t>СРАВНИТЕЛЬНАЯ ТАБЛИЦА: (AS-IS) И (TO-BE) Оформление отпуска </a:t>
            </a:r>
          </a:p>
        </p:txBody>
      </p:sp>
    </p:spTree>
    <p:extLst>
      <p:ext uri="{BB962C8B-B14F-4D97-AF65-F5344CB8AC3E}">
        <p14:creationId xmlns:p14="http://schemas.microsoft.com/office/powerpoint/2010/main" val="21920672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Рисунок 5">
            <a:extLst>
              <a:ext uri="{FF2B5EF4-FFF2-40B4-BE49-F238E27FC236}">
                <a16:creationId xmlns:a16="http://schemas.microsoft.com/office/drawing/2014/main" id="{F2A5BA93-7EDE-1A22-69AD-2995BFA1A245}"/>
              </a:ext>
            </a:extLst>
          </p:cNvPr>
          <p:cNvPicPr>
            <a:picLocks noChangeAspect="1"/>
          </p:cNvPicPr>
          <p:nvPr/>
        </p:nvPicPr>
        <p:blipFill>
          <a:blip r:embed="rId2"/>
          <a:stretch>
            <a:fillRect/>
          </a:stretch>
        </p:blipFill>
        <p:spPr>
          <a:xfrm>
            <a:off x="5414" y="0"/>
            <a:ext cx="12181172" cy="6858000"/>
          </a:xfrm>
          <a:prstGeom prst="rect">
            <a:avLst/>
          </a:prstGeom>
        </p:spPr>
      </p:pic>
      <p:sp>
        <p:nvSpPr>
          <p:cNvPr id="3" name="TextBox 2">
            <a:extLst>
              <a:ext uri="{FF2B5EF4-FFF2-40B4-BE49-F238E27FC236}">
                <a16:creationId xmlns:a16="http://schemas.microsoft.com/office/drawing/2014/main" id="{3882C2E4-8B19-6FBB-2CD6-FE7FFA095070}"/>
              </a:ext>
            </a:extLst>
          </p:cNvPr>
          <p:cNvSpPr txBox="1"/>
          <p:nvPr/>
        </p:nvSpPr>
        <p:spPr>
          <a:xfrm>
            <a:off x="486642" y="713524"/>
            <a:ext cx="6094324" cy="4949368"/>
          </a:xfrm>
          <a:prstGeom prst="rect">
            <a:avLst/>
          </a:prstGeom>
          <a:noFill/>
        </p:spPr>
        <p:txBody>
          <a:bodyPr wrap="square">
            <a:spAutoFit/>
          </a:bodyPr>
          <a:lstStyle/>
          <a:p>
            <a:pPr marL="0" marR="0" algn="just">
              <a:lnSpc>
                <a:spcPct val="115000"/>
              </a:lnSpc>
              <a:spcAft>
                <a:spcPts val="800"/>
              </a:spcAft>
              <a:buNone/>
            </a:pPr>
            <a:r>
              <a:rPr lang="ru-RU" sz="2400" b="1"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Архитектура предприятия на основе </a:t>
            </a:r>
            <a:r>
              <a:rPr lang="en-US" sz="2400" b="1"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TOGAF</a:t>
            </a:r>
            <a:r>
              <a:rPr lang="ru-RU" sz="2400" b="1"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для </a:t>
            </a:r>
            <a:r>
              <a:rPr lang="en-US" sz="2400" b="1"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HRM</a:t>
            </a:r>
            <a:r>
              <a:rPr lang="ru-RU" sz="2400" b="1"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-системы </a:t>
            </a:r>
            <a:r>
              <a:rPr lang="en-US" sz="2400" b="1"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Vinamilk</a:t>
            </a:r>
            <a:endParaRPr lang="ru-RU" sz="20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Aft>
                <a:spcPts val="800"/>
              </a:spcAft>
              <a:buNone/>
            </a:pPr>
            <a:r>
              <a:rPr lang="ru-RU" sz="1800" b="1"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Предварительный этап (</a:t>
            </a:r>
            <a:r>
              <a:rPr lang="en-US" sz="1800" b="1"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Preliminary Phase</a:t>
            </a:r>
            <a:r>
              <a:rPr lang="ru-RU" sz="1800" b="1"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ru-RU"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Aft>
                <a:spcPts val="800"/>
              </a:spcAft>
            </a:pPr>
            <a:r>
              <a:rPr lang="ru-RU"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Компания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Vinamilk</a:t>
            </a:r>
            <a:r>
              <a:rPr lang="ru-RU"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в течение долгого времени использовала несвязанные между собой инструменты управления персоналом: </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Excel</a:t>
            </a:r>
            <a:r>
              <a:rPr lang="ru-RU"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-таблицы, бумажные документы и устаревшие внутренние программы. Это приводило к фрагментации данных, ошибкам в расчётах заработной платы, проблемам с учётом смен и отсутствием прозрачности в оценке </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KPI</a:t>
            </a:r>
            <a:r>
              <a:rPr lang="ru-RU"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сотрудников. Цель предварительного этапа — определить ключевые проблемы и обосновать необходимость перехода к централизованной </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HRM</a:t>
            </a:r>
            <a:r>
              <a:rPr lang="ru-RU"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-системе, которая охватывает все уровни предприятия: фермы, заводы, логистику и административные структуры.</a:t>
            </a:r>
            <a:endParaRPr lang="ru-RU"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Рисунок 3">
            <a:extLst>
              <a:ext uri="{FF2B5EF4-FFF2-40B4-BE49-F238E27FC236}">
                <a16:creationId xmlns:a16="http://schemas.microsoft.com/office/drawing/2014/main" id="{3955CF30-7714-B23E-9ECC-9D03EB5CA350}"/>
              </a:ext>
            </a:extLst>
          </p:cNvPr>
          <p:cNvPicPr>
            <a:picLocks noChangeAspect="1"/>
          </p:cNvPicPr>
          <p:nvPr/>
        </p:nvPicPr>
        <p:blipFill>
          <a:blip r:embed="rId3"/>
          <a:stretch>
            <a:fillRect/>
          </a:stretch>
        </p:blipFill>
        <p:spPr>
          <a:xfrm>
            <a:off x="7179333" y="1929868"/>
            <a:ext cx="4811699" cy="2682325"/>
          </a:xfrm>
          <a:prstGeom prst="round2DiagRect">
            <a:avLst>
              <a:gd name="adj1" fmla="val 16667"/>
              <a:gd name="adj2" fmla="val 0"/>
            </a:avLst>
          </a:prstGeom>
          <a:ln w="88900" cap="sq">
            <a:solidFill>
              <a:srgbClr val="FFFFFF"/>
            </a:solidFill>
            <a:miter lim="800000"/>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0297120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Овал 34">
            <a:extLst>
              <a:ext uri="{FF2B5EF4-FFF2-40B4-BE49-F238E27FC236}">
                <a16:creationId xmlns:a16="http://schemas.microsoft.com/office/drawing/2014/main" id="{FC36DBFC-782F-BBA3-CF3C-CD9D0FA53705}"/>
              </a:ext>
            </a:extLst>
          </p:cNvPr>
          <p:cNvSpPr/>
          <p:nvPr/>
        </p:nvSpPr>
        <p:spPr>
          <a:xfrm>
            <a:off x="3705241" y="1435608"/>
            <a:ext cx="3672045" cy="3502152"/>
          </a:xfrm>
          <a:prstGeom prst="ellipse">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Овал 1">
            <a:extLst>
              <a:ext uri="{FF2B5EF4-FFF2-40B4-BE49-F238E27FC236}">
                <a16:creationId xmlns:a16="http://schemas.microsoft.com/office/drawing/2014/main" id="{1FEF87F5-6687-B799-0E20-0FF708A8FBAD}"/>
              </a:ext>
            </a:extLst>
          </p:cNvPr>
          <p:cNvSpPr/>
          <p:nvPr/>
        </p:nvSpPr>
        <p:spPr>
          <a:xfrm>
            <a:off x="4983480" y="2596896"/>
            <a:ext cx="1280160" cy="1097280"/>
          </a:xfrm>
          <a:prstGeom prst="ellipse">
            <a:avLst/>
          </a:prstGeom>
          <a:solidFill>
            <a:srgbClr val="00206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ru-RU" sz="1200" dirty="0"/>
              <a:t>Управление требованиями</a:t>
            </a:r>
          </a:p>
        </p:txBody>
      </p:sp>
      <p:sp>
        <p:nvSpPr>
          <p:cNvPr id="8" name="Овал 7">
            <a:extLst>
              <a:ext uri="{FF2B5EF4-FFF2-40B4-BE49-F238E27FC236}">
                <a16:creationId xmlns:a16="http://schemas.microsoft.com/office/drawing/2014/main" id="{FF68EBC7-B1E3-2346-D0DC-9C09E50561D2}"/>
              </a:ext>
            </a:extLst>
          </p:cNvPr>
          <p:cNvSpPr/>
          <p:nvPr/>
        </p:nvSpPr>
        <p:spPr>
          <a:xfrm>
            <a:off x="5056632" y="950976"/>
            <a:ext cx="1133856" cy="969264"/>
          </a:xfrm>
          <a:prstGeom prst="ellipse">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kern="0" dirty="0">
                <a:ln w="0"/>
                <a:solidFill>
                  <a:srgbClr val="002060"/>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A </a:t>
            </a:r>
            <a:r>
              <a:rPr lang="en-US" sz="1200" kern="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 </a:t>
            </a:r>
            <a:r>
              <a:rPr lang="en-US" sz="1200" kern="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Архитектурное</a:t>
            </a:r>
            <a:r>
              <a:rPr lang="en-US" sz="1200" kern="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 </a:t>
            </a:r>
            <a:r>
              <a:rPr lang="en-US" sz="1200" kern="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видение</a:t>
            </a:r>
            <a:r>
              <a:rPr lang="en-US" sz="1200" kern="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 </a:t>
            </a:r>
            <a:endParaRPr lang="ru-RU" sz="1200" dirty="0">
              <a:ln w="0"/>
              <a:solidFill>
                <a:srgbClr val="002060"/>
              </a:solidFill>
              <a:effectLst>
                <a:outerShdw blurRad="38100" dist="19050" dir="2700000" algn="tl" rotWithShape="0">
                  <a:schemeClr val="dk1">
                    <a:alpha val="40000"/>
                  </a:schemeClr>
                </a:outerShdw>
              </a:effectLst>
            </a:endParaRPr>
          </a:p>
        </p:txBody>
      </p:sp>
      <p:sp>
        <p:nvSpPr>
          <p:cNvPr id="9" name="Овал 8">
            <a:extLst>
              <a:ext uri="{FF2B5EF4-FFF2-40B4-BE49-F238E27FC236}">
                <a16:creationId xmlns:a16="http://schemas.microsoft.com/office/drawing/2014/main" id="{A84D689F-A739-402A-7E1A-B48435E19ECD}"/>
              </a:ext>
            </a:extLst>
          </p:cNvPr>
          <p:cNvSpPr/>
          <p:nvPr/>
        </p:nvSpPr>
        <p:spPr>
          <a:xfrm>
            <a:off x="6446520" y="1554480"/>
            <a:ext cx="1133856" cy="969264"/>
          </a:xfrm>
          <a:prstGeom prst="ellipse">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kern="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B </a:t>
            </a:r>
            <a:r>
              <a:rPr lang="en-US" sz="1200" kern="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 </a:t>
            </a:r>
            <a:r>
              <a:rPr lang="en-US" sz="1200" kern="0" dirty="0" err="1">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Бизнес-архитектура</a:t>
            </a:r>
            <a:r>
              <a:rPr lang="en-US" sz="1200" kern="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 </a:t>
            </a:r>
            <a:endParaRPr lang="ru-RU" sz="1200" dirty="0">
              <a:ln w="0"/>
              <a:solidFill>
                <a:srgbClr val="002060"/>
              </a:solidFill>
              <a:effectLst>
                <a:outerShdw blurRad="38100" dist="19050" dir="2700000" algn="tl" rotWithShape="0">
                  <a:schemeClr val="dk1">
                    <a:alpha val="40000"/>
                  </a:schemeClr>
                </a:outerShdw>
              </a:effectLst>
            </a:endParaRPr>
          </a:p>
        </p:txBody>
      </p:sp>
      <p:sp>
        <p:nvSpPr>
          <p:cNvPr id="10" name="Овал 9">
            <a:extLst>
              <a:ext uri="{FF2B5EF4-FFF2-40B4-BE49-F238E27FC236}">
                <a16:creationId xmlns:a16="http://schemas.microsoft.com/office/drawing/2014/main" id="{17F3EB7B-E77D-30DD-6D13-731128838C32}"/>
              </a:ext>
            </a:extLst>
          </p:cNvPr>
          <p:cNvSpPr/>
          <p:nvPr/>
        </p:nvSpPr>
        <p:spPr>
          <a:xfrm>
            <a:off x="7013448" y="2743200"/>
            <a:ext cx="1133856" cy="969264"/>
          </a:xfrm>
          <a:prstGeom prst="ellipse">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kern="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C </a:t>
            </a:r>
            <a:r>
              <a:rPr lang="en-US" sz="1200" kern="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 </a:t>
            </a:r>
            <a:r>
              <a:rPr lang="en-US" sz="1200" kern="0" dirty="0" err="1">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Системная</a:t>
            </a:r>
            <a:r>
              <a:rPr lang="en-US" sz="1200" kern="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 </a:t>
            </a:r>
            <a:r>
              <a:rPr lang="en-US" sz="1200" kern="0" dirty="0" err="1">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архитектура</a:t>
            </a:r>
            <a:r>
              <a:rPr lang="en-US" sz="1200" kern="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 </a:t>
            </a:r>
            <a:endParaRPr lang="ru-RU" sz="1200" dirty="0">
              <a:ln w="0"/>
              <a:solidFill>
                <a:srgbClr val="002060"/>
              </a:solidFill>
              <a:effectLst>
                <a:outerShdw blurRad="38100" dist="19050" dir="2700000" algn="tl" rotWithShape="0">
                  <a:schemeClr val="dk1">
                    <a:alpha val="40000"/>
                  </a:schemeClr>
                </a:outerShdw>
              </a:effectLst>
            </a:endParaRPr>
          </a:p>
        </p:txBody>
      </p:sp>
      <p:sp>
        <p:nvSpPr>
          <p:cNvPr id="11" name="Овал 10">
            <a:extLst>
              <a:ext uri="{FF2B5EF4-FFF2-40B4-BE49-F238E27FC236}">
                <a16:creationId xmlns:a16="http://schemas.microsoft.com/office/drawing/2014/main" id="{71BD21C3-0BF2-8132-4709-42A0E5696DF0}"/>
              </a:ext>
            </a:extLst>
          </p:cNvPr>
          <p:cNvSpPr/>
          <p:nvPr/>
        </p:nvSpPr>
        <p:spPr>
          <a:xfrm>
            <a:off x="6446520" y="3941064"/>
            <a:ext cx="1133856" cy="969264"/>
          </a:xfrm>
          <a:prstGeom prst="ellipse">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kern="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D</a:t>
            </a:r>
            <a:r>
              <a:rPr lang="en-US" sz="1200" kern="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  </a:t>
            </a:r>
            <a:r>
              <a:rPr lang="en-US" sz="1200" kern="0" dirty="0" err="1">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Техническая</a:t>
            </a:r>
            <a:r>
              <a:rPr lang="en-US" sz="1200" kern="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 </a:t>
            </a:r>
            <a:r>
              <a:rPr lang="en-US" sz="1200" kern="0" dirty="0" err="1">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архитектура</a:t>
            </a:r>
            <a:r>
              <a:rPr lang="en-US" sz="1200" kern="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 </a:t>
            </a:r>
            <a:endParaRPr lang="ru-RU" sz="1200" dirty="0">
              <a:ln w="0"/>
              <a:solidFill>
                <a:srgbClr val="002060"/>
              </a:solidFill>
              <a:effectLst>
                <a:outerShdw blurRad="38100" dist="19050" dir="2700000" algn="tl" rotWithShape="0">
                  <a:schemeClr val="dk1">
                    <a:alpha val="40000"/>
                  </a:schemeClr>
                </a:outerShdw>
              </a:effectLst>
            </a:endParaRPr>
          </a:p>
        </p:txBody>
      </p:sp>
      <p:sp>
        <p:nvSpPr>
          <p:cNvPr id="12" name="Овал 11">
            <a:extLst>
              <a:ext uri="{FF2B5EF4-FFF2-40B4-BE49-F238E27FC236}">
                <a16:creationId xmlns:a16="http://schemas.microsoft.com/office/drawing/2014/main" id="{F449E391-E0FA-2873-4FB6-0C86F95C80AA}"/>
              </a:ext>
            </a:extLst>
          </p:cNvPr>
          <p:cNvSpPr/>
          <p:nvPr/>
        </p:nvSpPr>
        <p:spPr>
          <a:xfrm>
            <a:off x="5056632" y="4526280"/>
            <a:ext cx="1133856" cy="969264"/>
          </a:xfrm>
          <a:prstGeom prst="ellipse">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kern="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E </a:t>
            </a:r>
            <a:r>
              <a:rPr lang="en-US" sz="1200" kern="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 </a:t>
            </a:r>
            <a:r>
              <a:rPr lang="en-US" sz="1200" kern="0" dirty="0" err="1">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Возможности</a:t>
            </a:r>
            <a:r>
              <a:rPr lang="en-US" sz="1200" kern="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 и </a:t>
            </a:r>
            <a:r>
              <a:rPr lang="en-US" sz="1200" kern="0" dirty="0" err="1">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решения</a:t>
            </a:r>
            <a:r>
              <a:rPr lang="en-US" sz="1200" kern="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 </a:t>
            </a:r>
            <a:endParaRPr lang="ru-RU" sz="1200" dirty="0">
              <a:ln w="0"/>
              <a:solidFill>
                <a:srgbClr val="002060"/>
              </a:solidFill>
              <a:effectLst>
                <a:outerShdw blurRad="38100" dist="19050" dir="2700000" algn="tl" rotWithShape="0">
                  <a:schemeClr val="dk1">
                    <a:alpha val="40000"/>
                  </a:schemeClr>
                </a:outerShdw>
              </a:effectLst>
            </a:endParaRPr>
          </a:p>
        </p:txBody>
      </p:sp>
      <p:sp>
        <p:nvSpPr>
          <p:cNvPr id="13" name="Овал 12">
            <a:extLst>
              <a:ext uri="{FF2B5EF4-FFF2-40B4-BE49-F238E27FC236}">
                <a16:creationId xmlns:a16="http://schemas.microsoft.com/office/drawing/2014/main" id="{6DC651B7-8915-C0E7-C859-233545757661}"/>
              </a:ext>
            </a:extLst>
          </p:cNvPr>
          <p:cNvSpPr/>
          <p:nvPr/>
        </p:nvSpPr>
        <p:spPr>
          <a:xfrm>
            <a:off x="3657600" y="3941064"/>
            <a:ext cx="1133856" cy="969264"/>
          </a:xfrm>
          <a:prstGeom prst="ellipse">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kern="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F </a:t>
            </a:r>
            <a:endParaRPr lang="vi-VN" sz="1200" b="1" kern="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endParaRPr>
          </a:p>
          <a:p>
            <a:pPr algn="ctr"/>
            <a:r>
              <a:rPr lang="en-US" sz="1200" kern="0" dirty="0" err="1">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План</a:t>
            </a:r>
            <a:r>
              <a:rPr lang="en-US" sz="1200" kern="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 </a:t>
            </a:r>
            <a:r>
              <a:rPr lang="en-US" sz="1200" kern="0" dirty="0" err="1">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миграции</a:t>
            </a:r>
            <a:r>
              <a:rPr lang="en-US" sz="1200" kern="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 </a:t>
            </a:r>
            <a:endParaRPr lang="ru-RU" sz="1200" dirty="0">
              <a:ln w="0"/>
              <a:solidFill>
                <a:srgbClr val="002060"/>
              </a:solidFill>
              <a:effectLst>
                <a:outerShdw blurRad="38100" dist="19050" dir="2700000" algn="tl" rotWithShape="0">
                  <a:schemeClr val="dk1">
                    <a:alpha val="40000"/>
                  </a:schemeClr>
                </a:outerShdw>
              </a:effectLst>
            </a:endParaRPr>
          </a:p>
        </p:txBody>
      </p:sp>
      <p:sp>
        <p:nvSpPr>
          <p:cNvPr id="14" name="Овал 13">
            <a:extLst>
              <a:ext uri="{FF2B5EF4-FFF2-40B4-BE49-F238E27FC236}">
                <a16:creationId xmlns:a16="http://schemas.microsoft.com/office/drawing/2014/main" id="{1051662A-4AD1-6543-407D-1445CE215853}"/>
              </a:ext>
            </a:extLst>
          </p:cNvPr>
          <p:cNvSpPr/>
          <p:nvPr/>
        </p:nvSpPr>
        <p:spPr>
          <a:xfrm>
            <a:off x="3017520" y="2679192"/>
            <a:ext cx="1133856" cy="969264"/>
          </a:xfrm>
          <a:prstGeom prst="ellipse">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kern="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G</a:t>
            </a:r>
            <a:r>
              <a:rPr lang="ru-RU" sz="1200" b="1" kern="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 </a:t>
            </a:r>
            <a:r>
              <a:rPr lang="ru-RU" sz="1200" kern="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 Управление реализацией</a:t>
            </a:r>
            <a:endParaRPr lang="ru-RU" sz="1200" dirty="0">
              <a:ln w="0"/>
              <a:solidFill>
                <a:srgbClr val="002060"/>
              </a:solidFill>
              <a:effectLst>
                <a:outerShdw blurRad="38100" dist="19050" dir="2700000" algn="tl" rotWithShape="0">
                  <a:schemeClr val="dk1">
                    <a:alpha val="40000"/>
                  </a:schemeClr>
                </a:outerShdw>
              </a:effectLst>
            </a:endParaRPr>
          </a:p>
        </p:txBody>
      </p:sp>
      <p:sp>
        <p:nvSpPr>
          <p:cNvPr id="15" name="Овал 14">
            <a:extLst>
              <a:ext uri="{FF2B5EF4-FFF2-40B4-BE49-F238E27FC236}">
                <a16:creationId xmlns:a16="http://schemas.microsoft.com/office/drawing/2014/main" id="{0EE264AD-7BED-2EFC-38CF-24EB7832D926}"/>
              </a:ext>
            </a:extLst>
          </p:cNvPr>
          <p:cNvSpPr/>
          <p:nvPr/>
        </p:nvSpPr>
        <p:spPr>
          <a:xfrm>
            <a:off x="3666744" y="1563624"/>
            <a:ext cx="1133856" cy="969264"/>
          </a:xfrm>
          <a:prstGeom prst="ellipse">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kern="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H</a:t>
            </a:r>
            <a:r>
              <a:rPr lang="ru-RU" sz="900" b="1" kern="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 </a:t>
            </a:r>
            <a:r>
              <a:rPr lang="ru-RU" sz="900" kern="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 Управление изменениями архитектуры </a:t>
            </a:r>
            <a:endParaRPr lang="ru-RU" sz="900" dirty="0">
              <a:ln w="0"/>
              <a:solidFill>
                <a:srgbClr val="002060"/>
              </a:solidFill>
              <a:effectLst>
                <a:outerShdw blurRad="38100" dist="19050" dir="2700000" algn="tl" rotWithShape="0">
                  <a:schemeClr val="dk1">
                    <a:alpha val="40000"/>
                  </a:schemeClr>
                </a:outerShdw>
              </a:effectLst>
            </a:endParaRPr>
          </a:p>
        </p:txBody>
      </p:sp>
      <p:cxnSp>
        <p:nvCxnSpPr>
          <p:cNvPr id="17" name="Прямая соединительная линия 16">
            <a:extLst>
              <a:ext uri="{FF2B5EF4-FFF2-40B4-BE49-F238E27FC236}">
                <a16:creationId xmlns:a16="http://schemas.microsoft.com/office/drawing/2014/main" id="{4D8E8F86-8653-F247-B421-D6C19E1EA159}"/>
              </a:ext>
            </a:extLst>
          </p:cNvPr>
          <p:cNvCxnSpPr>
            <a:stCxn id="8" idx="4"/>
            <a:endCxn id="2" idx="0"/>
          </p:cNvCxnSpPr>
          <p:nvPr/>
        </p:nvCxnSpPr>
        <p:spPr>
          <a:xfrm>
            <a:off x="5623560" y="1920240"/>
            <a:ext cx="0" cy="6766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Прямая соединительная линия 19">
            <a:extLst>
              <a:ext uri="{FF2B5EF4-FFF2-40B4-BE49-F238E27FC236}">
                <a16:creationId xmlns:a16="http://schemas.microsoft.com/office/drawing/2014/main" id="{0F4DD89B-21DF-E758-23F4-C73552C20407}"/>
              </a:ext>
            </a:extLst>
          </p:cNvPr>
          <p:cNvCxnSpPr>
            <a:stCxn id="9" idx="3"/>
            <a:endCxn id="2" idx="7"/>
          </p:cNvCxnSpPr>
          <p:nvPr/>
        </p:nvCxnSpPr>
        <p:spPr>
          <a:xfrm flipH="1">
            <a:off x="6076165" y="2381799"/>
            <a:ext cx="536404" cy="37579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Прямая соединительная линия 21">
            <a:extLst>
              <a:ext uri="{FF2B5EF4-FFF2-40B4-BE49-F238E27FC236}">
                <a16:creationId xmlns:a16="http://schemas.microsoft.com/office/drawing/2014/main" id="{33663ABD-E28C-8CBB-58E1-2C5E72469829}"/>
              </a:ext>
            </a:extLst>
          </p:cNvPr>
          <p:cNvCxnSpPr>
            <a:stCxn id="10" idx="2"/>
            <a:endCxn id="2" idx="6"/>
          </p:cNvCxnSpPr>
          <p:nvPr/>
        </p:nvCxnSpPr>
        <p:spPr>
          <a:xfrm flipH="1" flipV="1">
            <a:off x="6263640" y="3145536"/>
            <a:ext cx="749808" cy="82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Прямая соединительная линия 23">
            <a:extLst>
              <a:ext uri="{FF2B5EF4-FFF2-40B4-BE49-F238E27FC236}">
                <a16:creationId xmlns:a16="http://schemas.microsoft.com/office/drawing/2014/main" id="{5ACF0CB4-4729-3A03-8CCC-31F98FC95CCF}"/>
              </a:ext>
            </a:extLst>
          </p:cNvPr>
          <p:cNvCxnSpPr>
            <a:stCxn id="11" idx="1"/>
            <a:endCxn id="2" idx="5"/>
          </p:cNvCxnSpPr>
          <p:nvPr/>
        </p:nvCxnSpPr>
        <p:spPr>
          <a:xfrm flipH="1" flipV="1">
            <a:off x="6076165" y="3533483"/>
            <a:ext cx="536404" cy="549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Прямая соединительная линия 25">
            <a:extLst>
              <a:ext uri="{FF2B5EF4-FFF2-40B4-BE49-F238E27FC236}">
                <a16:creationId xmlns:a16="http://schemas.microsoft.com/office/drawing/2014/main" id="{365BD28B-2F1D-60BA-E797-53C412DC6CC5}"/>
              </a:ext>
            </a:extLst>
          </p:cNvPr>
          <p:cNvCxnSpPr>
            <a:stCxn id="2" idx="4"/>
            <a:endCxn id="12" idx="0"/>
          </p:cNvCxnSpPr>
          <p:nvPr/>
        </p:nvCxnSpPr>
        <p:spPr>
          <a:xfrm>
            <a:off x="5623560" y="3694176"/>
            <a:ext cx="0" cy="83210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Прямая соединительная линия 28">
            <a:extLst>
              <a:ext uri="{FF2B5EF4-FFF2-40B4-BE49-F238E27FC236}">
                <a16:creationId xmlns:a16="http://schemas.microsoft.com/office/drawing/2014/main" id="{03E58F79-DBC8-D1DC-2A8A-03617EF9678A}"/>
              </a:ext>
            </a:extLst>
          </p:cNvPr>
          <p:cNvCxnSpPr>
            <a:stCxn id="2" idx="3"/>
            <a:endCxn id="13" idx="7"/>
          </p:cNvCxnSpPr>
          <p:nvPr/>
        </p:nvCxnSpPr>
        <p:spPr>
          <a:xfrm flipH="1">
            <a:off x="4625407" y="3533483"/>
            <a:ext cx="545548" cy="549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a:extLst>
              <a:ext uri="{FF2B5EF4-FFF2-40B4-BE49-F238E27FC236}">
                <a16:creationId xmlns:a16="http://schemas.microsoft.com/office/drawing/2014/main" id="{0797C87A-22C8-5182-62F5-7369DD4D23CA}"/>
              </a:ext>
            </a:extLst>
          </p:cNvPr>
          <p:cNvCxnSpPr>
            <a:stCxn id="2" idx="2"/>
            <a:endCxn id="14" idx="6"/>
          </p:cNvCxnSpPr>
          <p:nvPr/>
        </p:nvCxnSpPr>
        <p:spPr>
          <a:xfrm flipH="1">
            <a:off x="4151376" y="3145536"/>
            <a:ext cx="832104" cy="182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Прямая соединительная линия 32">
            <a:extLst>
              <a:ext uri="{FF2B5EF4-FFF2-40B4-BE49-F238E27FC236}">
                <a16:creationId xmlns:a16="http://schemas.microsoft.com/office/drawing/2014/main" id="{FEE1DD7A-DA55-CCF4-3CB5-9A9939F54765}"/>
              </a:ext>
            </a:extLst>
          </p:cNvPr>
          <p:cNvCxnSpPr>
            <a:stCxn id="15" idx="5"/>
            <a:endCxn id="2" idx="1"/>
          </p:cNvCxnSpPr>
          <p:nvPr/>
        </p:nvCxnSpPr>
        <p:spPr>
          <a:xfrm>
            <a:off x="4634551" y="2390943"/>
            <a:ext cx="536404" cy="366646"/>
          </a:xfrm>
          <a:prstGeom prst="line">
            <a:avLst/>
          </a:prstGeom>
        </p:spPr>
        <p:style>
          <a:lnRef idx="1">
            <a:schemeClr val="accent1"/>
          </a:lnRef>
          <a:fillRef idx="0">
            <a:schemeClr val="accent1"/>
          </a:fillRef>
          <a:effectRef idx="0">
            <a:schemeClr val="accent1"/>
          </a:effectRef>
          <a:fontRef idx="minor">
            <a:schemeClr val="tx1"/>
          </a:fontRef>
        </p:style>
      </p:cxnSp>
      <p:sp>
        <p:nvSpPr>
          <p:cNvPr id="43" name="Овал 42">
            <a:extLst>
              <a:ext uri="{FF2B5EF4-FFF2-40B4-BE49-F238E27FC236}">
                <a16:creationId xmlns:a16="http://schemas.microsoft.com/office/drawing/2014/main" id="{A9685348-B539-D46B-65EC-D145FEDBAB71}"/>
              </a:ext>
            </a:extLst>
          </p:cNvPr>
          <p:cNvSpPr/>
          <p:nvPr/>
        </p:nvSpPr>
        <p:spPr>
          <a:xfrm>
            <a:off x="6448441" y="81428"/>
            <a:ext cx="3950209" cy="1480667"/>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sz="1000" kern="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Система должна служить единой платформой для автоматизации всех кадровых процессов: расчёта ЗП, планирования смен, отпусков, управления </a:t>
            </a:r>
            <a:r>
              <a:rPr lang="en-US" sz="1000" kern="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KPI</a:t>
            </a:r>
            <a:r>
              <a:rPr lang="ru-RU" sz="1000" kern="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 и адаптацией сотрудников. Важнейшие характеристики: масштабируемость, интеграция с </a:t>
            </a:r>
            <a:r>
              <a:rPr lang="en-US" sz="1000" kern="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ERP</a:t>
            </a:r>
            <a:r>
              <a:rPr lang="ru-RU" sz="1000" kern="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 и мобильная доступность.</a:t>
            </a:r>
            <a:endParaRPr lang="ru-RU" sz="1000" dirty="0">
              <a:ln w="0"/>
              <a:solidFill>
                <a:schemeClr val="bg1"/>
              </a:solidFill>
              <a:effectLst>
                <a:outerShdw blurRad="38100" dist="19050" dir="2700000" algn="tl" rotWithShape="0">
                  <a:schemeClr val="dk1">
                    <a:alpha val="40000"/>
                  </a:schemeClr>
                </a:outerShdw>
              </a:effectLst>
            </a:endParaRPr>
          </a:p>
        </p:txBody>
      </p:sp>
      <p:sp>
        <p:nvSpPr>
          <p:cNvPr id="44" name="Овал 43">
            <a:extLst>
              <a:ext uri="{FF2B5EF4-FFF2-40B4-BE49-F238E27FC236}">
                <a16:creationId xmlns:a16="http://schemas.microsoft.com/office/drawing/2014/main" id="{9226E23F-BFD1-CC34-A10A-56C6E925121D}"/>
              </a:ext>
            </a:extLst>
          </p:cNvPr>
          <p:cNvSpPr/>
          <p:nvPr/>
        </p:nvSpPr>
        <p:spPr>
          <a:xfrm>
            <a:off x="8200245" y="1490259"/>
            <a:ext cx="4064906" cy="1783080"/>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ru-RU" sz="1000" kern="0" dirty="0">
                <a:effectLst/>
                <a:latin typeface="Times New Roman" panose="02020603050405020304" pitchFamily="18" charset="0"/>
                <a:ea typeface="Times New Roman" panose="02020603050405020304" pitchFamily="18" charset="0"/>
              </a:rPr>
              <a:t>Составлены BPMN-схемы TO-BE по управлению сменами, отпуском и зарплатой;</a:t>
            </a:r>
          </a:p>
          <a:p>
            <a:r>
              <a:rPr lang="ru-RU" sz="1000" kern="0" dirty="0">
                <a:effectLst/>
                <a:latin typeface="Times New Roman" panose="02020603050405020304" pitchFamily="18" charset="0"/>
                <a:ea typeface="Times New Roman" panose="02020603050405020304" pitchFamily="18" charset="0"/>
              </a:rPr>
              <a:t>•Определены роли участников: сотрудники, начальники смен, HR-специалисты, бухгалтерия;</a:t>
            </a:r>
          </a:p>
          <a:p>
            <a:r>
              <a:rPr lang="ru-RU" sz="1000" kern="0" dirty="0">
                <a:effectLst/>
                <a:latin typeface="Times New Roman" panose="02020603050405020304" pitchFamily="18" charset="0"/>
                <a:ea typeface="Times New Roman" panose="02020603050405020304" pitchFamily="18" charset="0"/>
              </a:rPr>
              <a:t>•Утверждены правила взаимодействия и согласования заявок через HRM;</a:t>
            </a:r>
          </a:p>
          <a:p>
            <a:r>
              <a:rPr lang="ru-RU" sz="1000" kern="0" dirty="0">
                <a:effectLst/>
                <a:latin typeface="Times New Roman" panose="02020603050405020304" pitchFamily="18" charset="0"/>
                <a:ea typeface="Times New Roman" panose="02020603050405020304" pitchFamily="18" charset="0"/>
              </a:rPr>
              <a:t>•Встроены показатели эффективности и механизмы согласования в рабочих процессах..</a:t>
            </a:r>
            <a:endParaRPr lang="ru-RU" sz="1000" dirty="0"/>
          </a:p>
        </p:txBody>
      </p:sp>
      <p:sp>
        <p:nvSpPr>
          <p:cNvPr id="45" name="Овал 44">
            <a:extLst>
              <a:ext uri="{FF2B5EF4-FFF2-40B4-BE49-F238E27FC236}">
                <a16:creationId xmlns:a16="http://schemas.microsoft.com/office/drawing/2014/main" id="{3EE8CB48-0B13-E238-0A8B-5EBAA6F74788}"/>
              </a:ext>
            </a:extLst>
          </p:cNvPr>
          <p:cNvSpPr/>
          <p:nvPr/>
        </p:nvSpPr>
        <p:spPr>
          <a:xfrm>
            <a:off x="8534211" y="3330488"/>
            <a:ext cx="3396974" cy="1965960"/>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ru-RU" sz="1000" kern="0" dirty="0">
                <a:effectLst/>
                <a:latin typeface="Times New Roman" panose="02020603050405020304" pitchFamily="18" charset="0"/>
                <a:ea typeface="Times New Roman" panose="02020603050405020304" pitchFamily="18" charset="0"/>
              </a:rPr>
              <a:t>•Учёт времени и посещаемости;</a:t>
            </a:r>
          </a:p>
          <a:p>
            <a:r>
              <a:rPr lang="ru-RU" sz="1000" kern="0" dirty="0">
                <a:effectLst/>
                <a:latin typeface="Times New Roman" panose="02020603050405020304" pitchFamily="18" charset="0"/>
                <a:ea typeface="Times New Roman" panose="02020603050405020304" pitchFamily="18" charset="0"/>
              </a:rPr>
              <a:t>•Планирование смен и графиков;</a:t>
            </a:r>
          </a:p>
          <a:p>
            <a:r>
              <a:rPr lang="ru-RU" sz="1000" kern="0" dirty="0">
                <a:effectLst/>
                <a:latin typeface="Times New Roman" panose="02020603050405020304" pitchFamily="18" charset="0"/>
                <a:ea typeface="Times New Roman" panose="02020603050405020304" pitchFamily="18" charset="0"/>
              </a:rPr>
              <a:t>•Управление отпусками и больничными;</a:t>
            </a:r>
          </a:p>
          <a:p>
            <a:r>
              <a:rPr lang="ru-RU" sz="1000" kern="0" dirty="0">
                <a:effectLst/>
                <a:latin typeface="Times New Roman" panose="02020603050405020304" pitchFamily="18" charset="0"/>
                <a:ea typeface="Times New Roman" panose="02020603050405020304" pitchFamily="18" charset="0"/>
              </a:rPr>
              <a:t>•Расчёт заработной платы, премий и налогов;</a:t>
            </a:r>
          </a:p>
          <a:p>
            <a:r>
              <a:rPr lang="ru-RU" sz="1000" kern="0" dirty="0">
                <a:effectLst/>
                <a:latin typeface="Times New Roman" panose="02020603050405020304" pitchFamily="18" charset="0"/>
                <a:ea typeface="Times New Roman" panose="02020603050405020304" pitchFamily="18" charset="0"/>
              </a:rPr>
              <a:t>•KPI и 360-градусная оценка;</a:t>
            </a:r>
          </a:p>
          <a:p>
            <a:r>
              <a:rPr lang="ru-RU" sz="1000" kern="0" dirty="0">
                <a:effectLst/>
                <a:latin typeface="Times New Roman" panose="02020603050405020304" pitchFamily="18" charset="0"/>
                <a:ea typeface="Times New Roman" panose="02020603050405020304" pitchFamily="18" charset="0"/>
              </a:rPr>
              <a:t>•Интеграция с ERP и BI-системами;</a:t>
            </a:r>
          </a:p>
          <a:p>
            <a:r>
              <a:rPr lang="ru-RU" sz="1000" kern="0" dirty="0">
                <a:effectLst/>
                <a:latin typeface="Times New Roman" panose="02020603050405020304" pitchFamily="18" charset="0"/>
                <a:ea typeface="Times New Roman" panose="02020603050405020304" pitchFamily="18" charset="0"/>
              </a:rPr>
              <a:t>•Пользовательский портал для сотрудников.</a:t>
            </a:r>
            <a:endParaRPr lang="ru-RU" sz="1000" dirty="0"/>
          </a:p>
        </p:txBody>
      </p:sp>
      <p:sp>
        <p:nvSpPr>
          <p:cNvPr id="46" name="Овал 45">
            <a:extLst>
              <a:ext uri="{FF2B5EF4-FFF2-40B4-BE49-F238E27FC236}">
                <a16:creationId xmlns:a16="http://schemas.microsoft.com/office/drawing/2014/main" id="{CA542738-28DD-DDF8-3EFF-DFDF0B7395F2}"/>
              </a:ext>
            </a:extLst>
          </p:cNvPr>
          <p:cNvSpPr/>
          <p:nvPr/>
        </p:nvSpPr>
        <p:spPr>
          <a:xfrm>
            <a:off x="5806440" y="5010912"/>
            <a:ext cx="4124413" cy="1718199"/>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ru-RU" sz="1000" kern="0" dirty="0">
                <a:effectLst/>
                <a:latin typeface="Times New Roman" panose="02020603050405020304" pitchFamily="18" charset="0"/>
                <a:ea typeface="Times New Roman" panose="02020603050405020304" pitchFamily="18" charset="0"/>
              </a:rPr>
              <a:t>•SQL/</a:t>
            </a:r>
            <a:r>
              <a:rPr lang="ru-RU" sz="1000" kern="0" dirty="0" err="1">
                <a:effectLst/>
                <a:latin typeface="Times New Roman" panose="02020603050405020304" pitchFamily="18" charset="0"/>
                <a:ea typeface="Times New Roman" panose="02020603050405020304" pitchFamily="18" charset="0"/>
              </a:rPr>
              <a:t>NoSQL</a:t>
            </a:r>
            <a:r>
              <a:rPr lang="ru-RU" sz="1000" kern="0" dirty="0">
                <a:effectLst/>
                <a:latin typeface="Times New Roman" panose="02020603050405020304" pitchFamily="18" charset="0"/>
                <a:ea typeface="Times New Roman" panose="02020603050405020304" pitchFamily="18" charset="0"/>
              </a:rPr>
              <a:t> база данных с ежедневным резервным копированием;</a:t>
            </a:r>
          </a:p>
          <a:p>
            <a:r>
              <a:rPr lang="ru-RU" sz="1000" kern="0" dirty="0">
                <a:effectLst/>
                <a:latin typeface="Times New Roman" panose="02020603050405020304" pitchFamily="18" charset="0"/>
                <a:ea typeface="Times New Roman" panose="02020603050405020304" pitchFamily="18" charset="0"/>
              </a:rPr>
              <a:t>•API-интеграция с внешними сервисами (ERP, налоговые платформы);</a:t>
            </a:r>
          </a:p>
          <a:p>
            <a:r>
              <a:rPr lang="ru-RU" sz="1000" kern="0" dirty="0">
                <a:effectLst/>
                <a:latin typeface="Times New Roman" panose="02020603050405020304" pitchFamily="18" charset="0"/>
                <a:ea typeface="Times New Roman" panose="02020603050405020304" pitchFamily="18" charset="0"/>
              </a:rPr>
              <a:t>•Безопасность: двухфакторная аутентификация, шифрование данных, аудит действий;</a:t>
            </a:r>
          </a:p>
          <a:p>
            <a:r>
              <a:rPr lang="ru-RU" sz="1000" kern="0" dirty="0">
                <a:effectLst/>
                <a:latin typeface="Times New Roman" panose="02020603050405020304" pitchFamily="18" charset="0"/>
                <a:ea typeface="Times New Roman" panose="02020603050405020304" pitchFamily="18" charset="0"/>
              </a:rPr>
              <a:t>•Доступ через веб-портал и мобильное приложение на </a:t>
            </a:r>
            <a:r>
              <a:rPr lang="ru-RU" sz="1000" kern="0" dirty="0" err="1">
                <a:effectLst/>
                <a:latin typeface="Times New Roman" panose="02020603050405020304" pitchFamily="18" charset="0"/>
                <a:ea typeface="Times New Roman" panose="02020603050405020304" pitchFamily="18" charset="0"/>
              </a:rPr>
              <a:t>Android</a:t>
            </a:r>
            <a:r>
              <a:rPr lang="ru-RU" sz="1000" kern="0" dirty="0">
                <a:effectLst/>
                <a:latin typeface="Times New Roman" panose="02020603050405020304" pitchFamily="18" charset="0"/>
                <a:ea typeface="Times New Roman" panose="02020603050405020304" pitchFamily="18" charset="0"/>
              </a:rPr>
              <a:t>/</a:t>
            </a:r>
            <a:r>
              <a:rPr lang="ru-RU" sz="1000" kern="0" dirty="0" err="1">
                <a:effectLst/>
                <a:latin typeface="Times New Roman" panose="02020603050405020304" pitchFamily="18" charset="0"/>
                <a:ea typeface="Times New Roman" panose="02020603050405020304" pitchFamily="18" charset="0"/>
              </a:rPr>
              <a:t>iOS</a:t>
            </a:r>
            <a:r>
              <a:rPr lang="ru-RU" sz="1000" kern="0" dirty="0">
                <a:effectLst/>
                <a:latin typeface="Times New Roman" panose="02020603050405020304" pitchFamily="18" charset="0"/>
                <a:ea typeface="Times New Roman" panose="02020603050405020304" pitchFamily="18" charset="0"/>
              </a:rPr>
              <a:t>.</a:t>
            </a:r>
            <a:endParaRPr lang="ru-RU" sz="1000" dirty="0"/>
          </a:p>
        </p:txBody>
      </p:sp>
      <p:sp>
        <p:nvSpPr>
          <p:cNvPr id="47" name="Овал 46">
            <a:extLst>
              <a:ext uri="{FF2B5EF4-FFF2-40B4-BE49-F238E27FC236}">
                <a16:creationId xmlns:a16="http://schemas.microsoft.com/office/drawing/2014/main" id="{71BAA574-866A-00D7-CB68-63A474FB0B30}"/>
              </a:ext>
            </a:extLst>
          </p:cNvPr>
          <p:cNvSpPr/>
          <p:nvPr/>
        </p:nvSpPr>
        <p:spPr>
          <a:xfrm>
            <a:off x="1891143" y="5157221"/>
            <a:ext cx="3413805" cy="1563187"/>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ru-RU" sz="1000" kern="0" dirty="0">
                <a:effectLst/>
                <a:latin typeface="Times New Roman" panose="02020603050405020304" pitchFamily="18" charset="0"/>
                <a:ea typeface="Times New Roman" panose="02020603050405020304" pitchFamily="18" charset="0"/>
              </a:rPr>
              <a:t>Были рассмотрены три платформы: SAP </a:t>
            </a:r>
            <a:r>
              <a:rPr lang="ru-RU" sz="1000" kern="0" dirty="0" err="1">
                <a:effectLst/>
                <a:latin typeface="Times New Roman" panose="02020603050405020304" pitchFamily="18" charset="0"/>
                <a:ea typeface="Times New Roman" panose="02020603050405020304" pitchFamily="18" charset="0"/>
              </a:rPr>
              <a:t>SuccessFactors</a:t>
            </a:r>
            <a:r>
              <a:rPr lang="ru-RU" sz="1000" kern="0" dirty="0">
                <a:effectLst/>
                <a:latin typeface="Times New Roman" panose="02020603050405020304" pitchFamily="18" charset="0"/>
                <a:ea typeface="Times New Roman" panose="02020603050405020304" pitchFamily="18" charset="0"/>
              </a:rPr>
              <a:t>, </a:t>
            </a:r>
            <a:r>
              <a:rPr lang="ru-RU" sz="1000" kern="0" dirty="0" err="1">
                <a:effectLst/>
                <a:latin typeface="Times New Roman" panose="02020603050405020304" pitchFamily="18" charset="0"/>
                <a:ea typeface="Times New Roman" panose="02020603050405020304" pitchFamily="18" charset="0"/>
              </a:rPr>
              <a:t>Odoo</a:t>
            </a:r>
            <a:r>
              <a:rPr lang="ru-RU" sz="1000" kern="0" dirty="0">
                <a:effectLst/>
                <a:latin typeface="Times New Roman" panose="02020603050405020304" pitchFamily="18" charset="0"/>
                <a:ea typeface="Times New Roman" panose="02020603050405020304" pitchFamily="18" charset="0"/>
              </a:rPr>
              <a:t> HR и </a:t>
            </a:r>
            <a:r>
              <a:rPr lang="ru-RU" sz="1000" kern="0" dirty="0" err="1">
                <a:effectLst/>
                <a:latin typeface="Times New Roman" panose="02020603050405020304" pitchFamily="18" charset="0"/>
                <a:ea typeface="Times New Roman" panose="02020603050405020304" pitchFamily="18" charset="0"/>
              </a:rPr>
              <a:t>Experium</a:t>
            </a:r>
            <a:r>
              <a:rPr lang="ru-RU" sz="1000" kern="0" dirty="0">
                <a:effectLst/>
                <a:latin typeface="Times New Roman" panose="02020603050405020304" pitchFamily="18" charset="0"/>
                <a:ea typeface="Times New Roman" panose="02020603050405020304" pitchFamily="18" charset="0"/>
              </a:rPr>
              <a:t>. Выбор пал на </a:t>
            </a:r>
            <a:r>
              <a:rPr lang="ru-RU" sz="1000" kern="0" dirty="0" err="1">
                <a:effectLst/>
                <a:latin typeface="Times New Roman" panose="02020603050405020304" pitchFamily="18" charset="0"/>
                <a:ea typeface="Times New Roman" panose="02020603050405020304" pitchFamily="18" charset="0"/>
              </a:rPr>
              <a:t>Experium</a:t>
            </a:r>
            <a:r>
              <a:rPr lang="ru-RU" sz="1000" kern="0" dirty="0">
                <a:effectLst/>
                <a:latin typeface="Times New Roman" panose="02020603050405020304" pitchFamily="18" charset="0"/>
                <a:ea typeface="Times New Roman" panose="02020603050405020304" pitchFamily="18" charset="0"/>
              </a:rPr>
              <a:t> как оптимальное по соотношению функциональности, гибкости и стоимости решение. Оно легко интегрируется с текущими системами </a:t>
            </a:r>
            <a:r>
              <a:rPr lang="ru-RU" sz="1000" kern="0" dirty="0" err="1">
                <a:effectLst/>
                <a:latin typeface="Times New Roman" panose="02020603050405020304" pitchFamily="18" charset="0"/>
                <a:ea typeface="Times New Roman" panose="02020603050405020304" pitchFamily="18" charset="0"/>
              </a:rPr>
              <a:t>Vinamilk</a:t>
            </a:r>
            <a:r>
              <a:rPr lang="ru-RU" sz="1000" kern="0" dirty="0">
                <a:effectLst/>
                <a:latin typeface="Times New Roman" panose="02020603050405020304" pitchFamily="18" charset="0"/>
                <a:ea typeface="Times New Roman" panose="02020603050405020304" pitchFamily="18" charset="0"/>
              </a:rPr>
              <a:t> и не требует дорогостоящей кастомизации.</a:t>
            </a:r>
            <a:endParaRPr lang="ru-RU" sz="1000" dirty="0"/>
          </a:p>
        </p:txBody>
      </p:sp>
      <p:sp>
        <p:nvSpPr>
          <p:cNvPr id="48" name="Овал 47">
            <a:extLst>
              <a:ext uri="{FF2B5EF4-FFF2-40B4-BE49-F238E27FC236}">
                <a16:creationId xmlns:a16="http://schemas.microsoft.com/office/drawing/2014/main" id="{3DADF602-ABBB-C85C-B7AB-353F63BE0D47}"/>
              </a:ext>
            </a:extLst>
          </p:cNvPr>
          <p:cNvSpPr/>
          <p:nvPr/>
        </p:nvSpPr>
        <p:spPr>
          <a:xfrm>
            <a:off x="-109189" y="3808246"/>
            <a:ext cx="3003872" cy="1563187"/>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ru-RU" sz="1000" kern="0" dirty="0">
                <a:effectLst/>
                <a:latin typeface="Times New Roman" panose="02020603050405020304" pitchFamily="18" charset="0"/>
                <a:ea typeface="Times New Roman" panose="02020603050405020304" pitchFamily="18" charset="0"/>
              </a:rPr>
              <a:t>1.Пилот на одном заводе и одной ферме (1 месяц);</a:t>
            </a:r>
          </a:p>
          <a:p>
            <a:r>
              <a:rPr lang="ru-RU" sz="1000" kern="0" dirty="0">
                <a:effectLst/>
                <a:latin typeface="Times New Roman" panose="02020603050405020304" pitchFamily="18" charset="0"/>
                <a:ea typeface="Times New Roman" panose="02020603050405020304" pitchFamily="18" charset="0"/>
              </a:rPr>
              <a:t>2.Корректировка по результатам тестирования;</a:t>
            </a:r>
          </a:p>
          <a:p>
            <a:r>
              <a:rPr lang="ru-RU" sz="1000" kern="0" dirty="0">
                <a:effectLst/>
                <a:latin typeface="Times New Roman" panose="02020603050405020304" pitchFamily="18" charset="0"/>
                <a:ea typeface="Times New Roman" panose="02020603050405020304" pitchFamily="18" charset="0"/>
              </a:rPr>
              <a:t>3.Масштабирование на все подразделения (3 месяца);</a:t>
            </a:r>
          </a:p>
          <a:p>
            <a:r>
              <a:rPr lang="ru-RU" sz="1000" kern="0" dirty="0">
                <a:effectLst/>
                <a:latin typeface="Times New Roman" panose="02020603050405020304" pitchFamily="18" charset="0"/>
                <a:ea typeface="Times New Roman" panose="02020603050405020304" pitchFamily="18" charset="0"/>
              </a:rPr>
              <a:t>4.Обучение пользователей, запуск системы, техническая поддержка.</a:t>
            </a:r>
            <a:endParaRPr lang="ru-RU" sz="1000" dirty="0"/>
          </a:p>
        </p:txBody>
      </p:sp>
      <p:sp>
        <p:nvSpPr>
          <p:cNvPr id="49" name="Овал 48">
            <a:extLst>
              <a:ext uri="{FF2B5EF4-FFF2-40B4-BE49-F238E27FC236}">
                <a16:creationId xmlns:a16="http://schemas.microsoft.com/office/drawing/2014/main" id="{E00E929A-6F5D-EB3C-69B0-ED9C3B7373D0}"/>
              </a:ext>
            </a:extLst>
          </p:cNvPr>
          <p:cNvSpPr/>
          <p:nvPr/>
        </p:nvSpPr>
        <p:spPr>
          <a:xfrm>
            <a:off x="8414" y="1753248"/>
            <a:ext cx="2947019" cy="1819657"/>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ru-RU" sz="1000" kern="0" dirty="0">
                <a:effectLst/>
                <a:latin typeface="Times New Roman" panose="02020603050405020304" pitchFamily="18" charset="0"/>
                <a:ea typeface="Times New Roman" panose="02020603050405020304" pitchFamily="18" charset="0"/>
              </a:rPr>
              <a:t>Ответственными за реализацию назначаются: отдел информационных технологий и центральный HR-отдел. Внедрение будет сопровождаться системой KPI: снижение ошибок расчёта ЗП, ускорение обработки отпусков, рост удовлетворенности сотрудников. </a:t>
            </a:r>
            <a:endParaRPr lang="ru-RU" sz="1000" dirty="0"/>
          </a:p>
        </p:txBody>
      </p:sp>
      <p:sp>
        <p:nvSpPr>
          <p:cNvPr id="50" name="Овал 49">
            <a:extLst>
              <a:ext uri="{FF2B5EF4-FFF2-40B4-BE49-F238E27FC236}">
                <a16:creationId xmlns:a16="http://schemas.microsoft.com/office/drawing/2014/main" id="{8167A85A-34F6-C7CA-034D-D902FE1F3013}"/>
              </a:ext>
            </a:extLst>
          </p:cNvPr>
          <p:cNvSpPr/>
          <p:nvPr/>
        </p:nvSpPr>
        <p:spPr>
          <a:xfrm>
            <a:off x="82295" y="81428"/>
            <a:ext cx="4974337" cy="1351149"/>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ru-RU" sz="1000" kern="0" dirty="0">
                <a:effectLst/>
                <a:latin typeface="Times New Roman" panose="02020603050405020304" pitchFamily="18" charset="0"/>
                <a:ea typeface="Times New Roman" panose="02020603050405020304" pitchFamily="18" charset="0"/>
              </a:rPr>
              <a:t>Раз в полгода проводится пересмотр архитектуры на основе собранной от пользователей обратной связи. Внесение изменений осуществляется через систему тикетов и согласуется с архитектурным комитетом. Это позволяет гибко реагировать на изменения внутри компании, включая рост штата, новые юридические требования или бизнес-расширение.</a:t>
            </a:r>
            <a:endParaRPr lang="ru-RU" sz="1000" dirty="0"/>
          </a:p>
        </p:txBody>
      </p:sp>
      <p:cxnSp>
        <p:nvCxnSpPr>
          <p:cNvPr id="52" name="Прямая соединительная линия 51">
            <a:extLst>
              <a:ext uri="{FF2B5EF4-FFF2-40B4-BE49-F238E27FC236}">
                <a16:creationId xmlns:a16="http://schemas.microsoft.com/office/drawing/2014/main" id="{0C07A78F-1852-8AF8-718A-3C5383E48DA6}"/>
              </a:ext>
            </a:extLst>
          </p:cNvPr>
          <p:cNvCxnSpPr>
            <a:stCxn id="8" idx="7"/>
            <a:endCxn id="43" idx="2"/>
          </p:cNvCxnSpPr>
          <p:nvPr/>
        </p:nvCxnSpPr>
        <p:spPr>
          <a:xfrm flipV="1">
            <a:off x="6024439" y="821762"/>
            <a:ext cx="424002" cy="271159"/>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Прямая соединительная линия 53">
            <a:extLst>
              <a:ext uri="{FF2B5EF4-FFF2-40B4-BE49-F238E27FC236}">
                <a16:creationId xmlns:a16="http://schemas.microsoft.com/office/drawing/2014/main" id="{EB86C8FF-8CBB-A94F-709F-DAD12508EEC3}"/>
              </a:ext>
            </a:extLst>
          </p:cNvPr>
          <p:cNvCxnSpPr>
            <a:cxnSpLocks/>
            <a:stCxn id="9" idx="6"/>
            <a:endCxn id="44" idx="2"/>
          </p:cNvCxnSpPr>
          <p:nvPr/>
        </p:nvCxnSpPr>
        <p:spPr>
          <a:xfrm>
            <a:off x="7580376" y="2039112"/>
            <a:ext cx="619869" cy="342687"/>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Прямая соединительная линия 56">
            <a:extLst>
              <a:ext uri="{FF2B5EF4-FFF2-40B4-BE49-F238E27FC236}">
                <a16:creationId xmlns:a16="http://schemas.microsoft.com/office/drawing/2014/main" id="{8E5AD158-B449-5CF3-3AD6-20664C012F97}"/>
              </a:ext>
            </a:extLst>
          </p:cNvPr>
          <p:cNvCxnSpPr>
            <a:stCxn id="10" idx="6"/>
            <a:endCxn id="45" idx="1"/>
          </p:cNvCxnSpPr>
          <p:nvPr/>
        </p:nvCxnSpPr>
        <p:spPr>
          <a:xfrm>
            <a:off x="8147304" y="3227832"/>
            <a:ext cx="884382" cy="390564"/>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Прямая соединительная линия 58">
            <a:extLst>
              <a:ext uri="{FF2B5EF4-FFF2-40B4-BE49-F238E27FC236}">
                <a16:creationId xmlns:a16="http://schemas.microsoft.com/office/drawing/2014/main" id="{66950A71-9756-A7EE-CD4E-5F8E6182431F}"/>
              </a:ext>
            </a:extLst>
          </p:cNvPr>
          <p:cNvCxnSpPr>
            <a:cxnSpLocks/>
            <a:stCxn id="11" idx="5"/>
            <a:endCxn id="46" idx="0"/>
          </p:cNvCxnSpPr>
          <p:nvPr/>
        </p:nvCxnSpPr>
        <p:spPr>
          <a:xfrm>
            <a:off x="7414327" y="4768383"/>
            <a:ext cx="454320" cy="242529"/>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Прямая соединительная линия 60">
            <a:extLst>
              <a:ext uri="{FF2B5EF4-FFF2-40B4-BE49-F238E27FC236}">
                <a16:creationId xmlns:a16="http://schemas.microsoft.com/office/drawing/2014/main" id="{585F3958-AA53-F0C3-22BA-2F43F202C6D3}"/>
              </a:ext>
            </a:extLst>
          </p:cNvPr>
          <p:cNvCxnSpPr>
            <a:stCxn id="12" idx="4"/>
            <a:endCxn id="47" idx="6"/>
          </p:cNvCxnSpPr>
          <p:nvPr/>
        </p:nvCxnSpPr>
        <p:spPr>
          <a:xfrm flipH="1">
            <a:off x="5304948" y="5495544"/>
            <a:ext cx="318612" cy="443271"/>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Прямая соединительная линия 62">
            <a:extLst>
              <a:ext uri="{FF2B5EF4-FFF2-40B4-BE49-F238E27FC236}">
                <a16:creationId xmlns:a16="http://schemas.microsoft.com/office/drawing/2014/main" id="{0AD108E6-1391-AE8C-97EF-65487EABB137}"/>
              </a:ext>
            </a:extLst>
          </p:cNvPr>
          <p:cNvCxnSpPr>
            <a:stCxn id="13" idx="2"/>
            <a:endCxn id="48" idx="6"/>
          </p:cNvCxnSpPr>
          <p:nvPr/>
        </p:nvCxnSpPr>
        <p:spPr>
          <a:xfrm flipH="1">
            <a:off x="2894683" y="4425696"/>
            <a:ext cx="762917" cy="164144"/>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Прямая соединительная линия 66">
            <a:extLst>
              <a:ext uri="{FF2B5EF4-FFF2-40B4-BE49-F238E27FC236}">
                <a16:creationId xmlns:a16="http://schemas.microsoft.com/office/drawing/2014/main" id="{878C1B00-0ACB-1CEF-614E-5DF13422CFFA}"/>
              </a:ext>
            </a:extLst>
          </p:cNvPr>
          <p:cNvCxnSpPr>
            <a:stCxn id="14" idx="1"/>
            <a:endCxn id="49" idx="6"/>
          </p:cNvCxnSpPr>
          <p:nvPr/>
        </p:nvCxnSpPr>
        <p:spPr>
          <a:xfrm flipH="1" flipV="1">
            <a:off x="2955433" y="2663077"/>
            <a:ext cx="228136" cy="158060"/>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Прямая соединительная линия 68">
            <a:extLst>
              <a:ext uri="{FF2B5EF4-FFF2-40B4-BE49-F238E27FC236}">
                <a16:creationId xmlns:a16="http://schemas.microsoft.com/office/drawing/2014/main" id="{693479F9-93D6-9A87-6B0B-DEFD90A121B6}"/>
              </a:ext>
            </a:extLst>
          </p:cNvPr>
          <p:cNvCxnSpPr>
            <a:cxnSpLocks/>
            <a:stCxn id="15" idx="1"/>
            <a:endCxn id="50" idx="4"/>
          </p:cNvCxnSpPr>
          <p:nvPr/>
        </p:nvCxnSpPr>
        <p:spPr>
          <a:xfrm flipH="1" flipV="1">
            <a:off x="2569464" y="1432577"/>
            <a:ext cx="1263329" cy="27299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12423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AB63297D-DF6B-3E33-5387-0E744B356498}"/>
              </a:ext>
            </a:extLst>
          </p:cNvPr>
          <p:cNvPicPr>
            <a:picLocks noChangeAspect="1"/>
          </p:cNvPicPr>
          <p:nvPr/>
        </p:nvPicPr>
        <p:blipFill>
          <a:blip r:embed="rId2"/>
          <a:stretch>
            <a:fillRect/>
          </a:stretch>
        </p:blipFill>
        <p:spPr>
          <a:xfrm>
            <a:off x="5414" y="0"/>
            <a:ext cx="12181172" cy="6858000"/>
          </a:xfrm>
          <a:prstGeom prst="rect">
            <a:avLst/>
          </a:prstGeom>
        </p:spPr>
      </p:pic>
      <p:graphicFrame>
        <p:nvGraphicFramePr>
          <p:cNvPr id="2" name="Таблица 1">
            <a:extLst>
              <a:ext uri="{FF2B5EF4-FFF2-40B4-BE49-F238E27FC236}">
                <a16:creationId xmlns:a16="http://schemas.microsoft.com/office/drawing/2014/main" id="{7E4FC5AD-C510-6C23-D18F-738C4B714B24}"/>
              </a:ext>
            </a:extLst>
          </p:cNvPr>
          <p:cNvGraphicFramePr>
            <a:graphicFrameLocks noGrp="1"/>
          </p:cNvGraphicFramePr>
          <p:nvPr>
            <p:extLst>
              <p:ext uri="{D42A27DB-BD31-4B8C-83A1-F6EECF244321}">
                <p14:modId xmlns:p14="http://schemas.microsoft.com/office/powerpoint/2010/main" val="2903329446"/>
              </p:ext>
            </p:extLst>
          </p:nvPr>
        </p:nvGraphicFramePr>
        <p:xfrm>
          <a:off x="382542" y="121445"/>
          <a:ext cx="7834953" cy="6615110"/>
        </p:xfrm>
        <a:graphic>
          <a:graphicData uri="http://schemas.openxmlformats.org/drawingml/2006/table">
            <a:tbl>
              <a:tblPr firstRow="1" firstCol="1" bandRow="1">
                <a:effectLst>
                  <a:outerShdw blurRad="50800" dist="38100" dir="18900000" algn="bl" rotWithShape="0">
                    <a:prstClr val="black">
                      <a:alpha val="40000"/>
                    </a:prstClr>
                  </a:outerShdw>
                  <a:reflection blurRad="6350" stA="50000" endA="300" endPos="55000" dir="5400000" sy="-100000" algn="bl" rotWithShape="0"/>
                </a:effectLst>
                <a:tableStyleId>{F2DE63D5-997A-4646-A377-4702673A728D}</a:tableStyleId>
              </a:tblPr>
              <a:tblGrid>
                <a:gridCol w="1604765">
                  <a:extLst>
                    <a:ext uri="{9D8B030D-6E8A-4147-A177-3AD203B41FA5}">
                      <a16:colId xmlns:a16="http://schemas.microsoft.com/office/drawing/2014/main" val="3294061963"/>
                    </a:ext>
                  </a:extLst>
                </a:gridCol>
                <a:gridCol w="1059953">
                  <a:extLst>
                    <a:ext uri="{9D8B030D-6E8A-4147-A177-3AD203B41FA5}">
                      <a16:colId xmlns:a16="http://schemas.microsoft.com/office/drawing/2014/main" val="730998362"/>
                    </a:ext>
                  </a:extLst>
                </a:gridCol>
                <a:gridCol w="865282">
                  <a:extLst>
                    <a:ext uri="{9D8B030D-6E8A-4147-A177-3AD203B41FA5}">
                      <a16:colId xmlns:a16="http://schemas.microsoft.com/office/drawing/2014/main" val="4292505640"/>
                    </a:ext>
                  </a:extLst>
                </a:gridCol>
                <a:gridCol w="1229330">
                  <a:extLst>
                    <a:ext uri="{9D8B030D-6E8A-4147-A177-3AD203B41FA5}">
                      <a16:colId xmlns:a16="http://schemas.microsoft.com/office/drawing/2014/main" val="3097931824"/>
                    </a:ext>
                  </a:extLst>
                </a:gridCol>
                <a:gridCol w="1066849">
                  <a:extLst>
                    <a:ext uri="{9D8B030D-6E8A-4147-A177-3AD203B41FA5}">
                      <a16:colId xmlns:a16="http://schemas.microsoft.com/office/drawing/2014/main" val="3745521563"/>
                    </a:ext>
                  </a:extLst>
                </a:gridCol>
                <a:gridCol w="1004003">
                  <a:extLst>
                    <a:ext uri="{9D8B030D-6E8A-4147-A177-3AD203B41FA5}">
                      <a16:colId xmlns:a16="http://schemas.microsoft.com/office/drawing/2014/main" val="3406052904"/>
                    </a:ext>
                  </a:extLst>
                </a:gridCol>
                <a:gridCol w="1004771">
                  <a:extLst>
                    <a:ext uri="{9D8B030D-6E8A-4147-A177-3AD203B41FA5}">
                      <a16:colId xmlns:a16="http://schemas.microsoft.com/office/drawing/2014/main" val="621748580"/>
                    </a:ext>
                  </a:extLst>
                </a:gridCol>
              </a:tblGrid>
              <a:tr h="464570">
                <a:tc>
                  <a:txBody>
                    <a:bodyPr/>
                    <a:lstStyle/>
                    <a:p>
                      <a:pPr marL="0" marR="0" algn="ctr">
                        <a:lnSpc>
                          <a:spcPct val="115000"/>
                        </a:lnSpc>
                        <a:spcAft>
                          <a:spcPts val="800"/>
                        </a:spcAft>
                        <a:buNone/>
                      </a:pPr>
                      <a:r>
                        <a:rPr lang="en-US" sz="1000" b="1" kern="100" cap="none" spc="0" dirty="0" err="1">
                          <a:ln w="0"/>
                          <a:solidFill>
                            <a:schemeClr val="tx1"/>
                          </a:solidFill>
                          <a:effectLst>
                            <a:outerShdw blurRad="38100" dist="19050" dir="2700000" algn="tl" rotWithShape="0">
                              <a:schemeClr val="dk1">
                                <a:alpha val="40000"/>
                              </a:schemeClr>
                            </a:outerShdw>
                          </a:effectLst>
                        </a:rPr>
                        <a:t>Роль</a:t>
                      </a:r>
                      <a:r>
                        <a:rPr lang="en-US" sz="1000" b="1" kern="100" cap="none" spc="0" dirty="0">
                          <a:ln w="0"/>
                          <a:solidFill>
                            <a:schemeClr val="tx1"/>
                          </a:solidFill>
                          <a:effectLst>
                            <a:outerShdw blurRad="38100" dist="19050" dir="2700000" algn="tl" rotWithShape="0">
                              <a:schemeClr val="dk1">
                                <a:alpha val="40000"/>
                              </a:schemeClr>
                            </a:outerShdw>
                          </a:effectLst>
                        </a:rPr>
                        <a:t> / </a:t>
                      </a:r>
                      <a:r>
                        <a:rPr lang="en-US" sz="1000" b="1" kern="100" cap="none" spc="0" dirty="0" err="1">
                          <a:ln w="0"/>
                          <a:solidFill>
                            <a:schemeClr val="tx1"/>
                          </a:solidFill>
                          <a:effectLst>
                            <a:outerShdw blurRad="38100" dist="19050" dir="2700000" algn="tl" rotWithShape="0">
                              <a:schemeClr val="dk1">
                                <a:alpha val="40000"/>
                              </a:schemeClr>
                            </a:outerShdw>
                          </a:effectLst>
                        </a:rPr>
                        <a:t>Вопрос</a:t>
                      </a:r>
                      <a:endParaRPr lang="ru-RU" sz="10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algn="ctr">
                        <a:lnSpc>
                          <a:spcPct val="115000"/>
                        </a:lnSpc>
                        <a:spcAft>
                          <a:spcPts val="800"/>
                        </a:spcAft>
                        <a:buNone/>
                      </a:pPr>
                      <a:r>
                        <a:rPr lang="en-US" sz="1000" b="1" kern="100" cap="none" spc="0" dirty="0">
                          <a:ln w="0"/>
                          <a:solidFill>
                            <a:schemeClr val="tx1"/>
                          </a:solidFill>
                          <a:effectLst>
                            <a:outerShdw blurRad="38100" dist="19050" dir="2700000" algn="tl" rotWithShape="0">
                              <a:schemeClr val="dk1">
                                <a:alpha val="40000"/>
                              </a:schemeClr>
                            </a:outerShdw>
                          </a:effectLst>
                        </a:rPr>
                        <a:t>ЧТО (Данные)</a:t>
                      </a:r>
                      <a:endParaRPr lang="ru-RU" sz="10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algn="ctr">
                        <a:lnSpc>
                          <a:spcPct val="115000"/>
                        </a:lnSpc>
                        <a:spcAft>
                          <a:spcPts val="800"/>
                        </a:spcAft>
                        <a:buNone/>
                      </a:pPr>
                      <a:r>
                        <a:rPr lang="en-US" sz="1000" b="1" kern="100" cap="none" spc="0" dirty="0">
                          <a:ln w="0"/>
                          <a:solidFill>
                            <a:schemeClr val="tx1"/>
                          </a:solidFill>
                          <a:effectLst>
                            <a:outerShdw blurRad="38100" dist="19050" dir="2700000" algn="tl" rotWithShape="0">
                              <a:schemeClr val="dk1">
                                <a:alpha val="40000"/>
                              </a:schemeClr>
                            </a:outerShdw>
                          </a:effectLst>
                        </a:rPr>
                        <a:t>КАК (</a:t>
                      </a:r>
                      <a:r>
                        <a:rPr lang="en-US" sz="1000" b="1" kern="100" cap="none" spc="0" dirty="0" err="1">
                          <a:ln w="0"/>
                          <a:solidFill>
                            <a:schemeClr val="tx1"/>
                          </a:solidFill>
                          <a:effectLst>
                            <a:outerShdw blurRad="38100" dist="19050" dir="2700000" algn="tl" rotWithShape="0">
                              <a:schemeClr val="dk1">
                                <a:alpha val="40000"/>
                              </a:schemeClr>
                            </a:outerShdw>
                          </a:effectLst>
                        </a:rPr>
                        <a:t>Функции</a:t>
                      </a:r>
                      <a:r>
                        <a:rPr lang="en-US" sz="1000" b="1" kern="100" cap="none" spc="0" dirty="0">
                          <a:ln w="0"/>
                          <a:solidFill>
                            <a:schemeClr val="tx1"/>
                          </a:solidFill>
                          <a:effectLst>
                            <a:outerShdw blurRad="38100" dist="19050" dir="2700000" algn="tl" rotWithShape="0">
                              <a:schemeClr val="dk1">
                                <a:alpha val="40000"/>
                              </a:schemeClr>
                            </a:outerShdw>
                          </a:effectLst>
                        </a:rPr>
                        <a:t>)</a:t>
                      </a:r>
                      <a:endParaRPr lang="ru-RU" sz="10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algn="ctr">
                        <a:lnSpc>
                          <a:spcPct val="115000"/>
                        </a:lnSpc>
                        <a:spcAft>
                          <a:spcPts val="800"/>
                        </a:spcAft>
                        <a:buNone/>
                      </a:pPr>
                      <a:r>
                        <a:rPr lang="en-US" sz="1000" b="1" kern="100" cap="none" spc="0" dirty="0">
                          <a:ln w="0"/>
                          <a:solidFill>
                            <a:schemeClr val="tx1"/>
                          </a:solidFill>
                          <a:effectLst>
                            <a:outerShdw blurRad="38100" dist="19050" dir="2700000" algn="tl" rotWithShape="0">
                              <a:schemeClr val="dk1">
                                <a:alpha val="40000"/>
                              </a:schemeClr>
                            </a:outerShdw>
                          </a:effectLst>
                        </a:rPr>
                        <a:t>ГДЕ (</a:t>
                      </a:r>
                      <a:r>
                        <a:rPr lang="en-US" sz="1000" b="1" kern="100" cap="none" spc="0" dirty="0" err="1">
                          <a:ln w="0"/>
                          <a:solidFill>
                            <a:schemeClr val="tx1"/>
                          </a:solidFill>
                          <a:effectLst>
                            <a:outerShdw blurRad="38100" dist="19050" dir="2700000" algn="tl" rotWithShape="0">
                              <a:schemeClr val="dk1">
                                <a:alpha val="40000"/>
                              </a:schemeClr>
                            </a:outerShdw>
                          </a:effectLst>
                        </a:rPr>
                        <a:t>Местоположение</a:t>
                      </a:r>
                      <a:r>
                        <a:rPr lang="en-US" sz="1000" b="1" kern="100" cap="none" spc="0" dirty="0">
                          <a:ln w="0"/>
                          <a:solidFill>
                            <a:schemeClr val="tx1"/>
                          </a:solidFill>
                          <a:effectLst>
                            <a:outerShdw blurRad="38100" dist="19050" dir="2700000" algn="tl" rotWithShape="0">
                              <a:schemeClr val="dk1">
                                <a:alpha val="40000"/>
                              </a:schemeClr>
                            </a:outerShdw>
                          </a:effectLst>
                        </a:rPr>
                        <a:t>)</a:t>
                      </a:r>
                      <a:endParaRPr lang="ru-RU" sz="10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algn="ctr">
                        <a:lnSpc>
                          <a:spcPct val="115000"/>
                        </a:lnSpc>
                        <a:spcAft>
                          <a:spcPts val="800"/>
                        </a:spcAft>
                        <a:buNone/>
                      </a:pPr>
                      <a:r>
                        <a:rPr lang="en-US" sz="1000" b="1" kern="100" cap="none" spc="0" dirty="0">
                          <a:ln w="0"/>
                          <a:solidFill>
                            <a:schemeClr val="tx1"/>
                          </a:solidFill>
                          <a:effectLst>
                            <a:outerShdw blurRad="38100" dist="19050" dir="2700000" algn="tl" rotWithShape="0">
                              <a:schemeClr val="dk1">
                                <a:alpha val="40000"/>
                              </a:schemeClr>
                            </a:outerShdw>
                          </a:effectLst>
                        </a:rPr>
                        <a:t>КТО (</a:t>
                      </a:r>
                      <a:r>
                        <a:rPr lang="en-US" sz="1000" b="1" kern="100" cap="none" spc="0" dirty="0" err="1">
                          <a:ln w="0"/>
                          <a:solidFill>
                            <a:schemeClr val="tx1"/>
                          </a:solidFill>
                          <a:effectLst>
                            <a:outerShdw blurRad="38100" dist="19050" dir="2700000" algn="tl" rotWithShape="0">
                              <a:schemeClr val="dk1">
                                <a:alpha val="40000"/>
                              </a:schemeClr>
                            </a:outerShdw>
                          </a:effectLst>
                        </a:rPr>
                        <a:t>Участники</a:t>
                      </a:r>
                      <a:r>
                        <a:rPr lang="en-US" sz="1000" b="1" kern="100" cap="none" spc="0" dirty="0">
                          <a:ln w="0"/>
                          <a:solidFill>
                            <a:schemeClr val="tx1"/>
                          </a:solidFill>
                          <a:effectLst>
                            <a:outerShdw blurRad="38100" dist="19050" dir="2700000" algn="tl" rotWithShape="0">
                              <a:schemeClr val="dk1">
                                <a:alpha val="40000"/>
                              </a:schemeClr>
                            </a:outerShdw>
                          </a:effectLst>
                        </a:rPr>
                        <a:t>)</a:t>
                      </a:r>
                      <a:endParaRPr lang="ru-RU" sz="10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algn="ctr">
                        <a:lnSpc>
                          <a:spcPct val="115000"/>
                        </a:lnSpc>
                        <a:spcAft>
                          <a:spcPts val="800"/>
                        </a:spcAft>
                        <a:buNone/>
                      </a:pPr>
                      <a:r>
                        <a:rPr lang="en-US" sz="1000" b="1" kern="100" cap="none" spc="0" dirty="0">
                          <a:ln w="0"/>
                          <a:solidFill>
                            <a:schemeClr val="tx1"/>
                          </a:solidFill>
                          <a:effectLst>
                            <a:outerShdw blurRad="38100" dist="19050" dir="2700000" algn="tl" rotWithShape="0">
                              <a:schemeClr val="dk1">
                                <a:alpha val="40000"/>
                              </a:schemeClr>
                            </a:outerShdw>
                          </a:effectLst>
                        </a:rPr>
                        <a:t>КОГДА (</a:t>
                      </a:r>
                      <a:r>
                        <a:rPr lang="en-US" sz="1000" b="1" kern="100" cap="none" spc="0" dirty="0" err="1">
                          <a:ln w="0"/>
                          <a:solidFill>
                            <a:schemeClr val="tx1"/>
                          </a:solidFill>
                          <a:effectLst>
                            <a:outerShdw blurRad="38100" dist="19050" dir="2700000" algn="tl" rotWithShape="0">
                              <a:schemeClr val="dk1">
                                <a:alpha val="40000"/>
                              </a:schemeClr>
                            </a:outerShdw>
                          </a:effectLst>
                        </a:rPr>
                        <a:t>Время</a:t>
                      </a:r>
                      <a:r>
                        <a:rPr lang="en-US" sz="1000" b="1" kern="100" cap="none" spc="0" dirty="0">
                          <a:ln w="0"/>
                          <a:solidFill>
                            <a:schemeClr val="tx1"/>
                          </a:solidFill>
                          <a:effectLst>
                            <a:outerShdw blurRad="38100" dist="19050" dir="2700000" algn="tl" rotWithShape="0">
                              <a:schemeClr val="dk1">
                                <a:alpha val="40000"/>
                              </a:schemeClr>
                            </a:outerShdw>
                          </a:effectLst>
                        </a:rPr>
                        <a:t>)</a:t>
                      </a:r>
                      <a:endParaRPr lang="ru-RU" sz="10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algn="ctr">
                        <a:lnSpc>
                          <a:spcPct val="115000"/>
                        </a:lnSpc>
                        <a:spcAft>
                          <a:spcPts val="800"/>
                        </a:spcAft>
                        <a:buNone/>
                      </a:pPr>
                      <a:r>
                        <a:rPr lang="en-US" sz="1000" b="1" kern="100" cap="none" spc="0" dirty="0">
                          <a:ln w="0"/>
                          <a:solidFill>
                            <a:schemeClr val="tx1"/>
                          </a:solidFill>
                          <a:effectLst>
                            <a:outerShdw blurRad="38100" dist="19050" dir="2700000" algn="tl" rotWithShape="0">
                              <a:schemeClr val="dk1">
                                <a:alpha val="40000"/>
                              </a:schemeClr>
                            </a:outerShdw>
                          </a:effectLst>
                        </a:rPr>
                        <a:t>ПОЧЕМУ (</a:t>
                      </a:r>
                      <a:r>
                        <a:rPr lang="en-US" sz="1000" b="1" kern="100" cap="none" spc="0" dirty="0" err="1">
                          <a:ln w="0"/>
                          <a:solidFill>
                            <a:schemeClr val="tx1"/>
                          </a:solidFill>
                          <a:effectLst>
                            <a:outerShdw blurRad="38100" dist="19050" dir="2700000" algn="tl" rotWithShape="0">
                              <a:schemeClr val="dk1">
                                <a:alpha val="40000"/>
                              </a:schemeClr>
                            </a:outerShdw>
                          </a:effectLst>
                        </a:rPr>
                        <a:t>Мотивация</a:t>
                      </a:r>
                      <a:r>
                        <a:rPr lang="en-US" sz="1000" b="1" kern="100" cap="none" spc="0" dirty="0">
                          <a:ln w="0"/>
                          <a:solidFill>
                            <a:schemeClr val="tx1"/>
                          </a:solidFill>
                          <a:effectLst>
                            <a:outerShdw blurRad="38100" dist="19050" dir="2700000" algn="tl" rotWithShape="0">
                              <a:schemeClr val="dk1">
                                <a:alpha val="40000"/>
                              </a:schemeClr>
                            </a:outerShdw>
                          </a:effectLst>
                        </a:rPr>
                        <a:t>)</a:t>
                      </a:r>
                      <a:endParaRPr lang="ru-RU" sz="10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232486203"/>
                  </a:ext>
                </a:extLst>
              </a:tr>
              <a:tr h="1144086">
                <a:tc>
                  <a:txBody>
                    <a:bodyPr/>
                    <a:lstStyle/>
                    <a:p>
                      <a:pPr marL="0" marR="0" algn="ctr">
                        <a:lnSpc>
                          <a:spcPct val="115000"/>
                        </a:lnSpc>
                        <a:spcAft>
                          <a:spcPts val="800"/>
                        </a:spcAft>
                        <a:buNone/>
                      </a:pPr>
                      <a:r>
                        <a:rPr lang="en-US" sz="1000" b="1" kern="100" cap="none" spc="0" dirty="0">
                          <a:ln w="0"/>
                          <a:solidFill>
                            <a:schemeClr val="tx1"/>
                          </a:solidFill>
                          <a:effectLst>
                            <a:outerShdw blurRad="38100" dist="19050" dir="2700000" algn="tl" rotWithShape="0">
                              <a:schemeClr val="dk1">
                                <a:alpha val="40000"/>
                              </a:schemeClr>
                            </a:outerShdw>
                          </a:effectLst>
                        </a:rPr>
                        <a:t>1. </a:t>
                      </a:r>
                      <a:r>
                        <a:rPr lang="en-US" sz="1000" b="1" kern="100" cap="none" spc="0" dirty="0" err="1">
                          <a:ln w="0"/>
                          <a:solidFill>
                            <a:schemeClr val="tx1"/>
                          </a:solidFill>
                          <a:effectLst>
                            <a:outerShdw blurRad="38100" dist="19050" dir="2700000" algn="tl" rotWithShape="0">
                              <a:schemeClr val="dk1">
                                <a:alpha val="40000"/>
                              </a:schemeClr>
                            </a:outerShdw>
                          </a:effectLst>
                        </a:rPr>
                        <a:t>Планировщик</a:t>
                      </a:r>
                      <a:endParaRPr lang="ru-RU" sz="10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algn="ctr">
                        <a:lnSpc>
                          <a:spcPct val="115000"/>
                        </a:lnSpc>
                        <a:spcAft>
                          <a:spcPts val="800"/>
                        </a:spcAft>
                        <a:buNone/>
                      </a:pPr>
                      <a:r>
                        <a:rPr lang="ru-RU" sz="1000" b="0" kern="100" cap="none" spc="0" dirty="0">
                          <a:ln w="0"/>
                          <a:solidFill>
                            <a:schemeClr val="tx1"/>
                          </a:solidFill>
                          <a:effectLst>
                            <a:outerShdw blurRad="38100" dist="19050" dir="2700000" algn="tl" rotWithShape="0">
                              <a:schemeClr val="dk1">
                                <a:alpha val="40000"/>
                              </a:schemeClr>
                            </a:outerShdw>
                          </a:effectLst>
                        </a:rPr>
                        <a:t>Список данных </a:t>
                      </a:r>
                      <a:r>
                        <a:rPr lang="en-US" sz="1000" b="0" kern="100" cap="none" spc="0" dirty="0">
                          <a:ln w="0"/>
                          <a:solidFill>
                            <a:schemeClr val="tx1"/>
                          </a:solidFill>
                          <a:effectLst>
                            <a:outerShdw blurRad="38100" dist="19050" dir="2700000" algn="tl" rotWithShape="0">
                              <a:schemeClr val="dk1">
                                <a:alpha val="40000"/>
                              </a:schemeClr>
                            </a:outerShdw>
                          </a:effectLst>
                        </a:rPr>
                        <a:t>HR</a:t>
                      </a:r>
                      <a:r>
                        <a:rPr lang="ru-RU" sz="1000" b="0" kern="100" cap="none" spc="0" dirty="0">
                          <a:ln w="0"/>
                          <a:solidFill>
                            <a:schemeClr val="tx1"/>
                          </a:solidFill>
                          <a:effectLst>
                            <a:outerShdw blurRad="38100" dist="19050" dir="2700000" algn="tl" rotWithShape="0">
                              <a:schemeClr val="dk1">
                                <a:alpha val="40000"/>
                              </a:schemeClr>
                            </a:outerShdw>
                          </a:effectLst>
                        </a:rPr>
                        <a:t>: сотрудники, смены, отпуска, ЗП</a:t>
                      </a:r>
                      <a:endParaRPr lang="ru-RU" sz="1000" b="0"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ru-RU" sz="1000" b="0" kern="100" cap="none" spc="0" dirty="0">
                          <a:ln w="0"/>
                          <a:solidFill>
                            <a:schemeClr val="tx1"/>
                          </a:solidFill>
                          <a:effectLst>
                            <a:outerShdw blurRad="38100" dist="19050" dir="2700000" algn="tl" rotWithShape="0">
                              <a:schemeClr val="dk1">
                                <a:alpha val="40000"/>
                              </a:schemeClr>
                            </a:outerShdw>
                          </a:effectLst>
                        </a:rPr>
                        <a:t>Основные бизнес-функции </a:t>
                      </a:r>
                      <a:r>
                        <a:rPr lang="en-US" sz="1000" b="0" kern="100" cap="none" spc="0" dirty="0">
                          <a:ln w="0"/>
                          <a:solidFill>
                            <a:schemeClr val="tx1"/>
                          </a:solidFill>
                          <a:effectLst>
                            <a:outerShdw blurRad="38100" dist="19050" dir="2700000" algn="tl" rotWithShape="0">
                              <a:schemeClr val="dk1">
                                <a:alpha val="40000"/>
                              </a:schemeClr>
                            </a:outerShdw>
                          </a:effectLst>
                        </a:rPr>
                        <a:t>HR</a:t>
                      </a:r>
                      <a:r>
                        <a:rPr lang="ru-RU" sz="1000" b="0" kern="100" cap="none" spc="0" dirty="0">
                          <a:ln w="0"/>
                          <a:solidFill>
                            <a:schemeClr val="tx1"/>
                          </a:solidFill>
                          <a:effectLst>
                            <a:outerShdw blurRad="38100" dist="19050" dir="2700000" algn="tl" rotWithShape="0">
                              <a:schemeClr val="dk1">
                                <a:alpha val="40000"/>
                              </a:schemeClr>
                            </a:outerShdw>
                          </a:effectLst>
                        </a:rPr>
                        <a:t> (подбор, табель, отпуск)</a:t>
                      </a:r>
                      <a:endParaRPr lang="ru-RU" sz="1000" b="0"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ru-RU" sz="1000" b="0" kern="100" cap="none" spc="0" dirty="0">
                          <a:ln w="0"/>
                          <a:solidFill>
                            <a:schemeClr val="tx1"/>
                          </a:solidFill>
                          <a:effectLst>
                            <a:outerShdw blurRad="38100" dist="19050" dir="2700000" algn="tl" rotWithShape="0">
                              <a:schemeClr val="dk1">
                                <a:alpha val="40000"/>
                              </a:schemeClr>
                            </a:outerShdw>
                          </a:effectLst>
                        </a:rPr>
                        <a:t>Все филиалы: заводы, фермы, офисы</a:t>
                      </a:r>
                      <a:endParaRPr lang="ru-RU" sz="1000" b="0"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ru-RU" sz="1000" b="0" kern="100" cap="none" spc="0" dirty="0">
                          <a:ln w="0"/>
                          <a:solidFill>
                            <a:schemeClr val="tx1"/>
                          </a:solidFill>
                          <a:effectLst>
                            <a:outerShdw blurRad="38100" dist="19050" dir="2700000" algn="tl" rotWithShape="0">
                              <a:schemeClr val="dk1">
                                <a:alpha val="40000"/>
                              </a:schemeClr>
                            </a:outerShdw>
                          </a:effectLst>
                        </a:rPr>
                        <a:t>Отделы и департаменты, управляющие </a:t>
                      </a:r>
                      <a:r>
                        <a:rPr lang="en-US" sz="1000" b="0" kern="100" cap="none" spc="0" dirty="0">
                          <a:ln w="0"/>
                          <a:solidFill>
                            <a:schemeClr val="tx1"/>
                          </a:solidFill>
                          <a:effectLst>
                            <a:outerShdw blurRad="38100" dist="19050" dir="2700000" algn="tl" rotWithShape="0">
                              <a:schemeClr val="dk1">
                                <a:alpha val="40000"/>
                              </a:schemeClr>
                            </a:outerShdw>
                          </a:effectLst>
                        </a:rPr>
                        <a:t>HR</a:t>
                      </a:r>
                      <a:endParaRPr lang="ru-RU" sz="1000" b="0"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ru-RU" sz="1000" b="0" kern="100" cap="none" spc="0" dirty="0">
                          <a:ln w="0"/>
                          <a:solidFill>
                            <a:schemeClr val="tx1"/>
                          </a:solidFill>
                          <a:effectLst>
                            <a:outerShdw blurRad="38100" dist="19050" dir="2700000" algn="tl" rotWithShape="0">
                              <a:schemeClr val="dk1">
                                <a:alpha val="40000"/>
                              </a:schemeClr>
                            </a:outerShdw>
                          </a:effectLst>
                        </a:rPr>
                        <a:t>График </a:t>
                      </a:r>
                      <a:r>
                        <a:rPr lang="en-US" sz="1000" b="0" kern="100" cap="none" spc="0" dirty="0">
                          <a:ln w="0"/>
                          <a:solidFill>
                            <a:schemeClr val="tx1"/>
                          </a:solidFill>
                          <a:effectLst>
                            <a:outerShdw blurRad="38100" dist="19050" dir="2700000" algn="tl" rotWithShape="0">
                              <a:schemeClr val="dk1">
                                <a:alpha val="40000"/>
                              </a:schemeClr>
                            </a:outerShdw>
                          </a:effectLst>
                        </a:rPr>
                        <a:t>HR</a:t>
                      </a:r>
                      <a:r>
                        <a:rPr lang="ru-RU" sz="1000" b="0" kern="100" cap="none" spc="0" dirty="0">
                          <a:ln w="0"/>
                          <a:solidFill>
                            <a:schemeClr val="tx1"/>
                          </a:solidFill>
                          <a:effectLst>
                            <a:outerShdw blurRad="38100" dist="19050" dir="2700000" algn="tl" rotWithShape="0">
                              <a:schemeClr val="dk1">
                                <a:alpha val="40000"/>
                              </a:schemeClr>
                            </a:outerShdw>
                          </a:effectLst>
                        </a:rPr>
                        <a:t>-процессов (неделя, месяц)</a:t>
                      </a:r>
                      <a:endParaRPr lang="ru-RU" sz="1000" b="0"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ru-RU" sz="1000" b="0" kern="100" cap="none" spc="0" dirty="0">
                          <a:ln w="0"/>
                          <a:solidFill>
                            <a:schemeClr val="tx1"/>
                          </a:solidFill>
                          <a:effectLst>
                            <a:outerShdw blurRad="38100" dist="19050" dir="2700000" algn="tl" rotWithShape="0">
                              <a:schemeClr val="dk1">
                                <a:alpha val="40000"/>
                              </a:schemeClr>
                            </a:outerShdw>
                          </a:effectLst>
                        </a:rPr>
                        <a:t>Стратегия цифровизации </a:t>
                      </a:r>
                      <a:r>
                        <a:rPr lang="en-US" sz="1000" b="0" kern="100" cap="none" spc="0" dirty="0">
                          <a:ln w="0"/>
                          <a:solidFill>
                            <a:schemeClr val="tx1"/>
                          </a:solidFill>
                          <a:effectLst>
                            <a:outerShdw blurRad="38100" dist="19050" dir="2700000" algn="tl" rotWithShape="0">
                              <a:schemeClr val="dk1">
                                <a:alpha val="40000"/>
                              </a:schemeClr>
                            </a:outerShdw>
                          </a:effectLst>
                        </a:rPr>
                        <a:t>HR</a:t>
                      </a:r>
                      <a:r>
                        <a:rPr lang="ru-RU" sz="1000" b="0" kern="100" cap="none" spc="0" dirty="0">
                          <a:ln w="0"/>
                          <a:solidFill>
                            <a:schemeClr val="tx1"/>
                          </a:solidFill>
                          <a:effectLst>
                            <a:outerShdw blurRad="38100" dist="19050" dir="2700000" algn="tl" rotWithShape="0">
                              <a:schemeClr val="dk1">
                                <a:alpha val="40000"/>
                              </a:schemeClr>
                            </a:outerShdw>
                          </a:effectLst>
                        </a:rPr>
                        <a:t> во всей компании</a:t>
                      </a:r>
                      <a:endParaRPr lang="ru-RU" sz="1000" b="0"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776277820"/>
                  </a:ext>
                </a:extLst>
              </a:tr>
              <a:tr h="1005805">
                <a:tc>
                  <a:txBody>
                    <a:bodyPr/>
                    <a:lstStyle/>
                    <a:p>
                      <a:pPr marL="0" marR="0" algn="ctr">
                        <a:lnSpc>
                          <a:spcPct val="115000"/>
                        </a:lnSpc>
                        <a:spcAft>
                          <a:spcPts val="800"/>
                        </a:spcAft>
                        <a:buNone/>
                      </a:pPr>
                      <a:r>
                        <a:rPr lang="en-US" sz="1000" b="1" kern="100" cap="none" spc="0" dirty="0">
                          <a:ln w="0"/>
                          <a:solidFill>
                            <a:schemeClr val="tx1"/>
                          </a:solidFill>
                          <a:effectLst>
                            <a:outerShdw blurRad="38100" dist="19050" dir="2700000" algn="tl" rotWithShape="0">
                              <a:schemeClr val="dk1">
                                <a:alpha val="40000"/>
                              </a:schemeClr>
                            </a:outerShdw>
                          </a:effectLst>
                        </a:rPr>
                        <a:t>2. </a:t>
                      </a:r>
                      <a:r>
                        <a:rPr lang="en-US" sz="1000" b="1" kern="100" cap="none" spc="0" dirty="0" err="1">
                          <a:ln w="0"/>
                          <a:solidFill>
                            <a:schemeClr val="tx1"/>
                          </a:solidFill>
                          <a:effectLst>
                            <a:outerShdw blurRad="38100" dist="19050" dir="2700000" algn="tl" rotWithShape="0">
                              <a:schemeClr val="dk1">
                                <a:alpha val="40000"/>
                              </a:schemeClr>
                            </a:outerShdw>
                          </a:effectLst>
                        </a:rPr>
                        <a:t>Владелец</a:t>
                      </a:r>
                      <a:r>
                        <a:rPr lang="en-US" sz="1000" b="1" kern="100" cap="none" spc="0" dirty="0">
                          <a:ln w="0"/>
                          <a:solidFill>
                            <a:schemeClr val="tx1"/>
                          </a:solidFill>
                          <a:effectLst>
                            <a:outerShdw blurRad="38100" dist="19050" dir="2700000" algn="tl" rotWithShape="0">
                              <a:schemeClr val="dk1">
                                <a:alpha val="40000"/>
                              </a:schemeClr>
                            </a:outerShdw>
                          </a:effectLst>
                        </a:rPr>
                        <a:t> / </a:t>
                      </a:r>
                      <a:r>
                        <a:rPr lang="en-US" sz="1000" b="1" kern="100" cap="none" spc="0" dirty="0" err="1">
                          <a:ln w="0"/>
                          <a:solidFill>
                            <a:schemeClr val="tx1"/>
                          </a:solidFill>
                          <a:effectLst>
                            <a:outerShdw blurRad="38100" dist="19050" dir="2700000" algn="tl" rotWithShape="0">
                              <a:schemeClr val="dk1">
                                <a:alpha val="40000"/>
                              </a:schemeClr>
                            </a:outerShdw>
                          </a:effectLst>
                        </a:rPr>
                        <a:t>Менеджер</a:t>
                      </a:r>
                      <a:endParaRPr lang="ru-RU" sz="10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algn="ctr">
                        <a:lnSpc>
                          <a:spcPct val="115000"/>
                        </a:lnSpc>
                        <a:spcAft>
                          <a:spcPts val="800"/>
                        </a:spcAft>
                        <a:buNone/>
                      </a:pPr>
                      <a:r>
                        <a:rPr lang="ru-RU" sz="1000" b="0" kern="100" cap="none" spc="0" dirty="0">
                          <a:ln w="0"/>
                          <a:solidFill>
                            <a:schemeClr val="tx1"/>
                          </a:solidFill>
                          <a:effectLst>
                            <a:outerShdw blurRad="38100" dist="19050" dir="2700000" algn="tl" rotWithShape="0">
                              <a:schemeClr val="dk1">
                                <a:alpha val="40000"/>
                              </a:schemeClr>
                            </a:outerShdw>
                          </a:effectLst>
                        </a:rPr>
                        <a:t>Концептуальная модель: смена, отпуск, расчет ЗП</a:t>
                      </a:r>
                      <a:endParaRPr lang="ru-RU" sz="1000" b="0"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ru-RU" sz="1000" b="0" kern="100" cap="none" spc="0" dirty="0">
                          <a:ln w="0"/>
                          <a:solidFill>
                            <a:schemeClr val="tx1"/>
                          </a:solidFill>
                          <a:effectLst>
                            <a:outerShdw blurRad="38100" dist="19050" dir="2700000" algn="tl" rotWithShape="0">
                              <a:schemeClr val="dk1">
                                <a:alpha val="40000"/>
                              </a:schemeClr>
                            </a:outerShdw>
                          </a:effectLst>
                        </a:rPr>
                        <a:t>Бизнес-процессы: отпуск, расчёт зарплаты, план смен</a:t>
                      </a:r>
                      <a:endParaRPr lang="ru-RU" sz="1000" b="0"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ru-RU" sz="1000" b="0" kern="100" cap="none" spc="0" dirty="0">
                          <a:ln w="0"/>
                          <a:solidFill>
                            <a:schemeClr val="tx1"/>
                          </a:solidFill>
                          <a:effectLst>
                            <a:outerShdw blurRad="38100" dist="19050" dir="2700000" algn="tl" rotWithShape="0">
                              <a:schemeClr val="dk1">
                                <a:alpha val="40000"/>
                              </a:schemeClr>
                            </a:outerShdw>
                          </a:effectLst>
                        </a:rPr>
                        <a:t>Хранение данных на местах и передача в центр</a:t>
                      </a:r>
                      <a:endParaRPr lang="ru-RU" sz="1000" b="0"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ru-RU" sz="1000" b="0" kern="100" cap="none" spc="0" dirty="0">
                          <a:ln w="0"/>
                          <a:solidFill>
                            <a:schemeClr val="tx1"/>
                          </a:solidFill>
                          <a:effectLst>
                            <a:outerShdw blurRad="38100" dist="19050" dir="2700000" algn="tl" rotWithShape="0">
                              <a:schemeClr val="dk1">
                                <a:alpha val="40000"/>
                              </a:schemeClr>
                            </a:outerShdw>
                          </a:effectLst>
                        </a:rPr>
                        <a:t>Сотрудники, руководители, </a:t>
                      </a:r>
                      <a:r>
                        <a:rPr lang="en-US" sz="1000" b="0" kern="100" cap="none" spc="0" dirty="0">
                          <a:ln w="0"/>
                          <a:solidFill>
                            <a:schemeClr val="tx1"/>
                          </a:solidFill>
                          <a:effectLst>
                            <a:outerShdw blurRad="38100" dist="19050" dir="2700000" algn="tl" rotWithShape="0">
                              <a:schemeClr val="dk1">
                                <a:alpha val="40000"/>
                              </a:schemeClr>
                            </a:outerShdw>
                          </a:effectLst>
                        </a:rPr>
                        <a:t>HR</a:t>
                      </a:r>
                      <a:r>
                        <a:rPr lang="ru-RU" sz="1000" b="0" kern="100" cap="none" spc="0" dirty="0">
                          <a:ln w="0"/>
                          <a:solidFill>
                            <a:schemeClr val="tx1"/>
                          </a:solidFill>
                          <a:effectLst>
                            <a:outerShdw blurRad="38100" dist="19050" dir="2700000" algn="tl" rotWithShape="0">
                              <a:schemeClr val="dk1">
                                <a:alpha val="40000"/>
                              </a:schemeClr>
                            </a:outerShdw>
                          </a:effectLst>
                        </a:rPr>
                        <a:t> на местах</a:t>
                      </a:r>
                      <a:endParaRPr lang="ru-RU" sz="1000" b="0"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000" b="0" kern="100" cap="none" spc="0">
                          <a:ln w="0"/>
                          <a:solidFill>
                            <a:schemeClr val="tx1"/>
                          </a:solidFill>
                          <a:effectLst>
                            <a:outerShdw blurRad="38100" dist="19050" dir="2700000" algn="tl" rotWithShape="0">
                              <a:schemeClr val="dk1">
                                <a:alpha val="40000"/>
                              </a:schemeClr>
                            </a:outerShdw>
                          </a:effectLst>
                        </a:rPr>
                        <a:t>Графики работы, периодичность расчётов</a:t>
                      </a:r>
                      <a:endParaRPr lang="ru-RU" sz="1000" b="0" kern="100" cap="none" spc="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000" b="0" kern="100" cap="none" spc="0" dirty="0" err="1">
                          <a:ln w="0"/>
                          <a:solidFill>
                            <a:schemeClr val="tx1"/>
                          </a:solidFill>
                          <a:effectLst>
                            <a:outerShdw blurRad="38100" dist="19050" dir="2700000" algn="tl" rotWithShape="0">
                              <a:schemeClr val="dk1">
                                <a:alpha val="40000"/>
                              </a:schemeClr>
                            </a:outerShdw>
                          </a:effectLst>
                        </a:rPr>
                        <a:t>Повышение</a:t>
                      </a:r>
                      <a:r>
                        <a:rPr lang="en-US" sz="1000" b="0" kern="100" cap="none" spc="0" dirty="0">
                          <a:ln w="0"/>
                          <a:solidFill>
                            <a:schemeClr val="tx1"/>
                          </a:solidFill>
                          <a:effectLst>
                            <a:outerShdw blurRad="38100" dist="19050" dir="2700000" algn="tl" rotWithShape="0">
                              <a:schemeClr val="dk1">
                                <a:alpha val="40000"/>
                              </a:schemeClr>
                            </a:outerShdw>
                          </a:effectLst>
                        </a:rPr>
                        <a:t> </a:t>
                      </a:r>
                      <a:r>
                        <a:rPr lang="en-US" sz="1000" b="0" kern="100" cap="none" spc="0" dirty="0" err="1">
                          <a:ln w="0"/>
                          <a:solidFill>
                            <a:schemeClr val="tx1"/>
                          </a:solidFill>
                          <a:effectLst>
                            <a:outerShdw blurRad="38100" dist="19050" dir="2700000" algn="tl" rotWithShape="0">
                              <a:schemeClr val="dk1">
                                <a:alpha val="40000"/>
                              </a:schemeClr>
                            </a:outerShdw>
                          </a:effectLst>
                        </a:rPr>
                        <a:t>эффективности</a:t>
                      </a:r>
                      <a:r>
                        <a:rPr lang="en-US" sz="1000" b="0" kern="100" cap="none" spc="0" dirty="0">
                          <a:ln w="0"/>
                          <a:solidFill>
                            <a:schemeClr val="tx1"/>
                          </a:solidFill>
                          <a:effectLst>
                            <a:outerShdw blurRad="38100" dist="19050" dir="2700000" algn="tl" rotWithShape="0">
                              <a:schemeClr val="dk1">
                                <a:alpha val="40000"/>
                              </a:schemeClr>
                            </a:outerShdw>
                          </a:effectLst>
                        </a:rPr>
                        <a:t> </a:t>
                      </a:r>
                      <a:r>
                        <a:rPr lang="en-US" sz="1000" b="0" kern="100" cap="none" spc="0" dirty="0" err="1">
                          <a:ln w="0"/>
                          <a:solidFill>
                            <a:schemeClr val="tx1"/>
                          </a:solidFill>
                          <a:effectLst>
                            <a:outerShdw blurRad="38100" dist="19050" dir="2700000" algn="tl" rotWithShape="0">
                              <a:schemeClr val="dk1">
                                <a:alpha val="40000"/>
                              </a:schemeClr>
                            </a:outerShdw>
                          </a:effectLst>
                        </a:rPr>
                        <a:t>управления</a:t>
                      </a:r>
                      <a:r>
                        <a:rPr lang="en-US" sz="1000" b="0" kern="100" cap="none" spc="0" dirty="0">
                          <a:ln w="0"/>
                          <a:solidFill>
                            <a:schemeClr val="tx1"/>
                          </a:solidFill>
                          <a:effectLst>
                            <a:outerShdw blurRad="38100" dist="19050" dir="2700000" algn="tl" rotWithShape="0">
                              <a:schemeClr val="dk1">
                                <a:alpha val="40000"/>
                              </a:schemeClr>
                            </a:outerShdw>
                          </a:effectLst>
                        </a:rPr>
                        <a:t> </a:t>
                      </a:r>
                      <a:r>
                        <a:rPr lang="en-US" sz="1000" b="0" kern="100" cap="none" spc="0" dirty="0" err="1">
                          <a:ln w="0"/>
                          <a:solidFill>
                            <a:schemeClr val="tx1"/>
                          </a:solidFill>
                          <a:effectLst>
                            <a:outerShdw blurRad="38100" dist="19050" dir="2700000" algn="tl" rotWithShape="0">
                              <a:schemeClr val="dk1">
                                <a:alpha val="40000"/>
                              </a:schemeClr>
                            </a:outerShdw>
                          </a:effectLst>
                        </a:rPr>
                        <a:t>персоналом</a:t>
                      </a:r>
                      <a:endParaRPr lang="ru-RU" sz="1000" b="0"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40288674"/>
                  </a:ext>
                </a:extLst>
              </a:tr>
              <a:tr h="1005805">
                <a:tc>
                  <a:txBody>
                    <a:bodyPr/>
                    <a:lstStyle/>
                    <a:p>
                      <a:pPr marL="0" marR="0" algn="ctr">
                        <a:lnSpc>
                          <a:spcPct val="115000"/>
                        </a:lnSpc>
                        <a:spcAft>
                          <a:spcPts val="800"/>
                        </a:spcAft>
                        <a:buNone/>
                      </a:pPr>
                      <a:r>
                        <a:rPr lang="en-US" sz="1000" b="1" kern="100" cap="none" spc="0" dirty="0">
                          <a:ln w="0"/>
                          <a:solidFill>
                            <a:schemeClr val="tx1"/>
                          </a:solidFill>
                          <a:effectLst>
                            <a:outerShdw blurRad="38100" dist="19050" dir="2700000" algn="tl" rotWithShape="0">
                              <a:schemeClr val="dk1">
                                <a:alpha val="40000"/>
                              </a:schemeClr>
                            </a:outerShdw>
                          </a:effectLst>
                        </a:rPr>
                        <a:t>3. </a:t>
                      </a:r>
                      <a:r>
                        <a:rPr lang="en-US" sz="1000" b="1" kern="100" cap="none" spc="0" dirty="0" err="1">
                          <a:ln w="0"/>
                          <a:solidFill>
                            <a:schemeClr val="tx1"/>
                          </a:solidFill>
                          <a:effectLst>
                            <a:outerShdw blurRad="38100" dist="19050" dir="2700000" algn="tl" rotWithShape="0">
                              <a:schemeClr val="dk1">
                                <a:alpha val="40000"/>
                              </a:schemeClr>
                            </a:outerShdw>
                          </a:effectLst>
                        </a:rPr>
                        <a:t>Архитектор</a:t>
                      </a:r>
                      <a:endParaRPr lang="ru-RU" sz="10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algn="ctr">
                        <a:lnSpc>
                          <a:spcPct val="115000"/>
                        </a:lnSpc>
                        <a:spcAft>
                          <a:spcPts val="800"/>
                        </a:spcAft>
                        <a:buNone/>
                      </a:pPr>
                      <a:r>
                        <a:rPr lang="ru-RU" sz="1000" b="0" kern="100" cap="none" spc="0" dirty="0">
                          <a:ln w="0"/>
                          <a:solidFill>
                            <a:schemeClr val="tx1"/>
                          </a:solidFill>
                          <a:effectLst>
                            <a:outerShdw blurRad="38100" dist="19050" dir="2700000" algn="tl" rotWithShape="0">
                              <a:schemeClr val="dk1">
                                <a:alpha val="40000"/>
                              </a:schemeClr>
                            </a:outerShdw>
                          </a:effectLst>
                        </a:rPr>
                        <a:t>Логическая модель данных (таблицы: смены, отпуска, ЗП)</a:t>
                      </a:r>
                      <a:endParaRPr lang="ru-RU" sz="1000" b="0"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000" b="0" kern="100" cap="none" spc="0" dirty="0" err="1">
                          <a:ln w="0"/>
                          <a:solidFill>
                            <a:schemeClr val="tx1"/>
                          </a:solidFill>
                          <a:effectLst>
                            <a:outerShdw blurRad="38100" dist="19050" dir="2700000" algn="tl" rotWithShape="0">
                              <a:schemeClr val="dk1">
                                <a:alpha val="40000"/>
                              </a:schemeClr>
                            </a:outerShdw>
                          </a:effectLst>
                        </a:rPr>
                        <a:t>Архитектура</a:t>
                      </a:r>
                      <a:r>
                        <a:rPr lang="en-US" sz="1000" b="0" kern="100" cap="none" spc="0" dirty="0">
                          <a:ln w="0"/>
                          <a:solidFill>
                            <a:schemeClr val="tx1"/>
                          </a:solidFill>
                          <a:effectLst>
                            <a:outerShdw blurRad="38100" dist="19050" dir="2700000" algn="tl" rotWithShape="0">
                              <a:schemeClr val="dk1">
                                <a:alpha val="40000"/>
                              </a:schemeClr>
                            </a:outerShdw>
                          </a:effectLst>
                        </a:rPr>
                        <a:t> </a:t>
                      </a:r>
                      <a:r>
                        <a:rPr lang="en-US" sz="1000" b="0" kern="100" cap="none" spc="0" dirty="0" err="1">
                          <a:ln w="0"/>
                          <a:solidFill>
                            <a:schemeClr val="tx1"/>
                          </a:solidFill>
                          <a:effectLst>
                            <a:outerShdw blurRad="38100" dist="19050" dir="2700000" algn="tl" rotWithShape="0">
                              <a:schemeClr val="dk1">
                                <a:alpha val="40000"/>
                              </a:schemeClr>
                            </a:outerShdw>
                          </a:effectLst>
                        </a:rPr>
                        <a:t>приложений</a:t>
                      </a:r>
                      <a:r>
                        <a:rPr lang="en-US" sz="1000" b="0" kern="100" cap="none" spc="0" dirty="0">
                          <a:ln w="0"/>
                          <a:solidFill>
                            <a:schemeClr val="tx1"/>
                          </a:solidFill>
                          <a:effectLst>
                            <a:outerShdw blurRad="38100" dist="19050" dir="2700000" algn="tl" rotWithShape="0">
                              <a:schemeClr val="dk1">
                                <a:alpha val="40000"/>
                              </a:schemeClr>
                            </a:outerShdw>
                          </a:effectLst>
                        </a:rPr>
                        <a:t> HRM</a:t>
                      </a:r>
                      <a:endParaRPr lang="ru-RU" sz="1000" b="0"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000" b="0" kern="100" cap="none" spc="0" dirty="0" err="1">
                          <a:ln w="0"/>
                          <a:solidFill>
                            <a:schemeClr val="tx1"/>
                          </a:solidFill>
                          <a:effectLst>
                            <a:outerShdw blurRad="38100" dist="19050" dir="2700000" algn="tl" rotWithShape="0">
                              <a:schemeClr val="dk1">
                                <a:alpha val="40000"/>
                              </a:schemeClr>
                            </a:outerShdw>
                          </a:effectLst>
                        </a:rPr>
                        <a:t>Распределенная</a:t>
                      </a:r>
                      <a:r>
                        <a:rPr lang="en-US" sz="1000" b="0" kern="100" cap="none" spc="0" dirty="0">
                          <a:ln w="0"/>
                          <a:solidFill>
                            <a:schemeClr val="tx1"/>
                          </a:solidFill>
                          <a:effectLst>
                            <a:outerShdw blurRad="38100" dist="19050" dir="2700000" algn="tl" rotWithShape="0">
                              <a:schemeClr val="dk1">
                                <a:alpha val="40000"/>
                              </a:schemeClr>
                            </a:outerShdw>
                          </a:effectLst>
                        </a:rPr>
                        <a:t> </a:t>
                      </a:r>
                      <a:r>
                        <a:rPr lang="en-US" sz="1000" b="0" kern="100" cap="none" spc="0" dirty="0" err="1">
                          <a:ln w="0"/>
                          <a:solidFill>
                            <a:schemeClr val="tx1"/>
                          </a:solidFill>
                          <a:effectLst>
                            <a:outerShdw blurRad="38100" dist="19050" dir="2700000" algn="tl" rotWithShape="0">
                              <a:schemeClr val="dk1">
                                <a:alpha val="40000"/>
                              </a:schemeClr>
                            </a:outerShdw>
                          </a:effectLst>
                        </a:rPr>
                        <a:t>архитектура</a:t>
                      </a:r>
                      <a:r>
                        <a:rPr lang="en-US" sz="1000" b="0" kern="100" cap="none" spc="0" dirty="0">
                          <a:ln w="0"/>
                          <a:solidFill>
                            <a:schemeClr val="tx1"/>
                          </a:solidFill>
                          <a:effectLst>
                            <a:outerShdw blurRad="38100" dist="19050" dir="2700000" algn="tl" rotWithShape="0">
                              <a:schemeClr val="dk1">
                                <a:alpha val="40000"/>
                              </a:schemeClr>
                            </a:outerShdw>
                          </a:effectLst>
                        </a:rPr>
                        <a:t> (</a:t>
                      </a:r>
                      <a:r>
                        <a:rPr lang="en-US" sz="1000" b="0" kern="100" cap="none" spc="0" dirty="0" err="1">
                          <a:ln w="0"/>
                          <a:solidFill>
                            <a:schemeClr val="tx1"/>
                          </a:solidFill>
                          <a:effectLst>
                            <a:outerShdw blurRad="38100" dist="19050" dir="2700000" algn="tl" rotWithShape="0">
                              <a:schemeClr val="dk1">
                                <a:alpha val="40000"/>
                              </a:schemeClr>
                            </a:outerShdw>
                          </a:effectLst>
                        </a:rPr>
                        <a:t>централизованная</a:t>
                      </a:r>
                      <a:r>
                        <a:rPr lang="en-US" sz="1000" b="0" kern="100" cap="none" spc="0" dirty="0">
                          <a:ln w="0"/>
                          <a:solidFill>
                            <a:schemeClr val="tx1"/>
                          </a:solidFill>
                          <a:effectLst>
                            <a:outerShdw blurRad="38100" dist="19050" dir="2700000" algn="tl" rotWithShape="0">
                              <a:schemeClr val="dk1">
                                <a:alpha val="40000"/>
                              </a:schemeClr>
                            </a:outerShdw>
                          </a:effectLst>
                        </a:rPr>
                        <a:t> HRM)</a:t>
                      </a:r>
                      <a:endParaRPr lang="ru-RU" sz="1000" b="0"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000" b="0" kern="100" cap="none" spc="0" dirty="0" err="1">
                          <a:ln w="0"/>
                          <a:solidFill>
                            <a:schemeClr val="tx1"/>
                          </a:solidFill>
                          <a:effectLst>
                            <a:outerShdw blurRad="38100" dist="19050" dir="2700000" algn="tl" rotWithShape="0">
                              <a:schemeClr val="dk1">
                                <a:alpha val="40000"/>
                              </a:schemeClr>
                            </a:outerShdw>
                          </a:effectLst>
                        </a:rPr>
                        <a:t>Интерфейсы</a:t>
                      </a:r>
                      <a:r>
                        <a:rPr lang="en-US" sz="1000" b="0" kern="100" cap="none" spc="0" dirty="0">
                          <a:ln w="0"/>
                          <a:solidFill>
                            <a:schemeClr val="tx1"/>
                          </a:solidFill>
                          <a:effectLst>
                            <a:outerShdw blurRad="38100" dist="19050" dir="2700000" algn="tl" rotWithShape="0">
                              <a:schemeClr val="dk1">
                                <a:alpha val="40000"/>
                              </a:schemeClr>
                            </a:outerShdw>
                          </a:effectLst>
                        </a:rPr>
                        <a:t>: </a:t>
                      </a:r>
                      <a:r>
                        <a:rPr lang="en-US" sz="1000" b="0" kern="100" cap="none" spc="0" dirty="0" err="1">
                          <a:ln w="0"/>
                          <a:solidFill>
                            <a:schemeClr val="tx1"/>
                          </a:solidFill>
                          <a:effectLst>
                            <a:outerShdw blurRad="38100" dist="19050" dir="2700000" algn="tl" rotWithShape="0">
                              <a:schemeClr val="dk1">
                                <a:alpha val="40000"/>
                              </a:schemeClr>
                            </a:outerShdw>
                          </a:effectLst>
                        </a:rPr>
                        <a:t>веб-портал</a:t>
                      </a:r>
                      <a:r>
                        <a:rPr lang="en-US" sz="1000" b="0" kern="100" cap="none" spc="0" dirty="0">
                          <a:ln w="0"/>
                          <a:solidFill>
                            <a:schemeClr val="tx1"/>
                          </a:solidFill>
                          <a:effectLst>
                            <a:outerShdw blurRad="38100" dist="19050" dir="2700000" algn="tl" rotWithShape="0">
                              <a:schemeClr val="dk1">
                                <a:alpha val="40000"/>
                              </a:schemeClr>
                            </a:outerShdw>
                          </a:effectLst>
                        </a:rPr>
                        <a:t>, </a:t>
                      </a:r>
                      <a:r>
                        <a:rPr lang="en-US" sz="1000" b="0" kern="100" cap="none" spc="0" dirty="0" err="1">
                          <a:ln w="0"/>
                          <a:solidFill>
                            <a:schemeClr val="tx1"/>
                          </a:solidFill>
                          <a:effectLst>
                            <a:outerShdw blurRad="38100" dist="19050" dir="2700000" algn="tl" rotWithShape="0">
                              <a:schemeClr val="dk1">
                                <a:alpha val="40000"/>
                              </a:schemeClr>
                            </a:outerShdw>
                          </a:effectLst>
                        </a:rPr>
                        <a:t>приложение</a:t>
                      </a:r>
                      <a:endParaRPr lang="ru-RU" sz="1000" b="0"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ru-RU" sz="1000" b="0" kern="100" cap="none" spc="0" dirty="0">
                          <a:ln w="0"/>
                          <a:solidFill>
                            <a:schemeClr val="tx1"/>
                          </a:solidFill>
                          <a:effectLst>
                            <a:outerShdw blurRad="38100" dist="19050" dir="2700000" algn="tl" rotWithShape="0">
                              <a:schemeClr val="dk1">
                                <a:alpha val="40000"/>
                              </a:schemeClr>
                            </a:outerShdw>
                          </a:effectLst>
                        </a:rPr>
                        <a:t>Процессные цепочки и маршруты согласований</a:t>
                      </a:r>
                      <a:endParaRPr lang="ru-RU" sz="1000" b="0"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ru-RU" sz="1000" b="0" kern="100" cap="none" spc="0">
                          <a:ln w="0"/>
                          <a:solidFill>
                            <a:schemeClr val="tx1"/>
                          </a:solidFill>
                          <a:effectLst>
                            <a:outerShdw blurRad="38100" dist="19050" dir="2700000" algn="tl" rotWithShape="0">
                              <a:schemeClr val="dk1">
                                <a:alpha val="40000"/>
                              </a:schemeClr>
                            </a:outerShdw>
                          </a:effectLst>
                        </a:rPr>
                        <a:t>Бизнес-правила, разграничение прав доступа</a:t>
                      </a:r>
                      <a:endParaRPr lang="ru-RU" sz="1000" b="0" kern="100" cap="none" spc="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46250068"/>
                  </a:ext>
                </a:extLst>
              </a:tr>
              <a:tr h="1005805">
                <a:tc>
                  <a:txBody>
                    <a:bodyPr/>
                    <a:lstStyle/>
                    <a:p>
                      <a:pPr marL="0" marR="0" algn="ctr">
                        <a:lnSpc>
                          <a:spcPct val="115000"/>
                        </a:lnSpc>
                        <a:spcAft>
                          <a:spcPts val="800"/>
                        </a:spcAft>
                        <a:buNone/>
                      </a:pPr>
                      <a:r>
                        <a:rPr lang="en-US" sz="1000" b="1" kern="100" cap="none" spc="0" dirty="0">
                          <a:ln w="0"/>
                          <a:solidFill>
                            <a:schemeClr val="tx1"/>
                          </a:solidFill>
                          <a:effectLst>
                            <a:outerShdw blurRad="38100" dist="19050" dir="2700000" algn="tl" rotWithShape="0">
                              <a:schemeClr val="dk1">
                                <a:alpha val="40000"/>
                              </a:schemeClr>
                            </a:outerShdw>
                          </a:effectLst>
                        </a:rPr>
                        <a:t>4. </a:t>
                      </a:r>
                      <a:r>
                        <a:rPr lang="en-US" sz="1000" b="1" kern="100" cap="none" spc="0" dirty="0" err="1">
                          <a:ln w="0"/>
                          <a:solidFill>
                            <a:schemeClr val="tx1"/>
                          </a:solidFill>
                          <a:effectLst>
                            <a:outerShdw blurRad="38100" dist="19050" dir="2700000" algn="tl" rotWithShape="0">
                              <a:schemeClr val="dk1">
                                <a:alpha val="40000"/>
                              </a:schemeClr>
                            </a:outerShdw>
                          </a:effectLst>
                        </a:rPr>
                        <a:t>Инженер</a:t>
                      </a:r>
                      <a:endParaRPr lang="ru-RU" sz="10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algn="ctr">
                        <a:lnSpc>
                          <a:spcPct val="115000"/>
                        </a:lnSpc>
                        <a:spcAft>
                          <a:spcPts val="800"/>
                        </a:spcAft>
                        <a:buNone/>
                      </a:pPr>
                      <a:r>
                        <a:rPr lang="ru-RU" sz="1000" b="0" kern="100" cap="none" spc="0">
                          <a:ln w="0"/>
                          <a:solidFill>
                            <a:schemeClr val="tx1"/>
                          </a:solidFill>
                          <a:effectLst>
                            <a:outerShdw blurRad="38100" dist="19050" dir="2700000" algn="tl" rotWithShape="0">
                              <a:schemeClr val="dk1">
                                <a:alpha val="40000"/>
                              </a:schemeClr>
                            </a:outerShdw>
                          </a:effectLst>
                        </a:rPr>
                        <a:t>Физическая структура БД, индексы, таблицы</a:t>
                      </a:r>
                      <a:endParaRPr lang="ru-RU" sz="1000" b="0" kern="100" cap="none" spc="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ru-RU" sz="1000" b="0" kern="100" cap="none" spc="0" dirty="0">
                          <a:ln w="0"/>
                          <a:solidFill>
                            <a:schemeClr val="tx1"/>
                          </a:solidFill>
                          <a:effectLst>
                            <a:outerShdw blurRad="38100" dist="19050" dir="2700000" algn="tl" rotWithShape="0">
                              <a:schemeClr val="dk1">
                                <a:alpha val="40000"/>
                              </a:schemeClr>
                            </a:outerShdw>
                          </a:effectLst>
                        </a:rPr>
                        <a:t>Системная архитектура: </a:t>
                      </a:r>
                      <a:r>
                        <a:rPr lang="en-US" sz="1000" b="0" kern="100" cap="none" spc="0" dirty="0">
                          <a:ln w="0"/>
                          <a:solidFill>
                            <a:schemeClr val="tx1"/>
                          </a:solidFill>
                          <a:effectLst>
                            <a:outerShdw blurRad="38100" dist="19050" dir="2700000" algn="tl" rotWithShape="0">
                              <a:schemeClr val="dk1">
                                <a:alpha val="40000"/>
                              </a:schemeClr>
                            </a:outerShdw>
                          </a:effectLst>
                        </a:rPr>
                        <a:t>API</a:t>
                      </a:r>
                      <a:r>
                        <a:rPr lang="ru-RU" sz="1000" b="0" kern="100" cap="none" spc="0" dirty="0">
                          <a:ln w="0"/>
                          <a:solidFill>
                            <a:schemeClr val="tx1"/>
                          </a:solidFill>
                          <a:effectLst>
                            <a:outerShdw blurRad="38100" dist="19050" dir="2700000" algn="tl" rotWithShape="0">
                              <a:schemeClr val="dk1">
                                <a:alpha val="40000"/>
                              </a:schemeClr>
                            </a:outerShdw>
                          </a:effectLst>
                        </a:rPr>
                        <a:t>, функции расчёта</a:t>
                      </a:r>
                      <a:endParaRPr lang="ru-RU" sz="1000" b="0"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ru-RU" sz="1000" b="0" kern="100" cap="none" spc="0" dirty="0">
                          <a:ln w="0"/>
                          <a:solidFill>
                            <a:schemeClr val="tx1"/>
                          </a:solidFill>
                          <a:effectLst>
                            <a:outerShdw blurRad="38100" dist="19050" dir="2700000" algn="tl" rotWithShape="0">
                              <a:schemeClr val="dk1">
                                <a:alpha val="40000"/>
                              </a:schemeClr>
                            </a:outerShdw>
                          </a:effectLst>
                        </a:rPr>
                        <a:t>ИТ-инфраструктура: сервера, сеть, </a:t>
                      </a:r>
                      <a:r>
                        <a:rPr lang="en-US" sz="1000" b="0" kern="100" cap="none" spc="0" dirty="0">
                          <a:ln w="0"/>
                          <a:solidFill>
                            <a:schemeClr val="tx1"/>
                          </a:solidFill>
                          <a:effectLst>
                            <a:outerShdw blurRad="38100" dist="19050" dir="2700000" algn="tl" rotWithShape="0">
                              <a:schemeClr val="dk1">
                                <a:alpha val="40000"/>
                              </a:schemeClr>
                            </a:outerShdw>
                          </a:effectLst>
                        </a:rPr>
                        <a:t>VPN</a:t>
                      </a:r>
                      <a:endParaRPr lang="ru-RU" sz="1000" b="0"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000" b="0" kern="100" cap="none" spc="0" dirty="0" err="1">
                          <a:ln w="0"/>
                          <a:solidFill>
                            <a:schemeClr val="tx1"/>
                          </a:solidFill>
                          <a:effectLst>
                            <a:outerShdw blurRad="38100" dist="19050" dir="2700000" algn="tl" rotWithShape="0">
                              <a:schemeClr val="dk1">
                                <a:alpha val="40000"/>
                              </a:schemeClr>
                            </a:outerShdw>
                          </a:effectLst>
                        </a:rPr>
                        <a:t>Архитектура</a:t>
                      </a:r>
                      <a:r>
                        <a:rPr lang="en-US" sz="1000" b="0" kern="100" cap="none" spc="0" dirty="0">
                          <a:ln w="0"/>
                          <a:solidFill>
                            <a:schemeClr val="tx1"/>
                          </a:solidFill>
                          <a:effectLst>
                            <a:outerShdw blurRad="38100" dist="19050" dir="2700000" algn="tl" rotWithShape="0">
                              <a:schemeClr val="dk1">
                                <a:alpha val="40000"/>
                              </a:schemeClr>
                            </a:outerShdw>
                          </a:effectLst>
                        </a:rPr>
                        <a:t> </a:t>
                      </a:r>
                      <a:r>
                        <a:rPr lang="en-US" sz="1000" b="0" kern="100" cap="none" spc="0" dirty="0" err="1">
                          <a:ln w="0"/>
                          <a:solidFill>
                            <a:schemeClr val="tx1"/>
                          </a:solidFill>
                          <a:effectLst>
                            <a:outerShdw blurRad="38100" dist="19050" dir="2700000" algn="tl" rotWithShape="0">
                              <a:schemeClr val="dk1">
                                <a:alpha val="40000"/>
                              </a:schemeClr>
                            </a:outerShdw>
                          </a:effectLst>
                        </a:rPr>
                        <a:t>безопасности</a:t>
                      </a:r>
                      <a:r>
                        <a:rPr lang="en-US" sz="1000" b="0" kern="100" cap="none" spc="0" dirty="0">
                          <a:ln w="0"/>
                          <a:solidFill>
                            <a:schemeClr val="tx1"/>
                          </a:solidFill>
                          <a:effectLst>
                            <a:outerShdw blurRad="38100" dist="19050" dir="2700000" algn="tl" rotWithShape="0">
                              <a:schemeClr val="dk1">
                                <a:alpha val="40000"/>
                              </a:schemeClr>
                            </a:outerShdw>
                          </a:effectLst>
                        </a:rPr>
                        <a:t> и </a:t>
                      </a:r>
                      <a:r>
                        <a:rPr lang="en-US" sz="1000" b="0" kern="100" cap="none" spc="0" dirty="0" err="1">
                          <a:ln w="0"/>
                          <a:solidFill>
                            <a:schemeClr val="tx1"/>
                          </a:solidFill>
                          <a:effectLst>
                            <a:outerShdw blurRad="38100" dist="19050" dir="2700000" algn="tl" rotWithShape="0">
                              <a:schemeClr val="dk1">
                                <a:alpha val="40000"/>
                              </a:schemeClr>
                            </a:outerShdw>
                          </a:effectLst>
                        </a:rPr>
                        <a:t>аутентификации</a:t>
                      </a:r>
                      <a:endParaRPr lang="ru-RU" sz="1000" b="0"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ru-RU" sz="1000" b="0" kern="100" cap="none" spc="0" dirty="0">
                          <a:ln w="0"/>
                          <a:solidFill>
                            <a:schemeClr val="tx1"/>
                          </a:solidFill>
                          <a:effectLst>
                            <a:outerShdw blurRad="38100" dist="19050" dir="2700000" algn="tl" rotWithShape="0">
                              <a:schemeClr val="dk1">
                                <a:alpha val="40000"/>
                              </a:schemeClr>
                            </a:outerShdw>
                          </a:effectLst>
                        </a:rPr>
                        <a:t>План выполнения и триггеры обработки</a:t>
                      </a:r>
                      <a:endParaRPr lang="ru-RU" sz="1000" b="0"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000" b="0" kern="100" cap="none" spc="0" dirty="0" err="1">
                          <a:ln w="0"/>
                          <a:solidFill>
                            <a:schemeClr val="tx1"/>
                          </a:solidFill>
                          <a:effectLst>
                            <a:outerShdw blurRad="38100" dist="19050" dir="2700000" algn="tl" rotWithShape="0">
                              <a:schemeClr val="dk1">
                                <a:alpha val="40000"/>
                              </a:schemeClr>
                            </a:outerShdw>
                          </a:effectLst>
                        </a:rPr>
                        <a:t>Автоматизация</a:t>
                      </a:r>
                      <a:r>
                        <a:rPr lang="en-US" sz="1000" b="0" kern="100" cap="none" spc="0" dirty="0">
                          <a:ln w="0"/>
                          <a:solidFill>
                            <a:schemeClr val="tx1"/>
                          </a:solidFill>
                          <a:effectLst>
                            <a:outerShdw blurRad="38100" dist="19050" dir="2700000" algn="tl" rotWithShape="0">
                              <a:schemeClr val="dk1">
                                <a:alpha val="40000"/>
                              </a:schemeClr>
                            </a:outerShdw>
                          </a:effectLst>
                        </a:rPr>
                        <a:t> и </a:t>
                      </a:r>
                      <a:r>
                        <a:rPr lang="en-US" sz="1000" b="0" kern="100" cap="none" spc="0" dirty="0" err="1">
                          <a:ln w="0"/>
                          <a:solidFill>
                            <a:schemeClr val="tx1"/>
                          </a:solidFill>
                          <a:effectLst>
                            <a:outerShdw blurRad="38100" dist="19050" dir="2700000" algn="tl" rotWithShape="0">
                              <a:schemeClr val="dk1">
                                <a:alpha val="40000"/>
                              </a:schemeClr>
                            </a:outerShdw>
                          </a:effectLst>
                        </a:rPr>
                        <a:t>оптимизация</a:t>
                      </a:r>
                      <a:r>
                        <a:rPr lang="en-US" sz="1000" b="0" kern="100" cap="none" spc="0" dirty="0">
                          <a:ln w="0"/>
                          <a:solidFill>
                            <a:schemeClr val="tx1"/>
                          </a:solidFill>
                          <a:effectLst>
                            <a:outerShdw blurRad="38100" dist="19050" dir="2700000" algn="tl" rotWithShape="0">
                              <a:schemeClr val="dk1">
                                <a:alpha val="40000"/>
                              </a:schemeClr>
                            </a:outerShdw>
                          </a:effectLst>
                        </a:rPr>
                        <a:t> </a:t>
                      </a:r>
                      <a:r>
                        <a:rPr lang="en-US" sz="1000" b="0" kern="100" cap="none" spc="0" dirty="0" err="1">
                          <a:ln w="0"/>
                          <a:solidFill>
                            <a:schemeClr val="tx1"/>
                          </a:solidFill>
                          <a:effectLst>
                            <a:outerShdw blurRad="38100" dist="19050" dir="2700000" algn="tl" rotWithShape="0">
                              <a:schemeClr val="dk1">
                                <a:alpha val="40000"/>
                              </a:schemeClr>
                            </a:outerShdw>
                          </a:effectLst>
                        </a:rPr>
                        <a:t>операций</a:t>
                      </a:r>
                      <a:endParaRPr lang="ru-RU" sz="1000" b="0"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831179969"/>
                  </a:ext>
                </a:extLst>
              </a:tr>
              <a:tr h="978754">
                <a:tc>
                  <a:txBody>
                    <a:bodyPr/>
                    <a:lstStyle/>
                    <a:p>
                      <a:pPr marL="0" marR="0" algn="ctr">
                        <a:lnSpc>
                          <a:spcPct val="115000"/>
                        </a:lnSpc>
                        <a:spcAft>
                          <a:spcPts val="800"/>
                        </a:spcAft>
                        <a:buNone/>
                      </a:pPr>
                      <a:r>
                        <a:rPr lang="en-US" sz="1000" b="1" kern="100" cap="none" spc="0" dirty="0">
                          <a:ln w="0"/>
                          <a:solidFill>
                            <a:schemeClr val="tx1"/>
                          </a:solidFill>
                          <a:effectLst>
                            <a:outerShdw blurRad="38100" dist="19050" dir="2700000" algn="tl" rotWithShape="0">
                              <a:schemeClr val="dk1">
                                <a:alpha val="40000"/>
                              </a:schemeClr>
                            </a:outerShdw>
                          </a:effectLst>
                        </a:rPr>
                        <a:t>5. </a:t>
                      </a:r>
                      <a:r>
                        <a:rPr lang="en-US" sz="1000" b="1" kern="100" cap="none" spc="0" dirty="0" err="1">
                          <a:ln w="0"/>
                          <a:solidFill>
                            <a:schemeClr val="tx1"/>
                          </a:solidFill>
                          <a:effectLst>
                            <a:outerShdw blurRad="38100" dist="19050" dir="2700000" algn="tl" rotWithShape="0">
                              <a:schemeClr val="dk1">
                                <a:alpha val="40000"/>
                              </a:schemeClr>
                            </a:outerShdw>
                          </a:effectLst>
                        </a:rPr>
                        <a:t>Разработчик</a:t>
                      </a:r>
                      <a:endParaRPr lang="ru-RU" sz="10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algn="ctr">
                        <a:lnSpc>
                          <a:spcPct val="115000"/>
                        </a:lnSpc>
                        <a:spcAft>
                          <a:spcPts val="800"/>
                        </a:spcAft>
                        <a:buNone/>
                      </a:pPr>
                      <a:r>
                        <a:rPr lang="ru-RU" sz="1000" b="0" kern="100" cap="none" spc="0">
                          <a:ln w="0"/>
                          <a:solidFill>
                            <a:schemeClr val="tx1"/>
                          </a:solidFill>
                          <a:effectLst>
                            <a:outerShdw blurRad="38100" dist="19050" dir="2700000" algn="tl" rotWithShape="0">
                              <a:schemeClr val="dk1">
                                <a:alpha val="40000"/>
                              </a:schemeClr>
                            </a:outerShdw>
                          </a:effectLst>
                        </a:rPr>
                        <a:t>Реальная структура базы данных (</a:t>
                      </a:r>
                      <a:r>
                        <a:rPr lang="en-US" sz="1000" b="0" kern="100" cap="none" spc="0">
                          <a:ln w="0"/>
                          <a:solidFill>
                            <a:schemeClr val="tx1"/>
                          </a:solidFill>
                          <a:effectLst>
                            <a:outerShdw blurRad="38100" dist="19050" dir="2700000" algn="tl" rotWithShape="0">
                              <a:schemeClr val="dk1">
                                <a:alpha val="40000"/>
                              </a:schemeClr>
                            </a:outerShdw>
                          </a:effectLst>
                        </a:rPr>
                        <a:t>SQL</a:t>
                      </a:r>
                      <a:r>
                        <a:rPr lang="ru-RU" sz="1000" b="0" kern="100" cap="none" spc="0">
                          <a:ln w="0"/>
                          <a:solidFill>
                            <a:schemeClr val="tx1"/>
                          </a:solidFill>
                          <a:effectLst>
                            <a:outerShdw blurRad="38100" dist="19050" dir="2700000" algn="tl" rotWithShape="0">
                              <a:schemeClr val="dk1">
                                <a:alpha val="40000"/>
                              </a:schemeClr>
                            </a:outerShdw>
                          </a:effectLst>
                        </a:rPr>
                        <a:t>-схемы)</a:t>
                      </a:r>
                      <a:endParaRPr lang="ru-RU" sz="1000" b="0" kern="100" cap="none" spc="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ru-RU" sz="1000" b="0" kern="100" cap="none" spc="0">
                          <a:ln w="0"/>
                          <a:solidFill>
                            <a:schemeClr val="tx1"/>
                          </a:solidFill>
                          <a:effectLst>
                            <a:outerShdw blurRad="38100" dist="19050" dir="2700000" algn="tl" rotWithShape="0">
                              <a:schemeClr val="dk1">
                                <a:alpha val="40000"/>
                              </a:schemeClr>
                            </a:outerShdw>
                          </a:effectLst>
                        </a:rPr>
                        <a:t>Исходный код: модули смен, отпусков, ЗП</a:t>
                      </a:r>
                      <a:endParaRPr lang="ru-RU" sz="1000" b="0" kern="100" cap="none" spc="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000" b="0" kern="100" cap="none" spc="0" dirty="0" err="1">
                          <a:ln w="0"/>
                          <a:solidFill>
                            <a:schemeClr val="tx1"/>
                          </a:solidFill>
                          <a:effectLst>
                            <a:outerShdw blurRad="38100" dist="19050" dir="2700000" algn="tl" rotWithShape="0">
                              <a:schemeClr val="dk1">
                                <a:alpha val="40000"/>
                              </a:schemeClr>
                            </a:outerShdw>
                          </a:effectLst>
                        </a:rPr>
                        <a:t>Взаимодействие</a:t>
                      </a:r>
                      <a:r>
                        <a:rPr lang="en-US" sz="1000" b="0" kern="100" cap="none" spc="0" dirty="0">
                          <a:ln w="0"/>
                          <a:solidFill>
                            <a:schemeClr val="tx1"/>
                          </a:solidFill>
                          <a:effectLst>
                            <a:outerShdw blurRad="38100" dist="19050" dir="2700000" algn="tl" rotWithShape="0">
                              <a:schemeClr val="dk1">
                                <a:alpha val="40000"/>
                              </a:schemeClr>
                            </a:outerShdw>
                          </a:effectLst>
                        </a:rPr>
                        <a:t> </a:t>
                      </a:r>
                      <a:r>
                        <a:rPr lang="en-US" sz="1000" b="0" kern="100" cap="none" spc="0" dirty="0" err="1">
                          <a:ln w="0"/>
                          <a:solidFill>
                            <a:schemeClr val="tx1"/>
                          </a:solidFill>
                          <a:effectLst>
                            <a:outerShdw blurRad="38100" dist="19050" dir="2700000" algn="tl" rotWithShape="0">
                              <a:schemeClr val="dk1">
                                <a:alpha val="40000"/>
                              </a:schemeClr>
                            </a:outerShdw>
                          </a:effectLst>
                        </a:rPr>
                        <a:t>сервисов</a:t>
                      </a:r>
                      <a:r>
                        <a:rPr lang="en-US" sz="1000" b="0" kern="100" cap="none" spc="0" dirty="0">
                          <a:ln w="0"/>
                          <a:solidFill>
                            <a:schemeClr val="tx1"/>
                          </a:solidFill>
                          <a:effectLst>
                            <a:outerShdw blurRad="38100" dist="19050" dir="2700000" algn="tl" rotWithShape="0">
                              <a:schemeClr val="dk1">
                                <a:alpha val="40000"/>
                              </a:schemeClr>
                            </a:outerShdw>
                          </a:effectLst>
                        </a:rPr>
                        <a:t> (</a:t>
                      </a:r>
                      <a:r>
                        <a:rPr lang="en-US" sz="1000" b="0" kern="100" cap="none" spc="0" dirty="0" err="1">
                          <a:ln w="0"/>
                          <a:solidFill>
                            <a:schemeClr val="tx1"/>
                          </a:solidFill>
                          <a:effectLst>
                            <a:outerShdw blurRad="38100" dist="19050" dir="2700000" algn="tl" rotWithShape="0">
                              <a:schemeClr val="dk1">
                                <a:alpha val="40000"/>
                              </a:schemeClr>
                            </a:outerShdw>
                          </a:effectLst>
                        </a:rPr>
                        <a:t>интеграция</a:t>
                      </a:r>
                      <a:r>
                        <a:rPr lang="en-US" sz="1000" b="0" kern="100" cap="none" spc="0" dirty="0">
                          <a:ln w="0"/>
                          <a:solidFill>
                            <a:schemeClr val="tx1"/>
                          </a:solidFill>
                          <a:effectLst>
                            <a:outerShdw blurRad="38100" dist="19050" dir="2700000" algn="tl" rotWithShape="0">
                              <a:schemeClr val="dk1">
                                <a:alpha val="40000"/>
                              </a:schemeClr>
                            </a:outerShdw>
                          </a:effectLst>
                        </a:rPr>
                        <a:t>)</a:t>
                      </a:r>
                      <a:endParaRPr lang="ru-RU" sz="1000" b="0"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000" b="0" kern="100" cap="none" spc="0" dirty="0" err="1">
                          <a:ln w="0"/>
                          <a:solidFill>
                            <a:schemeClr val="tx1"/>
                          </a:solidFill>
                          <a:effectLst>
                            <a:outerShdw blurRad="38100" dist="19050" dir="2700000" algn="tl" rotWithShape="0">
                              <a:schemeClr val="dk1">
                                <a:alpha val="40000"/>
                              </a:schemeClr>
                            </a:outerShdw>
                          </a:effectLst>
                        </a:rPr>
                        <a:t>Авторизация</a:t>
                      </a:r>
                      <a:r>
                        <a:rPr lang="en-US" sz="1000" b="0" kern="100" cap="none" spc="0" dirty="0">
                          <a:ln w="0"/>
                          <a:solidFill>
                            <a:schemeClr val="tx1"/>
                          </a:solidFill>
                          <a:effectLst>
                            <a:outerShdw blurRad="38100" dist="19050" dir="2700000" algn="tl" rotWithShape="0">
                              <a:schemeClr val="dk1">
                                <a:alpha val="40000"/>
                              </a:schemeClr>
                            </a:outerShdw>
                          </a:effectLst>
                        </a:rPr>
                        <a:t>, </a:t>
                      </a:r>
                      <a:r>
                        <a:rPr lang="en-US" sz="1000" b="0" kern="100" cap="none" spc="0" dirty="0" err="1">
                          <a:ln w="0"/>
                          <a:solidFill>
                            <a:schemeClr val="tx1"/>
                          </a:solidFill>
                          <a:effectLst>
                            <a:outerShdw blurRad="38100" dist="19050" dir="2700000" algn="tl" rotWithShape="0">
                              <a:schemeClr val="dk1">
                                <a:alpha val="40000"/>
                              </a:schemeClr>
                            </a:outerShdw>
                          </a:effectLst>
                        </a:rPr>
                        <a:t>роли</a:t>
                      </a:r>
                      <a:r>
                        <a:rPr lang="en-US" sz="1000" b="0" kern="100" cap="none" spc="0" dirty="0">
                          <a:ln w="0"/>
                          <a:solidFill>
                            <a:schemeClr val="tx1"/>
                          </a:solidFill>
                          <a:effectLst>
                            <a:outerShdw blurRad="38100" dist="19050" dir="2700000" algn="tl" rotWithShape="0">
                              <a:schemeClr val="dk1">
                                <a:alpha val="40000"/>
                              </a:schemeClr>
                            </a:outerShdw>
                          </a:effectLst>
                        </a:rPr>
                        <a:t>, </a:t>
                      </a:r>
                      <a:r>
                        <a:rPr lang="en-US" sz="1000" b="0" kern="100" cap="none" spc="0" dirty="0" err="1">
                          <a:ln w="0"/>
                          <a:solidFill>
                            <a:schemeClr val="tx1"/>
                          </a:solidFill>
                          <a:effectLst>
                            <a:outerShdw blurRad="38100" dist="19050" dir="2700000" algn="tl" rotWithShape="0">
                              <a:schemeClr val="dk1">
                                <a:alpha val="40000"/>
                              </a:schemeClr>
                            </a:outerShdw>
                          </a:effectLst>
                        </a:rPr>
                        <a:t>сессии</a:t>
                      </a:r>
                      <a:endParaRPr lang="ru-RU" sz="1000" b="0"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ru-RU" sz="1000" b="0" kern="100" cap="none" spc="0" dirty="0">
                          <a:ln w="0"/>
                          <a:solidFill>
                            <a:schemeClr val="tx1"/>
                          </a:solidFill>
                          <a:effectLst>
                            <a:outerShdw blurRad="38100" dist="19050" dir="2700000" algn="tl" rotWithShape="0">
                              <a:schemeClr val="dk1">
                                <a:alpha val="40000"/>
                              </a:schemeClr>
                            </a:outerShdw>
                          </a:effectLst>
                        </a:rPr>
                        <a:t>Реализация условий расчета и уведомлений</a:t>
                      </a:r>
                      <a:endParaRPr lang="ru-RU" sz="1000" b="0"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000" b="0" kern="100" cap="none" spc="0" dirty="0" err="1">
                          <a:ln w="0"/>
                          <a:solidFill>
                            <a:schemeClr val="tx1"/>
                          </a:solidFill>
                          <a:effectLst>
                            <a:outerShdw blurRad="38100" dist="19050" dir="2700000" algn="tl" rotWithShape="0">
                              <a:schemeClr val="dk1">
                                <a:alpha val="40000"/>
                              </a:schemeClr>
                            </a:outerShdw>
                          </a:effectLst>
                        </a:rPr>
                        <a:t>Логика</a:t>
                      </a:r>
                      <a:r>
                        <a:rPr lang="en-US" sz="1000" b="0" kern="100" cap="none" spc="0" dirty="0">
                          <a:ln w="0"/>
                          <a:solidFill>
                            <a:schemeClr val="tx1"/>
                          </a:solidFill>
                          <a:effectLst>
                            <a:outerShdw blurRad="38100" dist="19050" dir="2700000" algn="tl" rotWithShape="0">
                              <a:schemeClr val="dk1">
                                <a:alpha val="40000"/>
                              </a:schemeClr>
                            </a:outerShdw>
                          </a:effectLst>
                        </a:rPr>
                        <a:t> </a:t>
                      </a:r>
                      <a:r>
                        <a:rPr lang="en-US" sz="1000" b="0" kern="100" cap="none" spc="0" dirty="0" err="1">
                          <a:ln w="0"/>
                          <a:solidFill>
                            <a:schemeClr val="tx1"/>
                          </a:solidFill>
                          <a:effectLst>
                            <a:outerShdw blurRad="38100" dist="19050" dir="2700000" algn="tl" rotWithShape="0">
                              <a:schemeClr val="dk1">
                                <a:alpha val="40000"/>
                              </a:schemeClr>
                            </a:outerShdw>
                          </a:effectLst>
                        </a:rPr>
                        <a:t>уведомлений</a:t>
                      </a:r>
                      <a:r>
                        <a:rPr lang="en-US" sz="1000" b="0" kern="100" cap="none" spc="0" dirty="0">
                          <a:ln w="0"/>
                          <a:solidFill>
                            <a:schemeClr val="tx1"/>
                          </a:solidFill>
                          <a:effectLst>
                            <a:outerShdw blurRad="38100" dist="19050" dir="2700000" algn="tl" rotWithShape="0">
                              <a:schemeClr val="dk1">
                                <a:alpha val="40000"/>
                              </a:schemeClr>
                            </a:outerShdw>
                          </a:effectLst>
                        </a:rPr>
                        <a:t>, </a:t>
                      </a:r>
                      <a:r>
                        <a:rPr lang="en-US" sz="1000" b="0" kern="100" cap="none" spc="0" dirty="0" err="1">
                          <a:ln w="0"/>
                          <a:solidFill>
                            <a:schemeClr val="tx1"/>
                          </a:solidFill>
                          <a:effectLst>
                            <a:outerShdw blurRad="38100" dist="19050" dir="2700000" algn="tl" rotWithShape="0">
                              <a:schemeClr val="dk1">
                                <a:alpha val="40000"/>
                              </a:schemeClr>
                            </a:outerShdw>
                          </a:effectLst>
                        </a:rPr>
                        <a:t>отчеты</a:t>
                      </a:r>
                      <a:r>
                        <a:rPr lang="en-US" sz="1000" b="0" kern="100" cap="none" spc="0" dirty="0">
                          <a:ln w="0"/>
                          <a:solidFill>
                            <a:schemeClr val="tx1"/>
                          </a:solidFill>
                          <a:effectLst>
                            <a:outerShdw blurRad="38100" dist="19050" dir="2700000" algn="tl" rotWithShape="0">
                              <a:schemeClr val="dk1">
                                <a:alpha val="40000"/>
                              </a:schemeClr>
                            </a:outerShdw>
                          </a:effectLst>
                        </a:rPr>
                        <a:t>, API</a:t>
                      </a:r>
                      <a:endParaRPr lang="ru-RU" sz="1000" b="0"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435843822"/>
                  </a:ext>
                </a:extLst>
              </a:tr>
              <a:tr h="978754">
                <a:tc>
                  <a:txBody>
                    <a:bodyPr/>
                    <a:lstStyle/>
                    <a:p>
                      <a:pPr marL="0" marR="0" algn="ctr">
                        <a:lnSpc>
                          <a:spcPct val="115000"/>
                        </a:lnSpc>
                        <a:spcAft>
                          <a:spcPts val="800"/>
                        </a:spcAft>
                        <a:buNone/>
                      </a:pPr>
                      <a:r>
                        <a:rPr lang="en-US" sz="1000" b="1" kern="0" cap="none" spc="0" dirty="0">
                          <a:ln w="0"/>
                          <a:solidFill>
                            <a:schemeClr val="tx1"/>
                          </a:solidFill>
                          <a:effectLst>
                            <a:outerShdw blurRad="38100" dist="19050" dir="2700000" algn="tl" rotWithShape="0">
                              <a:schemeClr val="dk1">
                                <a:alpha val="40000"/>
                              </a:schemeClr>
                            </a:outerShdw>
                          </a:effectLst>
                        </a:rPr>
                        <a:t>6. </a:t>
                      </a:r>
                      <a:r>
                        <a:rPr lang="en-US" sz="1000" b="1" kern="0" cap="none" spc="0" dirty="0" err="1">
                          <a:ln w="0"/>
                          <a:solidFill>
                            <a:schemeClr val="tx1"/>
                          </a:solidFill>
                          <a:effectLst>
                            <a:outerShdw blurRad="38100" dist="19050" dir="2700000" algn="tl" rotWithShape="0">
                              <a:schemeClr val="dk1">
                                <a:alpha val="40000"/>
                              </a:schemeClr>
                            </a:outerShdw>
                          </a:effectLst>
                        </a:rPr>
                        <a:t>Пользователь</a:t>
                      </a:r>
                      <a:endParaRPr lang="ru-RU" sz="10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nchor="ctr">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algn="ctr">
                        <a:lnSpc>
                          <a:spcPct val="115000"/>
                        </a:lnSpc>
                        <a:spcAft>
                          <a:spcPts val="800"/>
                        </a:spcAft>
                        <a:buNone/>
                      </a:pPr>
                      <a:r>
                        <a:rPr lang="ru-RU" sz="1000" b="0" kern="0" cap="none" spc="0">
                          <a:ln w="0"/>
                          <a:solidFill>
                            <a:schemeClr val="tx1"/>
                          </a:solidFill>
                          <a:effectLst>
                            <a:outerShdw blurRad="38100" dist="19050" dir="2700000" algn="tl" rotWithShape="0">
                              <a:schemeClr val="dk1">
                                <a:alpha val="40000"/>
                              </a:schemeClr>
                            </a:outerShdw>
                          </a:effectLst>
                        </a:rPr>
                        <a:t>Индивидуальные данные: смены, график, отпуск</a:t>
                      </a:r>
                      <a:endParaRPr lang="ru-RU" sz="1000" b="0" kern="100" cap="none" spc="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nchor="ct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000" b="0" kern="0" cap="none" spc="0">
                          <a:ln w="0"/>
                          <a:solidFill>
                            <a:schemeClr val="tx1"/>
                          </a:solidFill>
                          <a:effectLst>
                            <a:outerShdw blurRad="38100" dist="19050" dir="2700000" algn="tl" rotWithShape="0">
                              <a:schemeClr val="dk1">
                                <a:alpha val="40000"/>
                              </a:schemeClr>
                            </a:outerShdw>
                          </a:effectLst>
                        </a:rPr>
                        <a:t>Использование интерфейса HRM</a:t>
                      </a:r>
                      <a:endParaRPr lang="ru-RU" sz="1000" b="0" kern="100" cap="none" spc="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nchor="ct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000" b="0" kern="0" cap="none" spc="0">
                          <a:ln w="0"/>
                          <a:solidFill>
                            <a:schemeClr val="tx1"/>
                          </a:solidFill>
                          <a:effectLst>
                            <a:outerShdw blurRad="38100" dist="19050" dir="2700000" algn="tl" rotWithShape="0">
                              <a:schemeClr val="dk1">
                                <a:alpha val="40000"/>
                              </a:schemeClr>
                            </a:outerShdw>
                          </a:effectLst>
                        </a:rPr>
                        <a:t>Мобильное приложение / Веб-портал</a:t>
                      </a:r>
                      <a:endParaRPr lang="ru-RU" sz="1000" b="0" kern="100" cap="none" spc="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nchor="ct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000" b="0" kern="0" cap="none" spc="0" dirty="0" err="1">
                          <a:ln w="0"/>
                          <a:solidFill>
                            <a:schemeClr val="tx1"/>
                          </a:solidFill>
                          <a:effectLst>
                            <a:outerShdw blurRad="38100" dist="19050" dir="2700000" algn="tl" rotWithShape="0">
                              <a:schemeClr val="dk1">
                                <a:alpha val="40000"/>
                              </a:schemeClr>
                            </a:outerShdw>
                          </a:effectLst>
                        </a:rPr>
                        <a:t>Сотрудники</a:t>
                      </a:r>
                      <a:r>
                        <a:rPr lang="en-US" sz="1000" b="0" kern="0" cap="none" spc="0" dirty="0">
                          <a:ln w="0"/>
                          <a:solidFill>
                            <a:schemeClr val="tx1"/>
                          </a:solidFill>
                          <a:effectLst>
                            <a:outerShdw blurRad="38100" dist="19050" dir="2700000" algn="tl" rotWithShape="0">
                              <a:schemeClr val="dk1">
                                <a:alpha val="40000"/>
                              </a:schemeClr>
                            </a:outerShdw>
                          </a:effectLst>
                        </a:rPr>
                        <a:t>, HR, </a:t>
                      </a:r>
                      <a:r>
                        <a:rPr lang="en-US" sz="1000" b="0" kern="0" cap="none" spc="0" dirty="0" err="1">
                          <a:ln w="0"/>
                          <a:solidFill>
                            <a:schemeClr val="tx1"/>
                          </a:solidFill>
                          <a:effectLst>
                            <a:outerShdw blurRad="38100" dist="19050" dir="2700000" algn="tl" rotWithShape="0">
                              <a:schemeClr val="dk1">
                                <a:alpha val="40000"/>
                              </a:schemeClr>
                            </a:outerShdw>
                          </a:effectLst>
                        </a:rPr>
                        <a:t>руководители</a:t>
                      </a:r>
                      <a:endParaRPr lang="ru-RU" sz="1000" b="0"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nchor="ct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ru-RU" sz="1000" b="0" kern="0" cap="none" spc="0" dirty="0">
                          <a:ln w="0"/>
                          <a:solidFill>
                            <a:schemeClr val="tx1"/>
                          </a:solidFill>
                          <a:effectLst>
                            <a:outerShdw blurRad="38100" dist="19050" dir="2700000" algn="tl" rotWithShape="0">
                              <a:schemeClr val="dk1">
                                <a:alpha val="40000"/>
                              </a:schemeClr>
                            </a:outerShdw>
                          </a:effectLst>
                        </a:rPr>
                        <a:t>Получение уведомлений, подача заявлений онлайн</a:t>
                      </a:r>
                      <a:endParaRPr lang="ru-RU" sz="1000" b="0"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nchor="ct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000" b="0" kern="0" cap="none" spc="0" dirty="0" err="1">
                          <a:ln w="0"/>
                          <a:solidFill>
                            <a:schemeClr val="tx1"/>
                          </a:solidFill>
                          <a:effectLst>
                            <a:outerShdw blurRad="38100" dist="19050" dir="2700000" algn="tl" rotWithShape="0">
                              <a:schemeClr val="dk1">
                                <a:alpha val="40000"/>
                              </a:schemeClr>
                            </a:outerShdw>
                          </a:effectLst>
                        </a:rPr>
                        <a:t>Прозрачность</a:t>
                      </a:r>
                      <a:r>
                        <a:rPr lang="en-US" sz="1000" b="0" kern="0" cap="none" spc="0" dirty="0">
                          <a:ln w="0"/>
                          <a:solidFill>
                            <a:schemeClr val="tx1"/>
                          </a:solidFill>
                          <a:effectLst>
                            <a:outerShdw blurRad="38100" dist="19050" dir="2700000" algn="tl" rotWithShape="0">
                              <a:schemeClr val="dk1">
                                <a:alpha val="40000"/>
                              </a:schemeClr>
                            </a:outerShdw>
                          </a:effectLst>
                        </a:rPr>
                        <a:t>, </a:t>
                      </a:r>
                      <a:r>
                        <a:rPr lang="en-US" sz="1000" b="0" kern="0" cap="none" spc="0" dirty="0" err="1">
                          <a:ln w="0"/>
                          <a:solidFill>
                            <a:schemeClr val="tx1"/>
                          </a:solidFill>
                          <a:effectLst>
                            <a:outerShdw blurRad="38100" dist="19050" dir="2700000" algn="tl" rotWithShape="0">
                              <a:schemeClr val="dk1">
                                <a:alpha val="40000"/>
                              </a:schemeClr>
                            </a:outerShdw>
                          </a:effectLst>
                        </a:rPr>
                        <a:t>самоконтроль</a:t>
                      </a:r>
                      <a:r>
                        <a:rPr lang="en-US" sz="1000" b="0" kern="0" cap="none" spc="0" dirty="0">
                          <a:ln w="0"/>
                          <a:solidFill>
                            <a:schemeClr val="tx1"/>
                          </a:solidFill>
                          <a:effectLst>
                            <a:outerShdw blurRad="38100" dist="19050" dir="2700000" algn="tl" rotWithShape="0">
                              <a:schemeClr val="dk1">
                                <a:alpha val="40000"/>
                              </a:schemeClr>
                            </a:outerShdw>
                          </a:effectLst>
                        </a:rPr>
                        <a:t>, </a:t>
                      </a:r>
                      <a:r>
                        <a:rPr lang="en-US" sz="1000" b="0" kern="0" cap="none" spc="0" dirty="0" err="1">
                          <a:ln w="0"/>
                          <a:solidFill>
                            <a:schemeClr val="tx1"/>
                          </a:solidFill>
                          <a:effectLst>
                            <a:outerShdw blurRad="38100" dist="19050" dir="2700000" algn="tl" rotWithShape="0">
                              <a:schemeClr val="dk1">
                                <a:alpha val="40000"/>
                              </a:schemeClr>
                            </a:outerShdw>
                          </a:effectLst>
                        </a:rPr>
                        <a:t>вовлеченность</a:t>
                      </a:r>
                      <a:endParaRPr lang="ru-RU" sz="1000" b="0"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4096" marR="34096" marT="0" marB="0" anchor="ctr">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445931663"/>
                  </a:ext>
                </a:extLst>
              </a:tr>
            </a:tbl>
          </a:graphicData>
        </a:graphic>
      </p:graphicFrame>
      <p:sp>
        <p:nvSpPr>
          <p:cNvPr id="3" name="Прямоугольник: скругленные углы 2">
            <a:extLst>
              <a:ext uri="{FF2B5EF4-FFF2-40B4-BE49-F238E27FC236}">
                <a16:creationId xmlns:a16="http://schemas.microsoft.com/office/drawing/2014/main" id="{3AF59CB3-FDF1-33D6-9A02-E0CF3221D5FD}"/>
              </a:ext>
            </a:extLst>
          </p:cNvPr>
          <p:cNvSpPr/>
          <p:nvPr/>
        </p:nvSpPr>
        <p:spPr>
          <a:xfrm>
            <a:off x="8695944" y="868680"/>
            <a:ext cx="3035808" cy="4480560"/>
          </a:xfrm>
          <a:prstGeom prst="roundRect">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sz="3600" b="1" i="0" dirty="0">
                <a:ln w="0"/>
                <a:solidFill>
                  <a:schemeClr val="tx1"/>
                </a:solidFill>
                <a:effectLst>
                  <a:outerShdw blurRad="38100" dist="19050" dir="2700000" algn="tl" rotWithShape="0">
                    <a:schemeClr val="dk1">
                      <a:alpha val="40000"/>
                    </a:schemeClr>
                  </a:outerShdw>
                </a:effectLst>
                <a:latin typeface="DeepSeek-CJK-patch"/>
              </a:rPr>
              <a:t>Модель </a:t>
            </a:r>
            <a:r>
              <a:rPr lang="ru-RU" sz="3600" b="1" i="0" dirty="0" err="1">
                <a:ln w="0"/>
                <a:solidFill>
                  <a:schemeClr val="tx1"/>
                </a:solidFill>
                <a:effectLst>
                  <a:outerShdw blurRad="38100" dist="19050" dir="2700000" algn="tl" rotWithShape="0">
                    <a:schemeClr val="dk1">
                      <a:alpha val="40000"/>
                    </a:schemeClr>
                  </a:outerShdw>
                </a:effectLst>
                <a:latin typeface="DeepSeek-CJK-patch"/>
              </a:rPr>
              <a:t>Захмана</a:t>
            </a:r>
            <a:endParaRPr lang="ru-RU" sz="3600" b="1"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9664489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Таблица 3">
            <a:extLst>
              <a:ext uri="{FF2B5EF4-FFF2-40B4-BE49-F238E27FC236}">
                <a16:creationId xmlns:a16="http://schemas.microsoft.com/office/drawing/2014/main" id="{1282DF85-F60B-1B1C-82EF-38A9A29D1814}"/>
              </a:ext>
            </a:extLst>
          </p:cNvPr>
          <p:cNvGraphicFramePr>
            <a:graphicFrameLocks noGrp="1"/>
          </p:cNvGraphicFramePr>
          <p:nvPr>
            <p:extLst>
              <p:ext uri="{D42A27DB-BD31-4B8C-83A1-F6EECF244321}">
                <p14:modId xmlns:p14="http://schemas.microsoft.com/office/powerpoint/2010/main" val="2692513127"/>
              </p:ext>
            </p:extLst>
          </p:nvPr>
        </p:nvGraphicFramePr>
        <p:xfrm>
          <a:off x="2587752" y="1178209"/>
          <a:ext cx="9494520" cy="4556327"/>
        </p:xfrm>
        <a:graphic>
          <a:graphicData uri="http://schemas.openxmlformats.org/drawingml/2006/table">
            <a:tbl>
              <a:tblPr firstRow="1" bandRow="1">
                <a:effectLst>
                  <a:outerShdw blurRad="50800" dist="38100" dir="5400000" algn="t" rotWithShape="0">
                    <a:prstClr val="black">
                      <a:alpha val="40000"/>
                    </a:prstClr>
                  </a:outerShdw>
                </a:effectLst>
                <a:tableStyleId>{2D5ABB26-0587-4C30-8999-92F81FD0307C}</a:tableStyleId>
              </a:tblPr>
              <a:tblGrid>
                <a:gridCol w="1002131">
                  <a:extLst>
                    <a:ext uri="{9D8B030D-6E8A-4147-A177-3AD203B41FA5}">
                      <a16:colId xmlns:a16="http://schemas.microsoft.com/office/drawing/2014/main" val="2429815397"/>
                    </a:ext>
                  </a:extLst>
                </a:gridCol>
                <a:gridCol w="1011203">
                  <a:extLst>
                    <a:ext uri="{9D8B030D-6E8A-4147-A177-3AD203B41FA5}">
                      <a16:colId xmlns:a16="http://schemas.microsoft.com/office/drawing/2014/main" val="3254404090"/>
                    </a:ext>
                  </a:extLst>
                </a:gridCol>
                <a:gridCol w="1194342">
                  <a:extLst>
                    <a:ext uri="{9D8B030D-6E8A-4147-A177-3AD203B41FA5}">
                      <a16:colId xmlns:a16="http://schemas.microsoft.com/office/drawing/2014/main" val="1445708298"/>
                    </a:ext>
                  </a:extLst>
                </a:gridCol>
                <a:gridCol w="1003300">
                  <a:extLst>
                    <a:ext uri="{9D8B030D-6E8A-4147-A177-3AD203B41FA5}">
                      <a16:colId xmlns:a16="http://schemas.microsoft.com/office/drawing/2014/main" val="2874473505"/>
                    </a:ext>
                  </a:extLst>
                </a:gridCol>
                <a:gridCol w="1011203">
                  <a:extLst>
                    <a:ext uri="{9D8B030D-6E8A-4147-A177-3AD203B41FA5}">
                      <a16:colId xmlns:a16="http://schemas.microsoft.com/office/drawing/2014/main" val="1166934280"/>
                    </a:ext>
                  </a:extLst>
                </a:gridCol>
                <a:gridCol w="1011203">
                  <a:extLst>
                    <a:ext uri="{9D8B030D-6E8A-4147-A177-3AD203B41FA5}">
                      <a16:colId xmlns:a16="http://schemas.microsoft.com/office/drawing/2014/main" val="1155934793"/>
                    </a:ext>
                  </a:extLst>
                </a:gridCol>
                <a:gridCol w="1011203">
                  <a:extLst>
                    <a:ext uri="{9D8B030D-6E8A-4147-A177-3AD203B41FA5}">
                      <a16:colId xmlns:a16="http://schemas.microsoft.com/office/drawing/2014/main" val="3796120168"/>
                    </a:ext>
                  </a:extLst>
                </a:gridCol>
                <a:gridCol w="1033780">
                  <a:extLst>
                    <a:ext uri="{9D8B030D-6E8A-4147-A177-3AD203B41FA5}">
                      <a16:colId xmlns:a16="http://schemas.microsoft.com/office/drawing/2014/main" val="841834923"/>
                    </a:ext>
                  </a:extLst>
                </a:gridCol>
                <a:gridCol w="1216155">
                  <a:extLst>
                    <a:ext uri="{9D8B030D-6E8A-4147-A177-3AD203B41FA5}">
                      <a16:colId xmlns:a16="http://schemas.microsoft.com/office/drawing/2014/main" val="541393609"/>
                    </a:ext>
                  </a:extLst>
                </a:gridCol>
              </a:tblGrid>
              <a:tr h="366616">
                <a:tc>
                  <a:txBody>
                    <a:bodyPr/>
                    <a:lstStyle/>
                    <a:p>
                      <a:pPr algn="ctr"/>
                      <a:r>
                        <a:rPr lang="ru-RU" sz="1400" b="1" dirty="0">
                          <a:solidFill>
                            <a:schemeClr val="tx1"/>
                          </a:solidFill>
                        </a:rPr>
                        <a:t>Неделя 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a:r>
                        <a:rPr lang="ru-RU" sz="1400" b="1" u="none" strike="noStrike" cap="none" dirty="0">
                          <a:solidFill>
                            <a:schemeClr val="tx1"/>
                          </a:solidFill>
                          <a:effectLst/>
                          <a:sym typeface="Arial"/>
                        </a:rPr>
                        <a:t>Неделя 2</a:t>
                      </a:r>
                      <a:endParaRPr lang="ru-RU" sz="1400" b="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a:r>
                        <a:rPr lang="ru-RU" sz="1400" b="1" dirty="0">
                          <a:solidFill>
                            <a:schemeClr val="tx1"/>
                          </a:solidFill>
                          <a:effectLst/>
                        </a:rPr>
                        <a:t>Неделя 3-4</a:t>
                      </a:r>
                    </a:p>
                  </a:txBody>
                  <a:tcPr marR="76200" marT="76200" marB="762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a:r>
                        <a:rPr lang="ru-RU" sz="1400" b="1" u="none" strike="noStrike" cap="none" dirty="0">
                          <a:solidFill>
                            <a:schemeClr val="tx1"/>
                          </a:solidFill>
                          <a:effectLst/>
                          <a:sym typeface="Arial"/>
                        </a:rPr>
                        <a:t>Неделя 5</a:t>
                      </a:r>
                      <a:endParaRPr lang="ru-RU" sz="1400" b="1" dirty="0">
                        <a:solidFill>
                          <a:schemeClr val="tx1"/>
                        </a:solidFill>
                        <a:effectLst/>
                      </a:endParaRPr>
                    </a:p>
                  </a:txBody>
                  <a:tcPr marL="76200" marR="76200" marT="76200" marB="762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a:r>
                        <a:rPr lang="ru-RU" sz="1400" b="1" u="none" strike="noStrike" cap="none" dirty="0">
                          <a:solidFill>
                            <a:schemeClr val="tx1"/>
                          </a:solidFill>
                          <a:effectLst/>
                          <a:sym typeface="Arial"/>
                        </a:rPr>
                        <a:t>Неделя 6</a:t>
                      </a:r>
                      <a:endParaRPr lang="ru-RU" sz="1400" b="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a:r>
                        <a:rPr lang="ru-RU" sz="1400" b="1" u="none" strike="noStrike" cap="none" dirty="0">
                          <a:solidFill>
                            <a:schemeClr val="tx1"/>
                          </a:solidFill>
                          <a:effectLst/>
                          <a:sym typeface="Arial"/>
                        </a:rPr>
                        <a:t>Неделя 7</a:t>
                      </a:r>
                      <a:endParaRPr lang="ru-RU" sz="1400" b="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a:r>
                        <a:rPr lang="ru-RU" sz="1400" b="1" u="none" strike="noStrike" cap="none" dirty="0">
                          <a:solidFill>
                            <a:schemeClr val="tx1"/>
                          </a:solidFill>
                          <a:effectLst/>
                          <a:sym typeface="Arial"/>
                        </a:rPr>
                        <a:t>Неделя 8</a:t>
                      </a:r>
                      <a:endParaRPr lang="ru-RU" sz="1400" b="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a:r>
                        <a:rPr lang="ru-RU" sz="1400" b="1" u="none" strike="noStrike" cap="none" dirty="0">
                          <a:solidFill>
                            <a:schemeClr val="tx1"/>
                          </a:solidFill>
                          <a:effectLst/>
                          <a:sym typeface="Arial"/>
                        </a:rPr>
                        <a:t>Неделя 9</a:t>
                      </a:r>
                      <a:endParaRPr lang="ru-RU" sz="1400" b="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a:r>
                        <a:rPr lang="ru-RU" sz="1400" b="1" u="none" strike="noStrike" cap="none" dirty="0">
                          <a:solidFill>
                            <a:schemeClr val="tx1"/>
                          </a:solidFill>
                          <a:effectLst/>
                          <a:sym typeface="Arial"/>
                        </a:rPr>
                        <a:t>Неделя 10</a:t>
                      </a:r>
                      <a:endParaRPr lang="ru-RU" sz="1400" b="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868706015"/>
                  </a:ext>
                </a:extLst>
              </a:tr>
              <a:tr h="340016">
                <a:tc>
                  <a:txBody>
                    <a:bodyPr/>
                    <a:lstStyle/>
                    <a:p>
                      <a:pPr algn="ctr"/>
                      <a:r>
                        <a:rPr lang="ru-RU" sz="1200" b="0" u="none" strike="noStrike" cap="none" dirty="0">
                          <a:solidFill>
                            <a:schemeClr val="dk1"/>
                          </a:solidFill>
                          <a:effectLst/>
                          <a:sym typeface="Arial"/>
                        </a:rPr>
                        <a:t>18.03.2025</a:t>
                      </a:r>
                      <a:endParaRPr lang="ru-RU"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lgn="ctr"/>
                      <a:r>
                        <a:rPr lang="ru-RU" sz="1200" b="0" u="none" strike="noStrike" cap="none" dirty="0">
                          <a:solidFill>
                            <a:schemeClr val="dk1"/>
                          </a:solidFill>
                          <a:effectLst/>
                          <a:sym typeface="Arial"/>
                        </a:rPr>
                        <a:t>25.03.2025</a:t>
                      </a:r>
                      <a:endParaRPr lang="ru-RU"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lgn="ctr"/>
                      <a:r>
                        <a:rPr lang="ru-RU" sz="1200" b="0" u="none" strike="noStrike" cap="none" dirty="0">
                          <a:solidFill>
                            <a:schemeClr val="dk1"/>
                          </a:solidFill>
                          <a:effectLst/>
                          <a:sym typeface="Arial"/>
                        </a:rPr>
                        <a:t>01.04.2025</a:t>
                      </a:r>
                      <a:endParaRPr lang="ru-RU"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lgn="ctr"/>
                      <a:r>
                        <a:rPr lang="ru-RU" sz="1200" b="0" u="none" strike="noStrike" cap="none" dirty="0">
                          <a:solidFill>
                            <a:schemeClr val="dk1"/>
                          </a:solidFill>
                          <a:effectLst/>
                          <a:sym typeface="Arial"/>
                        </a:rPr>
                        <a:t>15.04.2025</a:t>
                      </a:r>
                      <a:endParaRPr lang="ru-RU"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lgn="ctr"/>
                      <a:r>
                        <a:rPr lang="ru-RU" sz="1200" b="0" u="none" strike="noStrike" cap="none" dirty="0">
                          <a:solidFill>
                            <a:schemeClr val="dk1"/>
                          </a:solidFill>
                          <a:effectLst/>
                          <a:sym typeface="Arial"/>
                        </a:rPr>
                        <a:t>22.04.2025</a:t>
                      </a:r>
                      <a:endParaRPr lang="ru-RU"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lgn="ctr"/>
                      <a:r>
                        <a:rPr lang="ru-RU" sz="1200" b="0" u="none" strike="noStrike" cap="none" dirty="0">
                          <a:solidFill>
                            <a:schemeClr val="dk1"/>
                          </a:solidFill>
                          <a:effectLst/>
                          <a:sym typeface="Arial"/>
                        </a:rPr>
                        <a:t>29.04.2025</a:t>
                      </a:r>
                      <a:endParaRPr lang="ru-RU"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lgn="ctr"/>
                      <a:r>
                        <a:rPr lang="ru-RU" sz="1200" b="0" u="none" strike="noStrike" cap="none" dirty="0">
                          <a:solidFill>
                            <a:schemeClr val="dk1"/>
                          </a:solidFill>
                          <a:effectLst/>
                          <a:sym typeface="Arial"/>
                        </a:rPr>
                        <a:t>06.05.2025</a:t>
                      </a:r>
                      <a:endParaRPr lang="ru-RU"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lgn="ctr"/>
                      <a:r>
                        <a:rPr lang="ru-RU" sz="1200" b="0" u="none" strike="noStrike" cap="none" dirty="0">
                          <a:solidFill>
                            <a:schemeClr val="dk1"/>
                          </a:solidFill>
                          <a:effectLst/>
                          <a:sym typeface="Arial"/>
                        </a:rPr>
                        <a:t>13.05.2025</a:t>
                      </a:r>
                      <a:endParaRPr lang="ru-RU"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lgn="ctr"/>
                      <a:r>
                        <a:rPr lang="ru-RU" sz="1200" b="0" u="none" strike="noStrike" cap="none" dirty="0">
                          <a:solidFill>
                            <a:schemeClr val="dk1"/>
                          </a:solidFill>
                          <a:effectLst/>
                          <a:sym typeface="Arial"/>
                        </a:rPr>
                        <a:t>20.05.2025</a:t>
                      </a:r>
                      <a:endParaRPr lang="ru-RU"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218831066"/>
                  </a:ext>
                </a:extLst>
              </a:tr>
              <a:tr h="410303">
                <a:tc>
                  <a:txBody>
                    <a:bodyPr/>
                    <a:lstStyle/>
                    <a:p>
                      <a:pPr algn="ctr"/>
                      <a:r>
                        <a:rPr lang="ru-RU" sz="1200" b="0" u="none" strike="noStrike" cap="none" dirty="0">
                          <a:solidFill>
                            <a:schemeClr val="dk1"/>
                          </a:solidFill>
                          <a:effectLst/>
                          <a:sym typeface="Arial"/>
                        </a:rPr>
                        <a:t>24.03.2025</a:t>
                      </a:r>
                      <a:endParaRPr lang="ru-RU"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ru-RU" sz="1200" b="0" u="none" strike="noStrike" cap="none" dirty="0">
                          <a:solidFill>
                            <a:schemeClr val="dk1"/>
                          </a:solidFill>
                          <a:effectLst/>
                          <a:sym typeface="Arial"/>
                        </a:rPr>
                        <a:t>31.03.2025</a:t>
                      </a:r>
                      <a:endParaRPr lang="ru-RU"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ru-RU" sz="1200" b="0" u="none" strike="noStrike" cap="none" dirty="0">
                          <a:solidFill>
                            <a:schemeClr val="dk1"/>
                          </a:solidFill>
                          <a:effectLst/>
                          <a:sym typeface="Arial"/>
                        </a:rPr>
                        <a:t>14.04.2025</a:t>
                      </a:r>
                      <a:endParaRPr lang="ru-RU"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ru-RU" sz="1200" b="0" u="none" strike="noStrike" cap="none" dirty="0">
                          <a:solidFill>
                            <a:schemeClr val="dk1"/>
                          </a:solidFill>
                          <a:effectLst/>
                          <a:sym typeface="Arial"/>
                        </a:rPr>
                        <a:t>21.04.2025</a:t>
                      </a:r>
                      <a:endParaRPr lang="ru-RU"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ru-RU" sz="1200" b="0" u="none" strike="noStrike" cap="none" dirty="0">
                          <a:solidFill>
                            <a:schemeClr val="dk1"/>
                          </a:solidFill>
                          <a:effectLst/>
                          <a:sym typeface="Arial"/>
                        </a:rPr>
                        <a:t>28.04.2025</a:t>
                      </a:r>
                      <a:endParaRPr lang="ru-RU"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ru-RU" sz="1200" b="0" u="none" strike="noStrike" cap="none" dirty="0">
                          <a:solidFill>
                            <a:schemeClr val="dk1"/>
                          </a:solidFill>
                          <a:effectLst/>
                          <a:sym typeface="Arial"/>
                        </a:rPr>
                        <a:t>05.05.2025</a:t>
                      </a:r>
                      <a:endParaRPr lang="ru-RU"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ru-RU" sz="1200" b="0" u="none" strike="noStrike" cap="none" dirty="0">
                          <a:solidFill>
                            <a:schemeClr val="dk1"/>
                          </a:solidFill>
                          <a:effectLst/>
                          <a:sym typeface="Arial"/>
                        </a:rPr>
                        <a:t>12.05.2025</a:t>
                      </a:r>
                      <a:endParaRPr lang="ru-RU"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ru-RU" sz="1200" b="0" u="none" strike="noStrike" cap="none" dirty="0">
                          <a:solidFill>
                            <a:schemeClr val="dk1"/>
                          </a:solidFill>
                          <a:effectLst/>
                          <a:sym typeface="Arial"/>
                        </a:rPr>
                        <a:t>19.05.2025</a:t>
                      </a:r>
                      <a:endParaRPr lang="ru-RU"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ru-RU" sz="1200" b="0" u="none" strike="noStrike" cap="none" dirty="0">
                          <a:solidFill>
                            <a:schemeClr val="dk1"/>
                          </a:solidFill>
                          <a:effectLst/>
                          <a:sym typeface="Arial"/>
                        </a:rPr>
                        <a:t>26.05.2025</a:t>
                      </a:r>
                      <a:endParaRPr lang="ru-RU"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602166775"/>
                  </a:ext>
                </a:extLst>
              </a:tr>
              <a:tr h="365760">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5966530"/>
                  </a:ext>
                </a:extLst>
              </a:tr>
              <a:tr h="410400">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8824082"/>
                  </a:ext>
                </a:extLst>
              </a:tr>
              <a:tr h="376864">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9895819"/>
                  </a:ext>
                </a:extLst>
              </a:tr>
              <a:tr h="376864">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5033369"/>
                  </a:ext>
                </a:extLst>
              </a:tr>
              <a:tr h="376864">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6549089"/>
                  </a:ext>
                </a:extLst>
              </a:tr>
              <a:tr h="375000">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4860496"/>
                  </a:ext>
                </a:extLst>
              </a:tr>
              <a:tr h="372130">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3787415"/>
                  </a:ext>
                </a:extLst>
              </a:tr>
              <a:tr h="393584">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4331687"/>
                  </a:ext>
                </a:extLst>
              </a:tr>
              <a:tr h="376864">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9916717"/>
                  </a:ext>
                </a:extLst>
              </a:tr>
            </a:tbl>
          </a:graphicData>
        </a:graphic>
      </p:graphicFrame>
      <p:graphicFrame>
        <p:nvGraphicFramePr>
          <p:cNvPr id="5" name="Таблица 4">
            <a:extLst>
              <a:ext uri="{FF2B5EF4-FFF2-40B4-BE49-F238E27FC236}">
                <a16:creationId xmlns:a16="http://schemas.microsoft.com/office/drawing/2014/main" id="{4990DE99-B62C-1400-E381-F6008FBB5008}"/>
              </a:ext>
            </a:extLst>
          </p:cNvPr>
          <p:cNvGraphicFramePr>
            <a:graphicFrameLocks noGrp="1"/>
          </p:cNvGraphicFramePr>
          <p:nvPr>
            <p:extLst>
              <p:ext uri="{D42A27DB-BD31-4B8C-83A1-F6EECF244321}">
                <p14:modId xmlns:p14="http://schemas.microsoft.com/office/powerpoint/2010/main" val="1600182443"/>
              </p:ext>
            </p:extLst>
          </p:nvPr>
        </p:nvGraphicFramePr>
        <p:xfrm>
          <a:off x="303856" y="1919952"/>
          <a:ext cx="2274824" cy="3834962"/>
        </p:xfrm>
        <a:graphic>
          <a:graphicData uri="http://schemas.openxmlformats.org/drawingml/2006/table">
            <a:tbl>
              <a:tblPr firstRow="1" bandRow="1">
                <a:effectLst>
                  <a:outerShdw blurRad="50800" dist="38100" dir="18900000" algn="bl" rotWithShape="0">
                    <a:prstClr val="black">
                      <a:alpha val="40000"/>
                    </a:prstClr>
                  </a:outerShdw>
                </a:effectLst>
                <a:tableStyleId>{2D5ABB26-0587-4C30-8999-92F81FD0307C}</a:tableStyleId>
              </a:tblPr>
              <a:tblGrid>
                <a:gridCol w="2274824">
                  <a:extLst>
                    <a:ext uri="{9D8B030D-6E8A-4147-A177-3AD203B41FA5}">
                      <a16:colId xmlns:a16="http://schemas.microsoft.com/office/drawing/2014/main" val="3618830222"/>
                    </a:ext>
                  </a:extLst>
                </a:gridCol>
              </a:tblGrid>
              <a:tr h="388277">
                <a:tc>
                  <a:txBody>
                    <a:bodyPr/>
                    <a:lstStyle/>
                    <a:p>
                      <a:endParaRPr lang="ru-RU"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2375555"/>
                  </a:ext>
                </a:extLst>
              </a:tr>
              <a:tr h="382965">
                <a:tc>
                  <a:txBody>
                    <a:bodyPr/>
                    <a:lstStyle/>
                    <a:p>
                      <a:pPr algn="r"/>
                      <a:r>
                        <a:rPr lang="ru-RU" sz="1100" b="0" u="none" strike="noStrike" cap="none" spc="0" dirty="0">
                          <a:ln w="0"/>
                          <a:solidFill>
                            <a:schemeClr val="tx1"/>
                          </a:solidFill>
                          <a:effectLst>
                            <a:outerShdw blurRad="38100" dist="19050" dir="2700000" algn="tl" rotWithShape="0">
                              <a:schemeClr val="dk1">
                                <a:alpha val="40000"/>
                              </a:schemeClr>
                            </a:outerShdw>
                          </a:effectLst>
                          <a:sym typeface="Arial"/>
                        </a:rPr>
                        <a:t>Планирование проекта</a:t>
                      </a:r>
                      <a:endParaRPr lang="ru-RU" sz="1100" b="0" cap="none" spc="0" dirty="0">
                        <a:ln w="0"/>
                        <a:solidFill>
                          <a:schemeClr val="tx1"/>
                        </a:solidFill>
                        <a:effectLst>
                          <a:outerShdw blurRad="38100" dist="19050" dir="2700000" algn="tl" rotWithShape="0">
                            <a:schemeClr val="dk1">
                              <a:alpha val="40000"/>
                            </a:schemeClr>
                          </a:outerShdw>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995943177"/>
                  </a:ext>
                </a:extLst>
              </a:tr>
              <a:tr h="382965">
                <a:tc>
                  <a:txBody>
                    <a:bodyPr/>
                    <a:lstStyle/>
                    <a:p>
                      <a:pPr algn="r"/>
                      <a:r>
                        <a:rPr lang="ru-RU" sz="1100" b="0" cap="none" spc="0" dirty="0">
                          <a:ln w="0"/>
                          <a:solidFill>
                            <a:schemeClr val="tx1"/>
                          </a:solidFill>
                          <a:effectLst>
                            <a:outerShdw blurRad="38100" dist="19050" dir="2700000" algn="tl" rotWithShape="0">
                              <a:schemeClr val="dk1">
                                <a:alpha val="40000"/>
                              </a:schemeClr>
                            </a:outerShdw>
                          </a:effectLst>
                        </a:rPr>
                        <a:t>Анализ рынка и </a:t>
                      </a:r>
                      <a:r>
                        <a:rPr lang="en-US" sz="1100" b="0" cap="none" spc="0" dirty="0">
                          <a:ln w="0"/>
                          <a:solidFill>
                            <a:schemeClr val="tx1"/>
                          </a:solidFill>
                          <a:effectLst>
                            <a:outerShdw blurRad="38100" dist="19050" dir="2700000" algn="tl" rotWithShape="0">
                              <a:schemeClr val="dk1">
                                <a:alpha val="40000"/>
                              </a:schemeClr>
                            </a:outerShdw>
                          </a:effectLst>
                        </a:rPr>
                        <a:t>SWOT</a:t>
                      </a:r>
                      <a:endParaRPr lang="ru-RU" sz="1100" b="0" cap="none" spc="0" dirty="0">
                        <a:ln w="0"/>
                        <a:solidFill>
                          <a:schemeClr val="tx1"/>
                        </a:solidFill>
                        <a:effectLst>
                          <a:outerShdw blurRad="38100" dist="19050" dir="2700000" algn="tl" rotWithShape="0">
                            <a:schemeClr val="dk1">
                              <a:alpha val="40000"/>
                            </a:schemeClr>
                          </a:outerShdw>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849432853"/>
                  </a:ext>
                </a:extLst>
              </a:tr>
              <a:tr h="382965">
                <a:tc>
                  <a:txBody>
                    <a:bodyPr/>
                    <a:lstStyle/>
                    <a:p>
                      <a:pPr algn="r"/>
                      <a:r>
                        <a:rPr lang="ru-RU" sz="1050" b="0" u="none" strike="noStrike" cap="none" spc="0" dirty="0">
                          <a:ln w="0"/>
                          <a:solidFill>
                            <a:schemeClr val="tx1"/>
                          </a:solidFill>
                          <a:effectLst>
                            <a:outerShdw blurRad="38100" dist="19050" dir="2700000" algn="tl" rotWithShape="0">
                              <a:schemeClr val="dk1">
                                <a:alpha val="40000"/>
                              </a:schemeClr>
                            </a:outerShdw>
                          </a:effectLst>
                          <a:sym typeface="Arial"/>
                        </a:rPr>
                        <a:t>Оценка текущей системы (</a:t>
                      </a:r>
                      <a:r>
                        <a:rPr lang="en-US" sz="1050" b="0" u="none" strike="noStrike" cap="none" spc="0" dirty="0">
                          <a:ln w="0"/>
                          <a:solidFill>
                            <a:schemeClr val="tx1"/>
                          </a:solidFill>
                          <a:effectLst>
                            <a:outerShdw blurRad="38100" dist="19050" dir="2700000" algn="tl" rotWithShape="0">
                              <a:schemeClr val="dk1">
                                <a:alpha val="40000"/>
                              </a:schemeClr>
                            </a:outerShdw>
                          </a:effectLst>
                          <a:sym typeface="Arial"/>
                        </a:rPr>
                        <a:t>AS-IS)</a:t>
                      </a:r>
                      <a:endParaRPr lang="ru-RU" sz="1050" b="0" cap="none" spc="0" dirty="0">
                        <a:ln w="0"/>
                        <a:solidFill>
                          <a:schemeClr val="tx1"/>
                        </a:solidFill>
                        <a:effectLst>
                          <a:outerShdw blurRad="38100" dist="19050" dir="2700000" algn="tl" rotWithShape="0">
                            <a:schemeClr val="dk1">
                              <a:alpha val="40000"/>
                            </a:schemeClr>
                          </a:outerShdw>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397979112"/>
                  </a:ext>
                </a:extLst>
              </a:tr>
              <a:tr h="382965">
                <a:tc>
                  <a:txBody>
                    <a:bodyPr/>
                    <a:lstStyle/>
                    <a:p>
                      <a:pPr algn="r"/>
                      <a:r>
                        <a:rPr lang="ru-RU" sz="900" b="0" u="none" strike="noStrike" cap="none" spc="0" dirty="0">
                          <a:ln w="0"/>
                          <a:solidFill>
                            <a:schemeClr val="tx1"/>
                          </a:solidFill>
                          <a:effectLst>
                            <a:outerShdw blurRad="38100" dist="19050" dir="2700000" algn="tl" rotWithShape="0">
                              <a:schemeClr val="dk1">
                                <a:alpha val="40000"/>
                              </a:schemeClr>
                            </a:outerShdw>
                          </a:effectLst>
                          <a:sym typeface="Arial"/>
                        </a:rPr>
                        <a:t>Проектирование архитектуры (</a:t>
                      </a:r>
                      <a:r>
                        <a:rPr lang="en-US" sz="900" b="0" u="none" strike="noStrike" cap="none" spc="0" dirty="0">
                          <a:ln w="0"/>
                          <a:solidFill>
                            <a:schemeClr val="tx1"/>
                          </a:solidFill>
                          <a:effectLst>
                            <a:outerShdw blurRad="38100" dist="19050" dir="2700000" algn="tl" rotWithShape="0">
                              <a:schemeClr val="dk1">
                                <a:alpha val="40000"/>
                              </a:schemeClr>
                            </a:outerShdw>
                          </a:effectLst>
                          <a:sym typeface="Arial"/>
                        </a:rPr>
                        <a:t>TOGAF)</a:t>
                      </a:r>
                      <a:endParaRPr lang="ru-RU" sz="900" b="0" cap="none" spc="0" dirty="0">
                        <a:ln w="0"/>
                        <a:solidFill>
                          <a:schemeClr val="tx1"/>
                        </a:solidFill>
                        <a:effectLst>
                          <a:outerShdw blurRad="38100" dist="19050" dir="2700000" algn="tl" rotWithShape="0">
                            <a:schemeClr val="dk1">
                              <a:alpha val="40000"/>
                            </a:schemeClr>
                          </a:outerShdw>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49535341"/>
                  </a:ext>
                </a:extLst>
              </a:tr>
              <a:tr h="382965">
                <a:tc>
                  <a:txBody>
                    <a:bodyPr/>
                    <a:lstStyle/>
                    <a:p>
                      <a:pPr algn="r"/>
                      <a:r>
                        <a:rPr lang="ru-RU" sz="1000" b="0" u="none" strike="noStrike" cap="none" spc="0" dirty="0">
                          <a:ln w="0"/>
                          <a:solidFill>
                            <a:schemeClr val="tx1"/>
                          </a:solidFill>
                          <a:effectLst>
                            <a:outerShdw blurRad="38100" dist="19050" dir="2700000" algn="tl" rotWithShape="0">
                              <a:schemeClr val="dk1">
                                <a:alpha val="40000"/>
                              </a:schemeClr>
                            </a:outerShdw>
                          </a:effectLst>
                          <a:sym typeface="Arial"/>
                        </a:rPr>
                        <a:t>Сравнение и выбор </a:t>
                      </a:r>
                      <a:r>
                        <a:rPr lang="en-US" sz="1000" b="0" u="none" strike="noStrike" cap="none" spc="0" dirty="0">
                          <a:ln w="0"/>
                          <a:solidFill>
                            <a:schemeClr val="tx1"/>
                          </a:solidFill>
                          <a:effectLst>
                            <a:outerShdw blurRad="38100" dist="19050" dir="2700000" algn="tl" rotWithShape="0">
                              <a:schemeClr val="dk1">
                                <a:alpha val="40000"/>
                              </a:schemeClr>
                            </a:outerShdw>
                          </a:effectLst>
                          <a:sym typeface="Arial"/>
                        </a:rPr>
                        <a:t>HRM-</a:t>
                      </a:r>
                      <a:r>
                        <a:rPr lang="ru-RU" sz="1000" b="0" u="none" strike="noStrike" cap="none" spc="0" dirty="0">
                          <a:ln w="0"/>
                          <a:solidFill>
                            <a:schemeClr val="tx1"/>
                          </a:solidFill>
                          <a:effectLst>
                            <a:outerShdw blurRad="38100" dist="19050" dir="2700000" algn="tl" rotWithShape="0">
                              <a:schemeClr val="dk1">
                                <a:alpha val="40000"/>
                              </a:schemeClr>
                            </a:outerShdw>
                          </a:effectLst>
                          <a:sym typeface="Arial"/>
                        </a:rPr>
                        <a:t>решения</a:t>
                      </a:r>
                      <a:endParaRPr lang="ru-RU" sz="1000" b="0" cap="none" spc="0" dirty="0">
                        <a:ln w="0"/>
                        <a:solidFill>
                          <a:schemeClr val="tx1"/>
                        </a:solidFill>
                        <a:effectLst>
                          <a:outerShdw blurRad="38100" dist="19050" dir="2700000" algn="tl" rotWithShape="0">
                            <a:schemeClr val="dk1">
                              <a:alpha val="40000"/>
                            </a:schemeClr>
                          </a:outerShdw>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1074315630"/>
                  </a:ext>
                </a:extLst>
              </a:tr>
              <a:tr h="382965">
                <a:tc>
                  <a:txBody>
                    <a:bodyPr/>
                    <a:lstStyle/>
                    <a:p>
                      <a:pPr algn="r"/>
                      <a:r>
                        <a:rPr lang="ru-RU" sz="1100" b="0" u="none" strike="noStrike" cap="none" spc="0" dirty="0">
                          <a:ln w="0"/>
                          <a:solidFill>
                            <a:schemeClr val="tx1"/>
                          </a:solidFill>
                          <a:effectLst>
                            <a:outerShdw blurRad="38100" dist="19050" dir="2700000" algn="tl" rotWithShape="0">
                              <a:schemeClr val="dk1">
                                <a:alpha val="40000"/>
                              </a:schemeClr>
                            </a:outerShdw>
                          </a:effectLst>
                          <a:sym typeface="Arial"/>
                        </a:rPr>
                        <a:t>Разработка </a:t>
                      </a:r>
                      <a:r>
                        <a:rPr lang="en-US" sz="1100" b="0" u="none" strike="noStrike" cap="none" spc="0" dirty="0">
                          <a:ln w="0"/>
                          <a:solidFill>
                            <a:schemeClr val="tx1"/>
                          </a:solidFill>
                          <a:effectLst>
                            <a:outerShdw blurRad="38100" dist="19050" dir="2700000" algn="tl" rotWithShape="0">
                              <a:schemeClr val="dk1">
                                <a:alpha val="40000"/>
                              </a:schemeClr>
                            </a:outerShdw>
                          </a:effectLst>
                          <a:sym typeface="Arial"/>
                        </a:rPr>
                        <a:t>MVP</a:t>
                      </a:r>
                      <a:endParaRPr lang="ru-RU" sz="1100" b="0" cap="none" spc="0" dirty="0">
                        <a:ln w="0"/>
                        <a:solidFill>
                          <a:schemeClr val="tx1"/>
                        </a:solidFill>
                        <a:effectLst>
                          <a:outerShdw blurRad="38100" dist="19050" dir="2700000" algn="tl" rotWithShape="0">
                            <a:schemeClr val="dk1">
                              <a:alpha val="40000"/>
                            </a:schemeClr>
                          </a:outerShdw>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2271641749"/>
                  </a:ext>
                </a:extLst>
              </a:tr>
              <a:tr h="382965">
                <a:tc>
                  <a:txBody>
                    <a:bodyPr/>
                    <a:lstStyle/>
                    <a:p>
                      <a:pPr algn="r"/>
                      <a:r>
                        <a:rPr lang="ru-RU" sz="1100" b="0" u="none" strike="noStrike" cap="none" spc="0" dirty="0">
                          <a:ln w="0"/>
                          <a:solidFill>
                            <a:schemeClr val="tx1"/>
                          </a:solidFill>
                          <a:effectLst>
                            <a:outerShdw blurRad="38100" dist="19050" dir="2700000" algn="tl" rotWithShape="0">
                              <a:schemeClr val="dk1">
                                <a:alpha val="40000"/>
                              </a:schemeClr>
                            </a:outerShdw>
                          </a:effectLst>
                          <a:sym typeface="Arial"/>
                        </a:rPr>
                        <a:t>Миграция и интеграция данных</a:t>
                      </a:r>
                      <a:endParaRPr lang="ru-RU" sz="1100" b="0" cap="none" spc="0" dirty="0">
                        <a:ln w="0"/>
                        <a:solidFill>
                          <a:schemeClr val="tx1"/>
                        </a:solidFill>
                        <a:effectLst>
                          <a:outerShdw blurRad="38100" dist="19050" dir="2700000" algn="tl" rotWithShape="0">
                            <a:schemeClr val="dk1">
                              <a:alpha val="40000"/>
                            </a:schemeClr>
                          </a:outerShdw>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487014602"/>
                  </a:ext>
                </a:extLst>
              </a:tr>
              <a:tr h="382965">
                <a:tc>
                  <a:txBody>
                    <a:bodyPr/>
                    <a:lstStyle/>
                    <a:p>
                      <a:pPr algn="r"/>
                      <a:r>
                        <a:rPr lang="ru-RU" sz="1050" b="0" u="none" strike="noStrike" cap="none" spc="0" dirty="0">
                          <a:ln w="0"/>
                          <a:solidFill>
                            <a:schemeClr val="tx1"/>
                          </a:solidFill>
                          <a:effectLst>
                            <a:outerShdw blurRad="38100" dist="19050" dir="2700000" algn="tl" rotWithShape="0">
                              <a:schemeClr val="dk1">
                                <a:alpha val="40000"/>
                              </a:schemeClr>
                            </a:outerShdw>
                          </a:effectLst>
                          <a:sym typeface="Arial"/>
                        </a:rPr>
                        <a:t>Пилотное внедрение и обучение</a:t>
                      </a:r>
                      <a:endParaRPr lang="ru-RU" sz="1050" b="0" cap="none" spc="0" dirty="0">
                        <a:ln w="0"/>
                        <a:solidFill>
                          <a:schemeClr val="tx1"/>
                        </a:solidFill>
                        <a:effectLst>
                          <a:outerShdw blurRad="38100" dist="19050" dir="2700000" algn="tl" rotWithShape="0">
                            <a:schemeClr val="dk1">
                              <a:alpha val="40000"/>
                            </a:schemeClr>
                          </a:outerShdw>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10000"/>
                        <a:lumOff val="90000"/>
                      </a:schemeClr>
                    </a:solidFill>
                  </a:tcPr>
                </a:tc>
                <a:extLst>
                  <a:ext uri="{0D108BD9-81ED-4DB2-BD59-A6C34878D82A}">
                    <a16:rowId xmlns:a16="http://schemas.microsoft.com/office/drawing/2014/main" val="888123534"/>
                  </a:ext>
                </a:extLst>
              </a:tr>
              <a:tr h="382965">
                <a:tc>
                  <a:txBody>
                    <a:bodyPr/>
                    <a:lstStyle/>
                    <a:p>
                      <a:pPr algn="r"/>
                      <a:r>
                        <a:rPr lang="ru-RU" sz="1100" b="0" u="none" strike="noStrike" cap="none" spc="0" dirty="0">
                          <a:ln w="0"/>
                          <a:solidFill>
                            <a:schemeClr val="tx1"/>
                          </a:solidFill>
                          <a:effectLst>
                            <a:outerShdw blurRad="38100" dist="19050" dir="2700000" algn="tl" rotWithShape="0">
                              <a:schemeClr val="dk1">
                                <a:alpha val="40000"/>
                              </a:schemeClr>
                            </a:outerShdw>
                          </a:effectLst>
                          <a:sym typeface="Arial"/>
                        </a:rPr>
                        <a:t>Оценка эффективности и отчет</a:t>
                      </a:r>
                      <a:endParaRPr lang="ru-RU" sz="1100" b="0" cap="none" spc="0" dirty="0">
                        <a:ln w="0"/>
                        <a:solidFill>
                          <a:schemeClr val="tx1"/>
                        </a:solidFill>
                        <a:effectLst>
                          <a:outerShdw blurRad="38100" dist="19050" dir="2700000" algn="tl" rotWithShape="0">
                            <a:schemeClr val="dk1">
                              <a:alpha val="40000"/>
                            </a:schemeClr>
                          </a:outerShdw>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10000"/>
                        <a:lumOff val="90000"/>
                      </a:schemeClr>
                    </a:solidFill>
                  </a:tcPr>
                </a:tc>
                <a:extLst>
                  <a:ext uri="{0D108BD9-81ED-4DB2-BD59-A6C34878D82A}">
                    <a16:rowId xmlns:a16="http://schemas.microsoft.com/office/drawing/2014/main" val="2189355063"/>
                  </a:ext>
                </a:extLst>
              </a:tr>
            </a:tbl>
          </a:graphicData>
        </a:graphic>
      </p:graphicFrame>
      <p:sp>
        <p:nvSpPr>
          <p:cNvPr id="6" name="Прямоугольник: скругленные углы 5">
            <a:extLst>
              <a:ext uri="{FF2B5EF4-FFF2-40B4-BE49-F238E27FC236}">
                <a16:creationId xmlns:a16="http://schemas.microsoft.com/office/drawing/2014/main" id="{DBBFDD2B-A707-CC52-ABEF-EC2D195AD774}"/>
              </a:ext>
            </a:extLst>
          </p:cNvPr>
          <p:cNvSpPr/>
          <p:nvPr/>
        </p:nvSpPr>
        <p:spPr>
          <a:xfrm>
            <a:off x="3099816" y="2355625"/>
            <a:ext cx="1463040" cy="210312"/>
          </a:xfrm>
          <a:prstGeom prst="roundRect">
            <a:avLst/>
          </a:prstGeom>
          <a:solidFill>
            <a:srgbClr val="FFE7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7" name="Прямоугольник: скругленные углы 6">
            <a:extLst>
              <a:ext uri="{FF2B5EF4-FFF2-40B4-BE49-F238E27FC236}">
                <a16:creationId xmlns:a16="http://schemas.microsoft.com/office/drawing/2014/main" id="{078D570B-1AB0-E094-2B0B-F4F1441A9D8F}"/>
              </a:ext>
            </a:extLst>
          </p:cNvPr>
          <p:cNvSpPr/>
          <p:nvPr/>
        </p:nvSpPr>
        <p:spPr>
          <a:xfrm>
            <a:off x="4659684" y="2792535"/>
            <a:ext cx="1042416" cy="188408"/>
          </a:xfrm>
          <a:prstGeom prst="roundRect">
            <a:avLst/>
          </a:prstGeom>
          <a:solidFill>
            <a:srgbClr val="FFE7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8" name="Прямоугольник: скругленные углы 7">
            <a:extLst>
              <a:ext uri="{FF2B5EF4-FFF2-40B4-BE49-F238E27FC236}">
                <a16:creationId xmlns:a16="http://schemas.microsoft.com/office/drawing/2014/main" id="{49C4FBA1-F0DE-6CD4-BAA8-26DCF8D233C7}"/>
              </a:ext>
            </a:extLst>
          </p:cNvPr>
          <p:cNvSpPr/>
          <p:nvPr/>
        </p:nvSpPr>
        <p:spPr>
          <a:xfrm>
            <a:off x="5266944" y="3163824"/>
            <a:ext cx="2404872" cy="188408"/>
          </a:xfrm>
          <a:prstGeom prst="roundRect">
            <a:avLst/>
          </a:prstGeom>
          <a:solidFill>
            <a:srgbClr val="FFCF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9" name="Прямоугольник: скругленные углы 8">
            <a:extLst>
              <a:ext uri="{FF2B5EF4-FFF2-40B4-BE49-F238E27FC236}">
                <a16:creationId xmlns:a16="http://schemas.microsoft.com/office/drawing/2014/main" id="{480BDBBE-C28C-21FD-5C33-3F500060A5BD}"/>
              </a:ext>
            </a:extLst>
          </p:cNvPr>
          <p:cNvSpPr/>
          <p:nvPr/>
        </p:nvSpPr>
        <p:spPr>
          <a:xfrm>
            <a:off x="7837968" y="3544514"/>
            <a:ext cx="941832" cy="210312"/>
          </a:xfrm>
          <a:prstGeom prst="roundRect">
            <a:avLst/>
          </a:prstGeom>
          <a:solidFill>
            <a:srgbClr val="FFCF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0" name="Прямоугольник: скругленные углы 9">
            <a:extLst>
              <a:ext uri="{FF2B5EF4-FFF2-40B4-BE49-F238E27FC236}">
                <a16:creationId xmlns:a16="http://schemas.microsoft.com/office/drawing/2014/main" id="{70B7501B-C9FC-165B-219B-0EE81BD2C91E}"/>
              </a:ext>
            </a:extLst>
          </p:cNvPr>
          <p:cNvSpPr/>
          <p:nvPr/>
        </p:nvSpPr>
        <p:spPr>
          <a:xfrm>
            <a:off x="8094000" y="3907388"/>
            <a:ext cx="1598640" cy="210312"/>
          </a:xfrm>
          <a:prstGeom prst="roundRect">
            <a:avLst/>
          </a:prstGeom>
          <a:solidFill>
            <a:srgbClr val="FFB7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1" name="Прямоугольник: скругленные углы 10">
            <a:extLst>
              <a:ext uri="{FF2B5EF4-FFF2-40B4-BE49-F238E27FC236}">
                <a16:creationId xmlns:a16="http://schemas.microsoft.com/office/drawing/2014/main" id="{6C05B7F7-D7DD-33D5-218E-23E78E58E274}"/>
              </a:ext>
            </a:extLst>
          </p:cNvPr>
          <p:cNvSpPr/>
          <p:nvPr/>
        </p:nvSpPr>
        <p:spPr>
          <a:xfrm>
            <a:off x="8190012" y="4281112"/>
            <a:ext cx="2380452" cy="210312"/>
          </a:xfrm>
          <a:prstGeom prst="roundRect">
            <a:avLst/>
          </a:prstGeom>
          <a:solidFill>
            <a:srgbClr val="FFB7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2" name="Прямоугольник: скругленные углы 11">
            <a:extLst>
              <a:ext uri="{FF2B5EF4-FFF2-40B4-BE49-F238E27FC236}">
                <a16:creationId xmlns:a16="http://schemas.microsoft.com/office/drawing/2014/main" id="{2F838A45-AABC-C63B-1A25-4E30A21642A3}"/>
              </a:ext>
            </a:extLst>
          </p:cNvPr>
          <p:cNvSpPr/>
          <p:nvPr/>
        </p:nvSpPr>
        <p:spPr>
          <a:xfrm>
            <a:off x="8893320" y="4715806"/>
            <a:ext cx="941832" cy="210312"/>
          </a:xfrm>
          <a:prstGeom prst="roundRect">
            <a:avLst/>
          </a:prstGeom>
          <a:solidFill>
            <a:srgbClr val="FFB7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3" name="Прямоугольник: скругленные углы 12">
            <a:extLst>
              <a:ext uri="{FF2B5EF4-FFF2-40B4-BE49-F238E27FC236}">
                <a16:creationId xmlns:a16="http://schemas.microsoft.com/office/drawing/2014/main" id="{A8E61A99-0BCE-C86E-3BC1-EDF89CF0A86A}"/>
              </a:ext>
            </a:extLst>
          </p:cNvPr>
          <p:cNvSpPr/>
          <p:nvPr/>
        </p:nvSpPr>
        <p:spPr>
          <a:xfrm>
            <a:off x="9867936" y="5068346"/>
            <a:ext cx="941832" cy="210312"/>
          </a:xfrm>
          <a:prstGeom prst="roundRect">
            <a:avLst/>
          </a:prstGeom>
          <a:solidFill>
            <a:srgbClr val="EAD7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4" name="Прямоугольник: скругленные углы 13">
            <a:extLst>
              <a:ext uri="{FF2B5EF4-FFF2-40B4-BE49-F238E27FC236}">
                <a16:creationId xmlns:a16="http://schemas.microsoft.com/office/drawing/2014/main" id="{8DA6B758-DBB9-30DB-102A-C41F498E738B}"/>
              </a:ext>
            </a:extLst>
          </p:cNvPr>
          <p:cNvSpPr/>
          <p:nvPr/>
        </p:nvSpPr>
        <p:spPr>
          <a:xfrm>
            <a:off x="11010936" y="5440971"/>
            <a:ext cx="941832" cy="210312"/>
          </a:xfrm>
          <a:prstGeom prst="roundRect">
            <a:avLst/>
          </a:prstGeom>
          <a:solidFill>
            <a:srgbClr val="EAD7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6" name="TextBox 15">
            <a:extLst>
              <a:ext uri="{FF2B5EF4-FFF2-40B4-BE49-F238E27FC236}">
                <a16:creationId xmlns:a16="http://schemas.microsoft.com/office/drawing/2014/main" id="{FF49978E-EDDE-CBC8-D299-CE227B412C3B}"/>
              </a:ext>
            </a:extLst>
          </p:cNvPr>
          <p:cNvSpPr txBox="1"/>
          <p:nvPr/>
        </p:nvSpPr>
        <p:spPr>
          <a:xfrm>
            <a:off x="2798844" y="271587"/>
            <a:ext cx="7771620" cy="369332"/>
          </a:xfrm>
          <a:prstGeom prst="rect">
            <a:avLst/>
          </a:prstGeom>
          <a:noFill/>
        </p:spPr>
        <p:txBody>
          <a:bodyPr wrap="square">
            <a:spAutoFit/>
          </a:bodyPr>
          <a:lstStyle/>
          <a:p>
            <a:pPr algn="l">
              <a:spcAft>
                <a:spcPts val="1029"/>
              </a:spcAft>
            </a:pPr>
            <a:r>
              <a:rPr lang="ru-RU" b="1" i="0" dirty="0">
                <a:ln w="0"/>
                <a:effectLst>
                  <a:outerShdw blurRad="38100" dist="19050" dir="2700000" algn="tl" rotWithShape="0">
                    <a:schemeClr val="dk1">
                      <a:alpha val="40000"/>
                    </a:schemeClr>
                  </a:outerShdw>
                </a:effectLst>
                <a:latin typeface="DeepSeek-CJK-patch"/>
              </a:rPr>
              <a:t>Диаграмма </a:t>
            </a:r>
            <a:r>
              <a:rPr lang="ru-RU" b="1" i="0" dirty="0" err="1">
                <a:ln w="0"/>
                <a:effectLst>
                  <a:outerShdw blurRad="38100" dist="19050" dir="2700000" algn="tl" rotWithShape="0">
                    <a:schemeClr val="dk1">
                      <a:alpha val="40000"/>
                    </a:schemeClr>
                  </a:outerShdw>
                </a:effectLst>
                <a:latin typeface="DeepSeek-CJK-patch"/>
              </a:rPr>
              <a:t>Ганта</a:t>
            </a:r>
            <a:r>
              <a:rPr lang="ru-RU" b="1" i="0" dirty="0">
                <a:ln w="0"/>
                <a:effectLst>
                  <a:outerShdw blurRad="38100" dist="19050" dir="2700000" algn="tl" rotWithShape="0">
                    <a:schemeClr val="dk1">
                      <a:alpha val="40000"/>
                    </a:schemeClr>
                  </a:outerShdw>
                </a:effectLst>
                <a:latin typeface="DeepSeek-CJK-patch"/>
              </a:rPr>
              <a:t> проекта HRM для </a:t>
            </a:r>
            <a:r>
              <a:rPr lang="ru-RU" b="1" i="0" dirty="0" err="1">
                <a:ln w="0"/>
                <a:effectLst>
                  <a:outerShdw blurRad="38100" dist="19050" dir="2700000" algn="tl" rotWithShape="0">
                    <a:schemeClr val="dk1">
                      <a:alpha val="40000"/>
                    </a:schemeClr>
                  </a:outerShdw>
                </a:effectLst>
                <a:latin typeface="DeepSeek-CJK-patch"/>
              </a:rPr>
              <a:t>Vinamilk</a:t>
            </a:r>
            <a:r>
              <a:rPr lang="ru-RU" b="1" i="0" dirty="0">
                <a:ln w="0"/>
                <a:effectLst>
                  <a:outerShdw blurRad="38100" dist="19050" dir="2700000" algn="tl" rotWithShape="0">
                    <a:schemeClr val="dk1">
                      <a:alpha val="40000"/>
                    </a:schemeClr>
                  </a:outerShdw>
                </a:effectLst>
                <a:latin typeface="DeepSeek-CJK-patch"/>
              </a:rPr>
              <a:t> (18.03.2025 – 26.05.2025)</a:t>
            </a:r>
          </a:p>
        </p:txBody>
      </p:sp>
    </p:spTree>
    <p:extLst>
      <p:ext uri="{BB962C8B-B14F-4D97-AF65-F5344CB8AC3E}">
        <p14:creationId xmlns:p14="http://schemas.microsoft.com/office/powerpoint/2010/main" val="16851086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a:extLst>
              <a:ext uri="{FF2B5EF4-FFF2-40B4-BE49-F238E27FC236}">
                <a16:creationId xmlns:a16="http://schemas.microsoft.com/office/drawing/2014/main" id="{6DCCB70D-8276-730C-E313-35C4C67F37D3}"/>
              </a:ext>
            </a:extLst>
          </p:cNvPr>
          <p:cNvGraphicFramePr>
            <a:graphicFrameLocks noGrp="1"/>
          </p:cNvGraphicFramePr>
          <p:nvPr>
            <p:extLst>
              <p:ext uri="{D42A27DB-BD31-4B8C-83A1-F6EECF244321}">
                <p14:modId xmlns:p14="http://schemas.microsoft.com/office/powerpoint/2010/main" val="358761410"/>
              </p:ext>
            </p:extLst>
          </p:nvPr>
        </p:nvGraphicFramePr>
        <p:xfrm>
          <a:off x="504931" y="923544"/>
          <a:ext cx="5591069" cy="4663440"/>
        </p:xfrm>
        <a:graphic>
          <a:graphicData uri="http://schemas.openxmlformats.org/drawingml/2006/table">
            <a:tbl>
              <a:tblPr firstRow="1" bandRow="1">
                <a:tableStyleId>{2D5ABB26-0587-4C30-8999-92F81FD0307C}</a:tableStyleId>
              </a:tblPr>
              <a:tblGrid>
                <a:gridCol w="2764697">
                  <a:extLst>
                    <a:ext uri="{9D8B030D-6E8A-4147-A177-3AD203B41FA5}">
                      <a16:colId xmlns:a16="http://schemas.microsoft.com/office/drawing/2014/main" val="546039362"/>
                    </a:ext>
                  </a:extLst>
                </a:gridCol>
                <a:gridCol w="1413186">
                  <a:extLst>
                    <a:ext uri="{9D8B030D-6E8A-4147-A177-3AD203B41FA5}">
                      <a16:colId xmlns:a16="http://schemas.microsoft.com/office/drawing/2014/main" val="2156233316"/>
                    </a:ext>
                  </a:extLst>
                </a:gridCol>
                <a:gridCol w="1413186">
                  <a:extLst>
                    <a:ext uri="{9D8B030D-6E8A-4147-A177-3AD203B41FA5}">
                      <a16:colId xmlns:a16="http://schemas.microsoft.com/office/drawing/2014/main" val="1159167912"/>
                    </a:ext>
                  </a:extLst>
                </a:gridCol>
              </a:tblGrid>
              <a:tr h="382965">
                <a:tc>
                  <a:txBody>
                    <a:bodyPr/>
                    <a:lstStyle/>
                    <a:p>
                      <a:pPr algn="l"/>
                      <a:r>
                        <a:rPr lang="ru-RU" sz="1400" b="0" u="none" strike="noStrike" cap="none" spc="0" dirty="0">
                          <a:ln w="0"/>
                          <a:solidFill>
                            <a:schemeClr val="tx1"/>
                          </a:solidFill>
                          <a:effectLst>
                            <a:outerShdw blurRad="38100" dist="19050" dir="2700000" algn="tl" rotWithShape="0">
                              <a:schemeClr val="dk1">
                                <a:alpha val="40000"/>
                              </a:schemeClr>
                            </a:outerShdw>
                          </a:effectLst>
                          <a:sym typeface="Arial"/>
                        </a:rPr>
                        <a:t>Планирование проекта</a:t>
                      </a:r>
                      <a:endParaRPr lang="ru-RU" sz="1400" b="0" cap="none" spc="0" dirty="0">
                        <a:ln w="0"/>
                        <a:solidFill>
                          <a:schemeClr val="tx1"/>
                        </a:solidFill>
                        <a:effectLst>
                          <a:outerShdw blurRad="38100" dist="19050" dir="2700000" algn="tl" rotWithShape="0">
                            <a:schemeClr val="dk1">
                              <a:alpha val="40000"/>
                            </a:schemeClr>
                          </a:outerShdw>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l"/>
                      <a:r>
                        <a:rPr lang="ru-RU" sz="1400" b="0" cap="none" spc="0" dirty="0">
                          <a:ln w="0"/>
                          <a:solidFill>
                            <a:schemeClr val="tx1"/>
                          </a:solidFill>
                          <a:effectLst>
                            <a:outerShdw blurRad="38100" dist="19050" dir="2700000" algn="tl" rotWithShape="0">
                              <a:schemeClr val="dk1">
                                <a:alpha val="40000"/>
                              </a:schemeClr>
                            </a:outerShdw>
                          </a:effectLst>
                        </a:rPr>
                        <a:t>Руководство проекта</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l"/>
                      <a:r>
                        <a:rPr lang="vi-VN" sz="1400" dirty="0"/>
                        <a:t>100%</a:t>
                      </a:r>
                      <a:endParaRPr lang="ru-RU"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814176170"/>
                  </a:ext>
                </a:extLst>
              </a:tr>
              <a:tr h="382965">
                <a:tc>
                  <a:txBody>
                    <a:bodyPr/>
                    <a:lstStyle/>
                    <a:p>
                      <a:pPr algn="l"/>
                      <a:r>
                        <a:rPr lang="ru-RU" sz="1400" b="0" cap="none" spc="0" dirty="0">
                          <a:ln w="0"/>
                          <a:solidFill>
                            <a:schemeClr val="tx1"/>
                          </a:solidFill>
                          <a:effectLst>
                            <a:outerShdw blurRad="38100" dist="19050" dir="2700000" algn="tl" rotWithShape="0">
                              <a:schemeClr val="dk1">
                                <a:alpha val="40000"/>
                              </a:schemeClr>
                            </a:outerShdw>
                          </a:effectLst>
                        </a:rPr>
                        <a:t>Анализ рынка и </a:t>
                      </a:r>
                      <a:r>
                        <a:rPr lang="en-US" sz="1400" b="0" cap="none" spc="0" dirty="0">
                          <a:ln w="0"/>
                          <a:solidFill>
                            <a:schemeClr val="tx1"/>
                          </a:solidFill>
                          <a:effectLst>
                            <a:outerShdw blurRad="38100" dist="19050" dir="2700000" algn="tl" rotWithShape="0">
                              <a:schemeClr val="dk1">
                                <a:alpha val="40000"/>
                              </a:schemeClr>
                            </a:outerShdw>
                          </a:effectLst>
                        </a:rPr>
                        <a:t>SWOT</a:t>
                      </a:r>
                      <a:endParaRPr lang="ru-RU" sz="1400" b="0" cap="none" spc="0" dirty="0">
                        <a:ln w="0"/>
                        <a:solidFill>
                          <a:schemeClr val="tx1"/>
                        </a:solidFill>
                        <a:effectLst>
                          <a:outerShdw blurRad="38100" dist="19050" dir="2700000" algn="tl" rotWithShape="0">
                            <a:schemeClr val="dk1">
                              <a:alpha val="40000"/>
                            </a:schemeClr>
                          </a:outerShdw>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l"/>
                      <a:r>
                        <a:rPr lang="ru-RU" sz="1400" b="0" i="0" u="none" strike="noStrike" cap="none" spc="0" dirty="0">
                          <a:ln w="0"/>
                          <a:solidFill>
                            <a:schemeClr val="tx1"/>
                          </a:solidFill>
                          <a:effectLst>
                            <a:outerShdw blurRad="38100" dist="19050" dir="2700000" algn="tl" rotWithShape="0">
                              <a:schemeClr val="dk1">
                                <a:alpha val="40000"/>
                              </a:schemeClr>
                            </a:outerShdw>
                          </a:effectLst>
                          <a:latin typeface="+mn-lt"/>
                          <a:ea typeface="+mn-ea"/>
                          <a:cs typeface="+mn-cs"/>
                          <a:sym typeface="Arial"/>
                        </a:rPr>
                        <a:t>Аналитическая группа</a:t>
                      </a:r>
                      <a:endParaRPr lang="ru-RU" sz="1400" b="0" cap="none" spc="0" dirty="0">
                        <a:ln w="0"/>
                        <a:solidFill>
                          <a:schemeClr val="tx1"/>
                        </a:solidFill>
                        <a:effectLst>
                          <a:outerShdw blurRad="38100" dist="19050" dir="2700000" algn="tl" rotWithShape="0">
                            <a:schemeClr val="dk1">
                              <a:alpha val="40000"/>
                            </a:schemeClr>
                          </a:outerShdw>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l"/>
                      <a:r>
                        <a:rPr lang="vi-VN" sz="1400" dirty="0"/>
                        <a:t>100%</a:t>
                      </a:r>
                      <a:endParaRPr lang="ru-RU"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171249594"/>
                  </a:ext>
                </a:extLst>
              </a:tr>
              <a:tr h="382965">
                <a:tc>
                  <a:txBody>
                    <a:bodyPr/>
                    <a:lstStyle/>
                    <a:p>
                      <a:pPr algn="l"/>
                      <a:r>
                        <a:rPr lang="ru-RU" sz="1400" b="0" u="none" strike="noStrike" cap="none" spc="0" dirty="0">
                          <a:ln w="0"/>
                          <a:solidFill>
                            <a:schemeClr val="tx1"/>
                          </a:solidFill>
                          <a:effectLst>
                            <a:outerShdw blurRad="38100" dist="19050" dir="2700000" algn="tl" rotWithShape="0">
                              <a:schemeClr val="dk1">
                                <a:alpha val="40000"/>
                              </a:schemeClr>
                            </a:outerShdw>
                          </a:effectLst>
                          <a:sym typeface="Arial"/>
                        </a:rPr>
                        <a:t>Оценка текущей системы (</a:t>
                      </a:r>
                      <a:r>
                        <a:rPr lang="en-US" sz="1400" b="0" u="none" strike="noStrike" cap="none" spc="0" dirty="0">
                          <a:ln w="0"/>
                          <a:solidFill>
                            <a:schemeClr val="tx1"/>
                          </a:solidFill>
                          <a:effectLst>
                            <a:outerShdw blurRad="38100" dist="19050" dir="2700000" algn="tl" rotWithShape="0">
                              <a:schemeClr val="dk1">
                                <a:alpha val="40000"/>
                              </a:schemeClr>
                            </a:outerShdw>
                          </a:effectLst>
                          <a:sym typeface="Arial"/>
                        </a:rPr>
                        <a:t>AS-IS)</a:t>
                      </a:r>
                      <a:endParaRPr lang="ru-RU" sz="1400" b="0" cap="none" spc="0" dirty="0">
                        <a:ln w="0"/>
                        <a:solidFill>
                          <a:schemeClr val="tx1"/>
                        </a:solidFill>
                        <a:effectLst>
                          <a:outerShdw blurRad="38100" dist="19050" dir="2700000" algn="tl" rotWithShape="0">
                            <a:schemeClr val="dk1">
                              <a:alpha val="40000"/>
                            </a:schemeClr>
                          </a:outerShdw>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l"/>
                      <a:r>
                        <a:rPr lang="ru-RU" sz="1400" b="0" i="0" u="none" strike="noStrike" cap="none" spc="0" dirty="0">
                          <a:ln w="0"/>
                          <a:solidFill>
                            <a:schemeClr val="tx1"/>
                          </a:solidFill>
                          <a:effectLst>
                            <a:outerShdw blurRad="38100" dist="19050" dir="2700000" algn="tl" rotWithShape="0">
                              <a:schemeClr val="dk1">
                                <a:alpha val="40000"/>
                              </a:schemeClr>
                            </a:outerShdw>
                          </a:effectLst>
                          <a:latin typeface="+mn-lt"/>
                          <a:ea typeface="+mn-ea"/>
                          <a:cs typeface="+mn-cs"/>
                          <a:sym typeface="Arial"/>
                        </a:rPr>
                        <a:t>Группа по процессам</a:t>
                      </a:r>
                      <a:endParaRPr lang="ru-RU" sz="1400" b="0" cap="none" spc="0" dirty="0">
                        <a:ln w="0"/>
                        <a:solidFill>
                          <a:schemeClr val="tx1"/>
                        </a:solidFill>
                        <a:effectLst>
                          <a:outerShdw blurRad="38100" dist="19050" dir="2700000" algn="tl" rotWithShape="0">
                            <a:schemeClr val="dk1">
                              <a:alpha val="40000"/>
                            </a:schemeClr>
                          </a:outerShdw>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l"/>
                      <a:r>
                        <a:rPr lang="vi-VN" sz="1400" dirty="0"/>
                        <a:t>100%</a:t>
                      </a:r>
                      <a:endParaRPr lang="ru-RU"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3919692562"/>
                  </a:ext>
                </a:extLst>
              </a:tr>
              <a:tr h="382965">
                <a:tc>
                  <a:txBody>
                    <a:bodyPr/>
                    <a:lstStyle/>
                    <a:p>
                      <a:pPr algn="l"/>
                      <a:r>
                        <a:rPr lang="ru-RU" sz="1400" b="0" u="none" strike="noStrike" cap="none" spc="0" dirty="0">
                          <a:ln w="0"/>
                          <a:solidFill>
                            <a:schemeClr val="tx1"/>
                          </a:solidFill>
                          <a:effectLst>
                            <a:outerShdw blurRad="38100" dist="19050" dir="2700000" algn="tl" rotWithShape="0">
                              <a:schemeClr val="dk1">
                                <a:alpha val="40000"/>
                              </a:schemeClr>
                            </a:outerShdw>
                          </a:effectLst>
                          <a:sym typeface="Arial"/>
                        </a:rPr>
                        <a:t>Проектирование архитектуры (</a:t>
                      </a:r>
                      <a:r>
                        <a:rPr lang="en-US" sz="1400" b="0" u="none" strike="noStrike" cap="none" spc="0" dirty="0">
                          <a:ln w="0"/>
                          <a:solidFill>
                            <a:schemeClr val="tx1"/>
                          </a:solidFill>
                          <a:effectLst>
                            <a:outerShdw blurRad="38100" dist="19050" dir="2700000" algn="tl" rotWithShape="0">
                              <a:schemeClr val="dk1">
                                <a:alpha val="40000"/>
                              </a:schemeClr>
                            </a:outerShdw>
                          </a:effectLst>
                          <a:sym typeface="Arial"/>
                        </a:rPr>
                        <a:t>TOGAF)</a:t>
                      </a:r>
                      <a:endParaRPr lang="ru-RU" sz="1400" b="0" cap="none" spc="0" dirty="0">
                        <a:ln w="0"/>
                        <a:solidFill>
                          <a:schemeClr val="tx1"/>
                        </a:solidFill>
                        <a:effectLst>
                          <a:outerShdw blurRad="38100" dist="19050" dir="2700000" algn="tl" rotWithShape="0">
                            <a:schemeClr val="dk1">
                              <a:alpha val="40000"/>
                            </a:schemeClr>
                          </a:outerShdw>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l"/>
                      <a:r>
                        <a:rPr lang="ru-RU" sz="1400" b="0" i="0" u="none" strike="noStrike" cap="none" spc="0" dirty="0">
                          <a:ln w="0"/>
                          <a:solidFill>
                            <a:schemeClr val="tx1"/>
                          </a:solidFill>
                          <a:effectLst>
                            <a:outerShdw blurRad="38100" dist="19050" dir="2700000" algn="tl" rotWithShape="0">
                              <a:schemeClr val="dk1">
                                <a:alpha val="40000"/>
                              </a:schemeClr>
                            </a:outerShdw>
                          </a:effectLst>
                          <a:latin typeface="+mn-lt"/>
                          <a:ea typeface="+mn-ea"/>
                          <a:cs typeface="+mn-cs"/>
                          <a:sym typeface="Arial"/>
                        </a:rPr>
                        <a:t>Архитектурная группа</a:t>
                      </a:r>
                      <a:endParaRPr lang="ru-RU" sz="1400" b="0" cap="none" spc="0" dirty="0">
                        <a:ln w="0"/>
                        <a:solidFill>
                          <a:schemeClr val="tx1"/>
                        </a:solidFill>
                        <a:effectLst>
                          <a:outerShdw blurRad="38100" dist="19050" dir="2700000" algn="tl" rotWithShape="0">
                            <a:schemeClr val="dk1">
                              <a:alpha val="40000"/>
                            </a:schemeClr>
                          </a:outerShdw>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l"/>
                      <a:r>
                        <a:rPr lang="vi-VN" sz="1400" dirty="0"/>
                        <a:t>100%</a:t>
                      </a:r>
                      <a:endParaRPr lang="ru-RU"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780117873"/>
                  </a:ext>
                </a:extLst>
              </a:tr>
              <a:tr h="382965">
                <a:tc>
                  <a:txBody>
                    <a:bodyPr/>
                    <a:lstStyle/>
                    <a:p>
                      <a:pPr algn="l"/>
                      <a:r>
                        <a:rPr lang="ru-RU" sz="1400" b="0" u="none" strike="noStrike" cap="none" spc="0" dirty="0">
                          <a:ln w="0"/>
                          <a:solidFill>
                            <a:schemeClr val="tx1"/>
                          </a:solidFill>
                          <a:effectLst>
                            <a:outerShdw blurRad="38100" dist="19050" dir="2700000" algn="tl" rotWithShape="0">
                              <a:schemeClr val="dk1">
                                <a:alpha val="40000"/>
                              </a:schemeClr>
                            </a:outerShdw>
                          </a:effectLst>
                          <a:sym typeface="Arial"/>
                        </a:rPr>
                        <a:t>Сравнение и выбор </a:t>
                      </a:r>
                      <a:r>
                        <a:rPr lang="en-US" sz="1400" b="0" u="none" strike="noStrike" cap="none" spc="0" dirty="0">
                          <a:ln w="0"/>
                          <a:solidFill>
                            <a:schemeClr val="tx1"/>
                          </a:solidFill>
                          <a:effectLst>
                            <a:outerShdw blurRad="38100" dist="19050" dir="2700000" algn="tl" rotWithShape="0">
                              <a:schemeClr val="dk1">
                                <a:alpha val="40000"/>
                              </a:schemeClr>
                            </a:outerShdw>
                          </a:effectLst>
                          <a:sym typeface="Arial"/>
                        </a:rPr>
                        <a:t>HRM-</a:t>
                      </a:r>
                      <a:r>
                        <a:rPr lang="ru-RU" sz="1400" b="0" u="none" strike="noStrike" cap="none" spc="0" dirty="0">
                          <a:ln w="0"/>
                          <a:solidFill>
                            <a:schemeClr val="tx1"/>
                          </a:solidFill>
                          <a:effectLst>
                            <a:outerShdw blurRad="38100" dist="19050" dir="2700000" algn="tl" rotWithShape="0">
                              <a:schemeClr val="dk1">
                                <a:alpha val="40000"/>
                              </a:schemeClr>
                            </a:outerShdw>
                          </a:effectLst>
                          <a:sym typeface="Arial"/>
                        </a:rPr>
                        <a:t>решения</a:t>
                      </a:r>
                      <a:endParaRPr lang="ru-RU" sz="1400" b="0" cap="none" spc="0" dirty="0">
                        <a:ln w="0"/>
                        <a:solidFill>
                          <a:schemeClr val="tx1"/>
                        </a:solidFill>
                        <a:effectLst>
                          <a:outerShdw blurRad="38100" dist="19050" dir="2700000" algn="tl" rotWithShape="0">
                            <a:schemeClr val="dk1">
                              <a:alpha val="40000"/>
                            </a:schemeClr>
                          </a:outerShdw>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l"/>
                      <a:r>
                        <a:rPr lang="ru-RU" sz="1400" b="0" i="0" u="none" strike="noStrike" cap="none" spc="0" dirty="0">
                          <a:ln w="0"/>
                          <a:solidFill>
                            <a:schemeClr val="tx1"/>
                          </a:solidFill>
                          <a:effectLst>
                            <a:outerShdw blurRad="38100" dist="19050" dir="2700000" algn="tl" rotWithShape="0">
                              <a:schemeClr val="dk1">
                                <a:alpha val="40000"/>
                              </a:schemeClr>
                            </a:outerShdw>
                          </a:effectLst>
                          <a:latin typeface="+mn-lt"/>
                          <a:ea typeface="+mn-ea"/>
                          <a:cs typeface="+mn-cs"/>
                          <a:sym typeface="Arial"/>
                        </a:rPr>
                        <a:t>Техническая группа</a:t>
                      </a:r>
                      <a:endParaRPr lang="ru-RU" sz="1400" b="0" cap="none" spc="0" dirty="0">
                        <a:ln w="0"/>
                        <a:solidFill>
                          <a:schemeClr val="tx1"/>
                        </a:solidFill>
                        <a:effectLst>
                          <a:outerShdw blurRad="38100" dist="19050" dir="2700000" algn="tl" rotWithShape="0">
                            <a:schemeClr val="dk1">
                              <a:alpha val="40000"/>
                            </a:schemeClr>
                          </a:outerShdw>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l"/>
                      <a:r>
                        <a:rPr lang="vi-VN" sz="1400" dirty="0"/>
                        <a:t>100%</a:t>
                      </a:r>
                      <a:endParaRPr lang="ru-RU"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3050402012"/>
                  </a:ext>
                </a:extLst>
              </a:tr>
              <a:tr h="382965">
                <a:tc>
                  <a:txBody>
                    <a:bodyPr/>
                    <a:lstStyle/>
                    <a:p>
                      <a:pPr algn="l"/>
                      <a:r>
                        <a:rPr lang="ru-RU" sz="1400" b="0" u="none" strike="noStrike" cap="none" spc="0" dirty="0">
                          <a:ln w="0"/>
                          <a:solidFill>
                            <a:schemeClr val="tx1"/>
                          </a:solidFill>
                          <a:effectLst>
                            <a:outerShdw blurRad="38100" dist="19050" dir="2700000" algn="tl" rotWithShape="0">
                              <a:schemeClr val="dk1">
                                <a:alpha val="40000"/>
                              </a:schemeClr>
                            </a:outerShdw>
                          </a:effectLst>
                          <a:sym typeface="Arial"/>
                        </a:rPr>
                        <a:t>Разработка </a:t>
                      </a:r>
                      <a:r>
                        <a:rPr lang="en-US" sz="1400" b="0" u="none" strike="noStrike" cap="none" spc="0" dirty="0">
                          <a:ln w="0"/>
                          <a:solidFill>
                            <a:schemeClr val="tx1"/>
                          </a:solidFill>
                          <a:effectLst>
                            <a:outerShdw blurRad="38100" dist="19050" dir="2700000" algn="tl" rotWithShape="0">
                              <a:schemeClr val="dk1">
                                <a:alpha val="40000"/>
                              </a:schemeClr>
                            </a:outerShdw>
                          </a:effectLst>
                          <a:sym typeface="Arial"/>
                        </a:rPr>
                        <a:t>MVP</a:t>
                      </a:r>
                      <a:endParaRPr lang="ru-RU" sz="1400" b="0" cap="none" spc="0" dirty="0">
                        <a:ln w="0"/>
                        <a:solidFill>
                          <a:schemeClr val="tx1"/>
                        </a:solidFill>
                        <a:effectLst>
                          <a:outerShdw blurRad="38100" dist="19050" dir="2700000" algn="tl" rotWithShape="0">
                            <a:schemeClr val="dk1">
                              <a:alpha val="40000"/>
                            </a:schemeClr>
                          </a:outerShdw>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l"/>
                      <a:r>
                        <a:rPr lang="ru-RU" sz="1400" b="0" i="0" u="none" strike="noStrike" cap="none" spc="0" dirty="0">
                          <a:ln w="0"/>
                          <a:solidFill>
                            <a:schemeClr val="tx1"/>
                          </a:solidFill>
                          <a:effectLst>
                            <a:outerShdw blurRad="38100" dist="19050" dir="2700000" algn="tl" rotWithShape="0">
                              <a:schemeClr val="dk1">
                                <a:alpha val="40000"/>
                              </a:schemeClr>
                            </a:outerShdw>
                          </a:effectLst>
                          <a:latin typeface="+mn-lt"/>
                          <a:ea typeface="+mn-ea"/>
                          <a:cs typeface="+mn-cs"/>
                          <a:sym typeface="Arial"/>
                        </a:rPr>
                        <a:t>Группа разработки</a:t>
                      </a:r>
                      <a:endParaRPr lang="ru-RU" sz="1400" b="0" cap="none" spc="0" dirty="0">
                        <a:ln w="0"/>
                        <a:solidFill>
                          <a:schemeClr val="tx1"/>
                        </a:solidFill>
                        <a:effectLst>
                          <a:outerShdw blurRad="38100" dist="19050" dir="2700000" algn="tl" rotWithShape="0">
                            <a:schemeClr val="dk1">
                              <a:alpha val="40000"/>
                            </a:schemeClr>
                          </a:outerShdw>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l"/>
                      <a:r>
                        <a:rPr lang="vi-VN" sz="1400" dirty="0"/>
                        <a:t>100%</a:t>
                      </a:r>
                      <a:endParaRPr lang="ru-RU"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639511385"/>
                  </a:ext>
                </a:extLst>
              </a:tr>
              <a:tr h="382965">
                <a:tc>
                  <a:txBody>
                    <a:bodyPr/>
                    <a:lstStyle/>
                    <a:p>
                      <a:pPr algn="l"/>
                      <a:r>
                        <a:rPr lang="ru-RU" sz="1400" b="0" u="none" strike="noStrike" cap="none" spc="0" dirty="0">
                          <a:ln w="0"/>
                          <a:solidFill>
                            <a:schemeClr val="tx1"/>
                          </a:solidFill>
                          <a:effectLst>
                            <a:outerShdw blurRad="38100" dist="19050" dir="2700000" algn="tl" rotWithShape="0">
                              <a:schemeClr val="dk1">
                                <a:alpha val="40000"/>
                              </a:schemeClr>
                            </a:outerShdw>
                          </a:effectLst>
                          <a:sym typeface="Arial"/>
                        </a:rPr>
                        <a:t>Миграция и интеграция данных</a:t>
                      </a:r>
                      <a:endParaRPr lang="ru-RU" sz="1400" b="0" cap="none" spc="0" dirty="0">
                        <a:ln w="0"/>
                        <a:solidFill>
                          <a:schemeClr val="tx1"/>
                        </a:solidFill>
                        <a:effectLst>
                          <a:outerShdw blurRad="38100" dist="19050" dir="2700000" algn="tl" rotWithShape="0">
                            <a:schemeClr val="dk1">
                              <a:alpha val="40000"/>
                            </a:schemeClr>
                          </a:outerShdw>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l"/>
                      <a:r>
                        <a:rPr lang="en-US" sz="1400" b="0" i="0" u="none" strike="noStrike" cap="none" spc="0" dirty="0">
                          <a:ln w="0"/>
                          <a:solidFill>
                            <a:schemeClr val="tx1"/>
                          </a:solidFill>
                          <a:effectLst>
                            <a:outerShdw blurRad="38100" dist="19050" dir="2700000" algn="tl" rotWithShape="0">
                              <a:schemeClr val="dk1">
                                <a:alpha val="40000"/>
                              </a:schemeClr>
                            </a:outerShdw>
                          </a:effectLst>
                          <a:latin typeface="+mn-lt"/>
                          <a:ea typeface="+mn-ea"/>
                          <a:cs typeface="+mn-cs"/>
                          <a:sym typeface="Arial"/>
                        </a:rPr>
                        <a:t>IT </a:t>
                      </a:r>
                      <a:r>
                        <a:rPr lang="ru-RU" sz="1400" b="0" i="0" u="none" strike="noStrike" cap="none" spc="0" dirty="0">
                          <a:ln w="0"/>
                          <a:solidFill>
                            <a:schemeClr val="tx1"/>
                          </a:solidFill>
                          <a:effectLst>
                            <a:outerShdw blurRad="38100" dist="19050" dir="2700000" algn="tl" rotWithShape="0">
                              <a:schemeClr val="dk1">
                                <a:alpha val="40000"/>
                              </a:schemeClr>
                            </a:outerShdw>
                          </a:effectLst>
                          <a:latin typeface="+mn-lt"/>
                          <a:ea typeface="+mn-ea"/>
                          <a:cs typeface="+mn-cs"/>
                          <a:sym typeface="Arial"/>
                        </a:rPr>
                        <a:t>и </a:t>
                      </a:r>
                      <a:r>
                        <a:rPr lang="en-US" sz="1400" b="0" i="0" u="none" strike="noStrike" cap="none" spc="0" dirty="0">
                          <a:ln w="0"/>
                          <a:solidFill>
                            <a:schemeClr val="tx1"/>
                          </a:solidFill>
                          <a:effectLst>
                            <a:outerShdw blurRad="38100" dist="19050" dir="2700000" algn="tl" rotWithShape="0">
                              <a:schemeClr val="dk1">
                                <a:alpha val="40000"/>
                              </a:schemeClr>
                            </a:outerShdw>
                          </a:effectLst>
                          <a:latin typeface="+mn-lt"/>
                          <a:ea typeface="+mn-ea"/>
                          <a:cs typeface="+mn-cs"/>
                          <a:sym typeface="Arial"/>
                        </a:rPr>
                        <a:t>HR-</a:t>
                      </a:r>
                      <a:r>
                        <a:rPr lang="ru-RU" sz="1400" b="0" i="0" u="none" strike="noStrike" cap="none" spc="0" dirty="0">
                          <a:ln w="0"/>
                          <a:solidFill>
                            <a:schemeClr val="tx1"/>
                          </a:solidFill>
                          <a:effectLst>
                            <a:outerShdw blurRad="38100" dist="19050" dir="2700000" algn="tl" rotWithShape="0">
                              <a:schemeClr val="dk1">
                                <a:alpha val="40000"/>
                              </a:schemeClr>
                            </a:outerShdw>
                          </a:effectLst>
                          <a:latin typeface="+mn-lt"/>
                          <a:ea typeface="+mn-ea"/>
                          <a:cs typeface="+mn-cs"/>
                          <a:sym typeface="Arial"/>
                        </a:rPr>
                        <a:t>отдел</a:t>
                      </a:r>
                      <a:endParaRPr lang="ru-RU" sz="1400" b="0" cap="none" spc="0" dirty="0">
                        <a:ln w="0"/>
                        <a:solidFill>
                          <a:schemeClr val="tx1"/>
                        </a:solidFill>
                        <a:effectLst>
                          <a:outerShdw blurRad="38100" dist="19050" dir="2700000" algn="tl" rotWithShape="0">
                            <a:schemeClr val="dk1">
                              <a:alpha val="40000"/>
                            </a:schemeClr>
                          </a:outerShdw>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l"/>
                      <a:r>
                        <a:rPr lang="vi-VN" sz="1400" dirty="0"/>
                        <a:t>0%</a:t>
                      </a:r>
                      <a:endParaRPr lang="ru-RU"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4153373595"/>
                  </a:ext>
                </a:extLst>
              </a:tr>
              <a:tr h="382965">
                <a:tc>
                  <a:txBody>
                    <a:bodyPr/>
                    <a:lstStyle/>
                    <a:p>
                      <a:pPr algn="l"/>
                      <a:r>
                        <a:rPr lang="ru-RU" sz="1400" b="0" u="none" strike="noStrike" cap="none" spc="0" dirty="0">
                          <a:ln w="0"/>
                          <a:solidFill>
                            <a:schemeClr val="tx1"/>
                          </a:solidFill>
                          <a:effectLst>
                            <a:outerShdw blurRad="38100" dist="19050" dir="2700000" algn="tl" rotWithShape="0">
                              <a:schemeClr val="dk1">
                                <a:alpha val="40000"/>
                              </a:schemeClr>
                            </a:outerShdw>
                          </a:effectLst>
                          <a:sym typeface="Arial"/>
                        </a:rPr>
                        <a:t>Пилотное внедрение и обучение</a:t>
                      </a:r>
                      <a:endParaRPr lang="ru-RU" sz="1400" b="0" cap="none" spc="0" dirty="0">
                        <a:ln w="0"/>
                        <a:solidFill>
                          <a:schemeClr val="tx1"/>
                        </a:solidFill>
                        <a:effectLst>
                          <a:outerShdw blurRad="38100" dist="19050" dir="2700000" algn="tl" rotWithShape="0">
                            <a:schemeClr val="dk1">
                              <a:alpha val="40000"/>
                            </a:schemeClr>
                          </a:outerShdw>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10000"/>
                        <a:lumOff val="90000"/>
                      </a:schemeClr>
                    </a:solidFill>
                  </a:tcPr>
                </a:tc>
                <a:tc>
                  <a:txBody>
                    <a:bodyPr/>
                    <a:lstStyle/>
                    <a:p>
                      <a:pPr algn="l"/>
                      <a:r>
                        <a:rPr lang="ru-RU" sz="1400" b="0" i="0" u="none" strike="noStrike" cap="none" spc="0" dirty="0">
                          <a:ln w="0"/>
                          <a:solidFill>
                            <a:schemeClr val="tx1"/>
                          </a:solidFill>
                          <a:effectLst>
                            <a:outerShdw blurRad="38100" dist="19050" dir="2700000" algn="tl" rotWithShape="0">
                              <a:schemeClr val="dk1">
                                <a:alpha val="40000"/>
                              </a:schemeClr>
                            </a:outerShdw>
                          </a:effectLst>
                          <a:latin typeface="+mn-lt"/>
                          <a:ea typeface="+mn-ea"/>
                          <a:cs typeface="+mn-cs"/>
                          <a:sym typeface="Arial"/>
                        </a:rPr>
                        <a:t>Группа внедрения</a:t>
                      </a:r>
                      <a:endParaRPr lang="ru-RU" sz="1400" b="0" cap="none" spc="0" dirty="0">
                        <a:ln w="0"/>
                        <a:solidFill>
                          <a:schemeClr val="tx1"/>
                        </a:solidFill>
                        <a:effectLst>
                          <a:outerShdw blurRad="38100" dist="19050" dir="2700000" algn="tl" rotWithShape="0">
                            <a:schemeClr val="dk1">
                              <a:alpha val="40000"/>
                            </a:schemeClr>
                          </a:outerShdw>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10000"/>
                        <a:lumOff val="90000"/>
                      </a:schemeClr>
                    </a:solidFill>
                  </a:tcPr>
                </a:tc>
                <a:tc>
                  <a:txBody>
                    <a:bodyPr/>
                    <a:lstStyle/>
                    <a:p>
                      <a:pPr algn="l"/>
                      <a:r>
                        <a:rPr lang="vi-VN" sz="1400" dirty="0"/>
                        <a:t>0%</a:t>
                      </a:r>
                      <a:endParaRPr lang="ru-RU"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10000"/>
                        <a:lumOff val="90000"/>
                      </a:schemeClr>
                    </a:solidFill>
                  </a:tcPr>
                </a:tc>
                <a:extLst>
                  <a:ext uri="{0D108BD9-81ED-4DB2-BD59-A6C34878D82A}">
                    <a16:rowId xmlns:a16="http://schemas.microsoft.com/office/drawing/2014/main" val="1708630728"/>
                  </a:ext>
                </a:extLst>
              </a:tr>
              <a:tr h="382965">
                <a:tc>
                  <a:txBody>
                    <a:bodyPr/>
                    <a:lstStyle/>
                    <a:p>
                      <a:pPr algn="l"/>
                      <a:r>
                        <a:rPr lang="ru-RU" sz="1400" b="0" u="none" strike="noStrike" cap="none" spc="0" dirty="0">
                          <a:ln w="0"/>
                          <a:solidFill>
                            <a:schemeClr val="tx1"/>
                          </a:solidFill>
                          <a:effectLst>
                            <a:outerShdw blurRad="38100" dist="19050" dir="2700000" algn="tl" rotWithShape="0">
                              <a:schemeClr val="dk1">
                                <a:alpha val="40000"/>
                              </a:schemeClr>
                            </a:outerShdw>
                          </a:effectLst>
                          <a:sym typeface="Arial"/>
                        </a:rPr>
                        <a:t>Оценка эффективности и отчет</a:t>
                      </a:r>
                      <a:endParaRPr lang="ru-RU" sz="1400" b="0" cap="none" spc="0" dirty="0">
                        <a:ln w="0"/>
                        <a:solidFill>
                          <a:schemeClr val="tx1"/>
                        </a:solidFill>
                        <a:effectLst>
                          <a:outerShdw blurRad="38100" dist="19050" dir="2700000" algn="tl" rotWithShape="0">
                            <a:schemeClr val="dk1">
                              <a:alpha val="40000"/>
                            </a:schemeClr>
                          </a:outerShdw>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10000"/>
                        <a:lumOff val="90000"/>
                      </a:schemeClr>
                    </a:solidFill>
                  </a:tcPr>
                </a:tc>
                <a:tc>
                  <a:txBody>
                    <a:bodyPr/>
                    <a:lstStyle/>
                    <a:p>
                      <a:pPr algn="l"/>
                      <a:r>
                        <a:rPr lang="ru-RU" sz="1400" b="0" i="0" u="none" strike="noStrike" cap="none" spc="0" dirty="0">
                          <a:ln w="0"/>
                          <a:solidFill>
                            <a:schemeClr val="tx1"/>
                          </a:solidFill>
                          <a:effectLst>
                            <a:outerShdw blurRad="38100" dist="19050" dir="2700000" algn="tl" rotWithShape="0">
                              <a:schemeClr val="dk1">
                                <a:alpha val="40000"/>
                              </a:schemeClr>
                            </a:outerShdw>
                          </a:effectLst>
                          <a:latin typeface="+mn-lt"/>
                          <a:ea typeface="+mn-ea"/>
                          <a:cs typeface="+mn-cs"/>
                          <a:sym typeface="Arial"/>
                        </a:rPr>
                        <a:t>Руководство и </a:t>
                      </a:r>
                      <a:r>
                        <a:rPr lang="en-US" sz="1400" b="0" i="0" u="none" strike="noStrike" cap="none" spc="0" dirty="0">
                          <a:ln w="0"/>
                          <a:solidFill>
                            <a:schemeClr val="tx1"/>
                          </a:solidFill>
                          <a:effectLst>
                            <a:outerShdw blurRad="38100" dist="19050" dir="2700000" algn="tl" rotWithShape="0">
                              <a:schemeClr val="dk1">
                                <a:alpha val="40000"/>
                              </a:schemeClr>
                            </a:outerShdw>
                          </a:effectLst>
                          <a:latin typeface="+mn-lt"/>
                          <a:ea typeface="+mn-ea"/>
                          <a:cs typeface="+mn-cs"/>
                          <a:sym typeface="Arial"/>
                        </a:rPr>
                        <a:t>HR</a:t>
                      </a:r>
                      <a:endParaRPr lang="ru-RU" sz="1400" b="0" cap="none" spc="0" dirty="0">
                        <a:ln w="0"/>
                        <a:solidFill>
                          <a:schemeClr val="tx1"/>
                        </a:solidFill>
                        <a:effectLst>
                          <a:outerShdw blurRad="38100" dist="19050" dir="2700000" algn="tl" rotWithShape="0">
                            <a:schemeClr val="dk1">
                              <a:alpha val="40000"/>
                            </a:schemeClr>
                          </a:outerShdw>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10000"/>
                        <a:lumOff val="90000"/>
                      </a:schemeClr>
                    </a:solidFill>
                  </a:tcPr>
                </a:tc>
                <a:tc>
                  <a:txBody>
                    <a:bodyPr/>
                    <a:lstStyle/>
                    <a:p>
                      <a:pPr algn="l"/>
                      <a:r>
                        <a:rPr lang="vi-VN" sz="1400" dirty="0"/>
                        <a:t>0%</a:t>
                      </a:r>
                      <a:endParaRPr lang="ru-RU"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10000"/>
                        <a:lumOff val="90000"/>
                      </a:schemeClr>
                    </a:solidFill>
                  </a:tcPr>
                </a:tc>
                <a:extLst>
                  <a:ext uri="{0D108BD9-81ED-4DB2-BD59-A6C34878D82A}">
                    <a16:rowId xmlns:a16="http://schemas.microsoft.com/office/drawing/2014/main" val="4169574455"/>
                  </a:ext>
                </a:extLst>
              </a:tr>
            </a:tbl>
          </a:graphicData>
        </a:graphic>
      </p:graphicFrame>
      <p:sp>
        <p:nvSpPr>
          <p:cNvPr id="5" name="Прямоугольник: скругленные углы 4">
            <a:extLst>
              <a:ext uri="{FF2B5EF4-FFF2-40B4-BE49-F238E27FC236}">
                <a16:creationId xmlns:a16="http://schemas.microsoft.com/office/drawing/2014/main" id="{A6ED8578-D376-CE09-79C7-7DCC5B0AEB5C}"/>
              </a:ext>
            </a:extLst>
          </p:cNvPr>
          <p:cNvSpPr/>
          <p:nvPr/>
        </p:nvSpPr>
        <p:spPr>
          <a:xfrm>
            <a:off x="6885431" y="3438144"/>
            <a:ext cx="4801637" cy="402336"/>
          </a:xfrm>
          <a:prstGeom prst="roundRect">
            <a:avLst/>
          </a:prstGeom>
          <a:solidFill>
            <a:srgbClr val="FFB7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9A907D69-18E0-6426-BC2D-AE209D3DA9B2}"/>
              </a:ext>
            </a:extLst>
          </p:cNvPr>
          <p:cNvSpPr/>
          <p:nvPr/>
        </p:nvSpPr>
        <p:spPr>
          <a:xfrm>
            <a:off x="6885431" y="4544568"/>
            <a:ext cx="4801636" cy="402336"/>
          </a:xfrm>
          <a:prstGeom prst="roundRect">
            <a:avLst/>
          </a:prstGeom>
          <a:solidFill>
            <a:srgbClr val="EAD7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1" name="Группа 10">
            <a:extLst>
              <a:ext uri="{FF2B5EF4-FFF2-40B4-BE49-F238E27FC236}">
                <a16:creationId xmlns:a16="http://schemas.microsoft.com/office/drawing/2014/main" id="{6EC19A33-95BE-C75E-9E71-752B55D550A1}"/>
              </a:ext>
            </a:extLst>
          </p:cNvPr>
          <p:cNvGrpSpPr/>
          <p:nvPr/>
        </p:nvGrpSpPr>
        <p:grpSpPr>
          <a:xfrm>
            <a:off x="6885432" y="1289304"/>
            <a:ext cx="6261354" cy="402336"/>
            <a:chOff x="6885432" y="594360"/>
            <a:chExt cx="6261354" cy="402336"/>
          </a:xfrm>
        </p:grpSpPr>
        <p:sp>
          <p:nvSpPr>
            <p:cNvPr id="3" name="Прямоугольник: скругленные углы 2">
              <a:extLst>
                <a:ext uri="{FF2B5EF4-FFF2-40B4-BE49-F238E27FC236}">
                  <a16:creationId xmlns:a16="http://schemas.microsoft.com/office/drawing/2014/main" id="{40EADAAE-5D99-4B11-9992-A5243BB3E90E}"/>
                </a:ext>
              </a:extLst>
            </p:cNvPr>
            <p:cNvSpPr/>
            <p:nvPr/>
          </p:nvSpPr>
          <p:spPr>
            <a:xfrm>
              <a:off x="6885432" y="594360"/>
              <a:ext cx="4562856" cy="402336"/>
            </a:xfrm>
            <a:prstGeom prst="roundRect">
              <a:avLst/>
            </a:prstGeom>
            <a:solidFill>
              <a:srgbClr val="FFE7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a:extLst>
                <a:ext uri="{FF2B5EF4-FFF2-40B4-BE49-F238E27FC236}">
                  <a16:creationId xmlns:a16="http://schemas.microsoft.com/office/drawing/2014/main" id="{6679346B-94EC-8BD7-7DE0-D27B3F00C549}"/>
                </a:ext>
              </a:extLst>
            </p:cNvPr>
            <p:cNvSpPr txBox="1"/>
            <p:nvPr/>
          </p:nvSpPr>
          <p:spPr>
            <a:xfrm>
              <a:off x="7052310" y="627364"/>
              <a:ext cx="6094476" cy="369332"/>
            </a:xfrm>
            <a:prstGeom prst="rect">
              <a:avLst/>
            </a:prstGeom>
            <a:noFill/>
          </p:spPr>
          <p:txBody>
            <a:bodyPr wrap="square">
              <a:spAutoFit/>
            </a:bodyPr>
            <a:lstStyle/>
            <a:p>
              <a:r>
                <a:rPr lang="ru-RU" i="0" dirty="0">
                  <a:ln w="0"/>
                  <a:effectLst>
                    <a:outerShdw blurRad="38100" dist="19050" dir="2700000" algn="tl" rotWithShape="0">
                      <a:schemeClr val="dk1">
                        <a:alpha val="40000"/>
                      </a:schemeClr>
                    </a:outerShdw>
                  </a:effectLst>
                  <a:latin typeface="DeepSeek-CJK-patch"/>
                </a:rPr>
                <a:t>Подготовка и анализ исходных данных.</a:t>
              </a:r>
              <a:endParaRPr lang="ru-RU" dirty="0">
                <a:ln w="0"/>
                <a:effectLst>
                  <a:outerShdw blurRad="38100" dist="19050" dir="2700000" algn="tl" rotWithShape="0">
                    <a:schemeClr val="dk1">
                      <a:alpha val="40000"/>
                    </a:schemeClr>
                  </a:outerShdw>
                </a:effectLst>
              </a:endParaRPr>
            </a:p>
          </p:txBody>
        </p:sp>
      </p:grpSp>
      <p:grpSp>
        <p:nvGrpSpPr>
          <p:cNvPr id="12" name="Группа 11">
            <a:extLst>
              <a:ext uri="{FF2B5EF4-FFF2-40B4-BE49-F238E27FC236}">
                <a16:creationId xmlns:a16="http://schemas.microsoft.com/office/drawing/2014/main" id="{F135AA6D-9870-2C4E-E0EC-FC4277FBB9CA}"/>
              </a:ext>
            </a:extLst>
          </p:cNvPr>
          <p:cNvGrpSpPr/>
          <p:nvPr/>
        </p:nvGrpSpPr>
        <p:grpSpPr>
          <a:xfrm>
            <a:off x="6885432" y="2075688"/>
            <a:ext cx="4562856" cy="1344168"/>
            <a:chOff x="6885432" y="1911096"/>
            <a:chExt cx="4562856" cy="1344168"/>
          </a:xfrm>
        </p:grpSpPr>
        <p:sp>
          <p:nvSpPr>
            <p:cNvPr id="4" name="Прямоугольник: скругленные углы 3">
              <a:extLst>
                <a:ext uri="{FF2B5EF4-FFF2-40B4-BE49-F238E27FC236}">
                  <a16:creationId xmlns:a16="http://schemas.microsoft.com/office/drawing/2014/main" id="{1600CCFE-122F-A5B5-7A02-A02A9564D040}"/>
                </a:ext>
              </a:extLst>
            </p:cNvPr>
            <p:cNvSpPr/>
            <p:nvPr/>
          </p:nvSpPr>
          <p:spPr>
            <a:xfrm>
              <a:off x="6885432" y="1911096"/>
              <a:ext cx="4562856" cy="722376"/>
            </a:xfrm>
            <a:prstGeom prst="roundRect">
              <a:avLst/>
            </a:prstGeom>
            <a:solidFill>
              <a:srgbClr val="FFCF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0" name="TextBox 9">
              <a:extLst>
                <a:ext uri="{FF2B5EF4-FFF2-40B4-BE49-F238E27FC236}">
                  <a16:creationId xmlns:a16="http://schemas.microsoft.com/office/drawing/2014/main" id="{C637736E-8879-96F1-AE45-FED86767DC03}"/>
                </a:ext>
              </a:extLst>
            </p:cNvPr>
            <p:cNvSpPr txBox="1"/>
            <p:nvPr/>
          </p:nvSpPr>
          <p:spPr>
            <a:xfrm>
              <a:off x="7074408" y="1942084"/>
              <a:ext cx="4373880" cy="1313180"/>
            </a:xfrm>
            <a:prstGeom prst="rect">
              <a:avLst/>
            </a:prstGeom>
            <a:noFill/>
          </p:spPr>
          <p:txBody>
            <a:bodyPr wrap="square">
              <a:spAutoFit/>
            </a:bodyPr>
            <a:lstStyle/>
            <a:p>
              <a:pPr algn="l">
                <a:lnSpc>
                  <a:spcPts val="2143"/>
                </a:lnSpc>
                <a:spcBef>
                  <a:spcPts val="300"/>
                </a:spcBef>
                <a:spcAft>
                  <a:spcPts val="1029"/>
                </a:spcAft>
              </a:pPr>
              <a:r>
                <a:rPr lang="ru-RU" i="0" dirty="0">
                  <a:ln w="0"/>
                  <a:effectLst>
                    <a:outerShdw blurRad="38100" dist="19050" dir="2700000" algn="tl" rotWithShape="0">
                      <a:schemeClr val="dk1">
                        <a:alpha val="40000"/>
                      </a:schemeClr>
                    </a:outerShdw>
                  </a:effectLst>
                  <a:latin typeface="DeepSeek-CJK-patch"/>
                </a:rPr>
                <a:t>Диагностика текущего состояния → Проектирование решения.</a:t>
              </a:r>
            </a:p>
            <a:p>
              <a:pPr>
                <a:buNone/>
              </a:pPr>
              <a:br>
                <a:rPr lang="ru-RU" dirty="0"/>
              </a:br>
              <a:endParaRPr lang="ru-RU" dirty="0"/>
            </a:p>
          </p:txBody>
        </p:sp>
      </p:grpSp>
      <p:sp>
        <p:nvSpPr>
          <p:cNvPr id="14" name="TextBox 13">
            <a:extLst>
              <a:ext uri="{FF2B5EF4-FFF2-40B4-BE49-F238E27FC236}">
                <a16:creationId xmlns:a16="http://schemas.microsoft.com/office/drawing/2014/main" id="{85E31E6B-AF97-ACF6-D266-81D08AC51CCE}"/>
              </a:ext>
            </a:extLst>
          </p:cNvPr>
          <p:cNvSpPr txBox="1"/>
          <p:nvPr/>
        </p:nvSpPr>
        <p:spPr>
          <a:xfrm>
            <a:off x="6885431" y="3454646"/>
            <a:ext cx="4873753" cy="369332"/>
          </a:xfrm>
          <a:prstGeom prst="rect">
            <a:avLst/>
          </a:prstGeom>
          <a:noFill/>
        </p:spPr>
        <p:txBody>
          <a:bodyPr wrap="square">
            <a:spAutoFit/>
          </a:bodyPr>
          <a:lstStyle/>
          <a:p>
            <a:r>
              <a:rPr lang="ru-RU" i="0" dirty="0">
                <a:ln w="0"/>
                <a:effectLst>
                  <a:outerShdw blurRad="38100" dist="19050" dir="2700000" algn="tl" rotWithShape="0">
                    <a:schemeClr val="dk1">
                      <a:alpha val="40000"/>
                    </a:schemeClr>
                  </a:outerShdw>
                </a:effectLst>
                <a:latin typeface="DeepSeek-CJK-patch"/>
              </a:rPr>
              <a:t>Выбор технологии → Разработка и интеграция</a:t>
            </a:r>
            <a:r>
              <a:rPr lang="ru-RU" b="0" i="0" dirty="0">
                <a:effectLst/>
                <a:latin typeface="DeepSeek-CJK-patch"/>
              </a:rPr>
              <a:t>.</a:t>
            </a:r>
            <a:endParaRPr lang="ru-RU" dirty="0"/>
          </a:p>
        </p:txBody>
      </p:sp>
      <p:sp>
        <p:nvSpPr>
          <p:cNvPr id="16" name="TextBox 15">
            <a:extLst>
              <a:ext uri="{FF2B5EF4-FFF2-40B4-BE49-F238E27FC236}">
                <a16:creationId xmlns:a16="http://schemas.microsoft.com/office/drawing/2014/main" id="{B5AAC3CE-860B-C793-0CCB-9D9855A3A5FA}"/>
              </a:ext>
            </a:extLst>
          </p:cNvPr>
          <p:cNvSpPr txBox="1"/>
          <p:nvPr/>
        </p:nvSpPr>
        <p:spPr>
          <a:xfrm>
            <a:off x="6885431" y="4528066"/>
            <a:ext cx="6574536" cy="369332"/>
          </a:xfrm>
          <a:prstGeom prst="rect">
            <a:avLst/>
          </a:prstGeom>
          <a:noFill/>
        </p:spPr>
        <p:txBody>
          <a:bodyPr wrap="square">
            <a:spAutoFit/>
          </a:bodyPr>
          <a:lstStyle/>
          <a:p>
            <a:r>
              <a:rPr lang="ru-RU" i="0" dirty="0">
                <a:ln w="0"/>
                <a:effectLst>
                  <a:outerShdw blurRad="38100" dist="19050" dir="2700000" algn="tl" rotWithShape="0">
                    <a:schemeClr val="dk1">
                      <a:alpha val="40000"/>
                    </a:schemeClr>
                  </a:outerShdw>
                </a:effectLst>
                <a:latin typeface="DeepSeek-CJK-patch"/>
              </a:rPr>
              <a:t>Практическое внедрение → Итоговый анализ.</a:t>
            </a:r>
            <a:endParaRPr lang="ru-RU" dirty="0">
              <a:ln w="0"/>
              <a:effectLst>
                <a:outerShdw blurRad="38100" dist="19050" dir="2700000" algn="tl" rotWithShape="0">
                  <a:schemeClr val="dk1">
                    <a:alpha val="40000"/>
                  </a:schemeClr>
                </a:outerShdw>
              </a:effectLst>
            </a:endParaRPr>
          </a:p>
        </p:txBody>
      </p:sp>
      <p:sp>
        <p:nvSpPr>
          <p:cNvPr id="18" name="TextBox 17">
            <a:extLst>
              <a:ext uri="{FF2B5EF4-FFF2-40B4-BE49-F238E27FC236}">
                <a16:creationId xmlns:a16="http://schemas.microsoft.com/office/drawing/2014/main" id="{C1D065BA-3116-3D6D-C309-9CBF3BFB9127}"/>
              </a:ext>
            </a:extLst>
          </p:cNvPr>
          <p:cNvSpPr txBox="1"/>
          <p:nvPr/>
        </p:nvSpPr>
        <p:spPr>
          <a:xfrm>
            <a:off x="3300465" y="177522"/>
            <a:ext cx="6729984" cy="369332"/>
          </a:xfrm>
          <a:prstGeom prst="rect">
            <a:avLst/>
          </a:prstGeom>
          <a:noFill/>
        </p:spPr>
        <p:txBody>
          <a:bodyPr wrap="square">
            <a:spAutoFit/>
          </a:bodyPr>
          <a:lstStyle/>
          <a:p>
            <a:r>
              <a:rPr lang="ru-RU" b="1" dirty="0">
                <a:ln w="0"/>
                <a:effectLst>
                  <a:outerShdw blurRad="38100" dist="19050" dir="2700000" algn="tl" rotWithShape="0">
                    <a:schemeClr val="dk1">
                      <a:alpha val="40000"/>
                    </a:schemeClr>
                  </a:outerShdw>
                </a:effectLst>
              </a:rPr>
              <a:t>Уровень завершенности и ключевые этапы</a:t>
            </a:r>
          </a:p>
        </p:txBody>
      </p:sp>
      <p:sp>
        <p:nvSpPr>
          <p:cNvPr id="19" name="Прямоугольник 18">
            <a:extLst>
              <a:ext uri="{FF2B5EF4-FFF2-40B4-BE49-F238E27FC236}">
                <a16:creationId xmlns:a16="http://schemas.microsoft.com/office/drawing/2014/main" id="{FC548E03-59C6-8249-F7CC-D6D29FE18D12}"/>
              </a:ext>
            </a:extLst>
          </p:cNvPr>
          <p:cNvSpPr/>
          <p:nvPr/>
        </p:nvSpPr>
        <p:spPr>
          <a:xfrm>
            <a:off x="6262875" y="1153031"/>
            <a:ext cx="616927" cy="707886"/>
          </a:xfrm>
          <a:prstGeom prst="rect">
            <a:avLst/>
          </a:prstGeom>
          <a:noFill/>
        </p:spPr>
        <p:txBody>
          <a:bodyPr wrap="square" lIns="91440" tIns="45720" rIns="91440" bIns="45720">
            <a:spAutoFit/>
          </a:bodyPr>
          <a:lstStyle/>
          <a:p>
            <a:pPr algn="ctr"/>
            <a:r>
              <a:rPr lang="vi-VN" sz="4000" dirty="0">
                <a:ln w="0"/>
                <a:solidFill>
                  <a:srgbClr val="FFE7E8"/>
                </a:solidFill>
                <a:effectLst>
                  <a:outerShdw blurRad="38100" dist="19050" dir="2700000" algn="tl" rotWithShape="0">
                    <a:schemeClr val="dk1">
                      <a:alpha val="40000"/>
                    </a:schemeClr>
                  </a:outerShdw>
                </a:effectLst>
              </a:rPr>
              <a:t>1</a:t>
            </a:r>
            <a:endParaRPr lang="ru-RU" sz="4000" b="0" cap="none" spc="0" dirty="0">
              <a:ln w="0"/>
              <a:solidFill>
                <a:srgbClr val="FFE7E8"/>
              </a:solidFill>
              <a:effectLst>
                <a:outerShdw blurRad="38100" dist="19050" dir="2700000" algn="tl" rotWithShape="0">
                  <a:schemeClr val="dk1">
                    <a:alpha val="40000"/>
                  </a:schemeClr>
                </a:outerShdw>
              </a:effectLst>
            </a:endParaRPr>
          </a:p>
        </p:txBody>
      </p:sp>
      <p:sp>
        <p:nvSpPr>
          <p:cNvPr id="20" name="Прямоугольник 19">
            <a:extLst>
              <a:ext uri="{FF2B5EF4-FFF2-40B4-BE49-F238E27FC236}">
                <a16:creationId xmlns:a16="http://schemas.microsoft.com/office/drawing/2014/main" id="{2A418E70-8035-AD73-BDEE-79B485F9A46A}"/>
              </a:ext>
            </a:extLst>
          </p:cNvPr>
          <p:cNvSpPr/>
          <p:nvPr/>
        </p:nvSpPr>
        <p:spPr>
          <a:xfrm>
            <a:off x="6262876" y="2075688"/>
            <a:ext cx="616927" cy="707886"/>
          </a:xfrm>
          <a:prstGeom prst="rect">
            <a:avLst/>
          </a:prstGeom>
          <a:noFill/>
        </p:spPr>
        <p:txBody>
          <a:bodyPr wrap="square" lIns="91440" tIns="45720" rIns="91440" bIns="45720">
            <a:spAutoFit/>
          </a:bodyPr>
          <a:lstStyle/>
          <a:p>
            <a:pPr algn="ctr"/>
            <a:r>
              <a:rPr lang="vi-VN" sz="4000" dirty="0">
                <a:ln w="0"/>
                <a:solidFill>
                  <a:srgbClr val="FFCFD0"/>
                </a:solidFill>
                <a:effectLst>
                  <a:outerShdw blurRad="38100" dist="19050" dir="2700000" algn="tl" rotWithShape="0">
                    <a:schemeClr val="dk1">
                      <a:alpha val="40000"/>
                    </a:schemeClr>
                  </a:outerShdw>
                </a:effectLst>
              </a:rPr>
              <a:t>2</a:t>
            </a:r>
            <a:endParaRPr lang="ru-RU" sz="4000" b="0" cap="none" spc="0" dirty="0">
              <a:ln w="0"/>
              <a:solidFill>
                <a:srgbClr val="FFCFD0"/>
              </a:solidFill>
              <a:effectLst>
                <a:outerShdw blurRad="38100" dist="19050" dir="2700000" algn="tl" rotWithShape="0">
                  <a:schemeClr val="dk1">
                    <a:alpha val="40000"/>
                  </a:schemeClr>
                </a:outerShdw>
              </a:effectLst>
            </a:endParaRPr>
          </a:p>
        </p:txBody>
      </p:sp>
      <p:sp>
        <p:nvSpPr>
          <p:cNvPr id="21" name="Прямоугольник 20">
            <a:extLst>
              <a:ext uri="{FF2B5EF4-FFF2-40B4-BE49-F238E27FC236}">
                <a16:creationId xmlns:a16="http://schemas.microsoft.com/office/drawing/2014/main" id="{04832CBA-B2F3-32E4-8385-6959172CB758}"/>
              </a:ext>
            </a:extLst>
          </p:cNvPr>
          <p:cNvSpPr/>
          <p:nvPr/>
        </p:nvSpPr>
        <p:spPr>
          <a:xfrm>
            <a:off x="6262877" y="3285369"/>
            <a:ext cx="616927" cy="707886"/>
          </a:xfrm>
          <a:prstGeom prst="rect">
            <a:avLst/>
          </a:prstGeom>
          <a:noFill/>
        </p:spPr>
        <p:txBody>
          <a:bodyPr wrap="square" lIns="91440" tIns="45720" rIns="91440" bIns="45720">
            <a:spAutoFit/>
          </a:bodyPr>
          <a:lstStyle/>
          <a:p>
            <a:pPr algn="ctr"/>
            <a:r>
              <a:rPr lang="vi-VN" sz="4000" dirty="0">
                <a:ln w="0"/>
                <a:solidFill>
                  <a:srgbClr val="FFB7B9"/>
                </a:solidFill>
                <a:effectLst>
                  <a:outerShdw blurRad="38100" dist="19050" dir="2700000" algn="tl" rotWithShape="0">
                    <a:schemeClr val="dk1">
                      <a:alpha val="40000"/>
                    </a:schemeClr>
                  </a:outerShdw>
                </a:effectLst>
              </a:rPr>
              <a:t>3</a:t>
            </a:r>
            <a:endParaRPr lang="ru-RU" sz="4000" b="0" cap="none" spc="0" dirty="0">
              <a:ln w="0"/>
              <a:solidFill>
                <a:srgbClr val="FFB7B9"/>
              </a:solidFill>
              <a:effectLst>
                <a:outerShdw blurRad="38100" dist="19050" dir="2700000" algn="tl" rotWithShape="0">
                  <a:schemeClr val="dk1">
                    <a:alpha val="40000"/>
                  </a:schemeClr>
                </a:outerShdw>
              </a:effectLst>
            </a:endParaRPr>
          </a:p>
        </p:txBody>
      </p:sp>
      <p:sp>
        <p:nvSpPr>
          <p:cNvPr id="24" name="Прямоугольник 23">
            <a:extLst>
              <a:ext uri="{FF2B5EF4-FFF2-40B4-BE49-F238E27FC236}">
                <a16:creationId xmlns:a16="http://schemas.microsoft.com/office/drawing/2014/main" id="{ECEAC864-1C0A-DE23-A120-787DF61401B9}"/>
              </a:ext>
            </a:extLst>
          </p:cNvPr>
          <p:cNvSpPr/>
          <p:nvPr/>
        </p:nvSpPr>
        <p:spPr>
          <a:xfrm>
            <a:off x="6284976" y="4391793"/>
            <a:ext cx="616927" cy="707886"/>
          </a:xfrm>
          <a:prstGeom prst="rect">
            <a:avLst/>
          </a:prstGeom>
          <a:noFill/>
        </p:spPr>
        <p:txBody>
          <a:bodyPr wrap="square" lIns="91440" tIns="45720" rIns="91440" bIns="45720">
            <a:spAutoFit/>
          </a:bodyPr>
          <a:lstStyle/>
          <a:p>
            <a:pPr algn="ctr"/>
            <a:r>
              <a:rPr lang="vi-VN" sz="4000" b="0" cap="none" spc="0" dirty="0">
                <a:ln w="0"/>
                <a:solidFill>
                  <a:srgbClr val="EAD7FD"/>
                </a:solidFill>
                <a:effectLst>
                  <a:outerShdw blurRad="38100" dist="19050" dir="2700000" algn="tl" rotWithShape="0">
                    <a:schemeClr val="dk1">
                      <a:alpha val="40000"/>
                    </a:schemeClr>
                  </a:outerShdw>
                </a:effectLst>
              </a:rPr>
              <a:t>4</a:t>
            </a:r>
            <a:endParaRPr lang="ru-RU" sz="4000" b="0" cap="none" spc="0" dirty="0">
              <a:ln w="0"/>
              <a:solidFill>
                <a:srgbClr val="EAD7FD"/>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5990897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261E5EC3-740B-86C9-F195-AAAE221C341B}"/>
              </a:ext>
            </a:extLst>
          </p:cNvPr>
          <p:cNvPicPr>
            <a:picLocks noChangeAspect="1"/>
          </p:cNvPicPr>
          <p:nvPr/>
        </p:nvPicPr>
        <p:blipFill>
          <a:blip r:embed="rId2"/>
          <a:stretch>
            <a:fillRect/>
          </a:stretch>
        </p:blipFill>
        <p:spPr>
          <a:xfrm>
            <a:off x="5414" y="0"/>
            <a:ext cx="12181172" cy="6858000"/>
          </a:xfrm>
          <a:prstGeom prst="rect">
            <a:avLst/>
          </a:prstGeom>
        </p:spPr>
      </p:pic>
      <p:sp>
        <p:nvSpPr>
          <p:cNvPr id="3" name="TextBox 2">
            <a:extLst>
              <a:ext uri="{FF2B5EF4-FFF2-40B4-BE49-F238E27FC236}">
                <a16:creationId xmlns:a16="http://schemas.microsoft.com/office/drawing/2014/main" id="{76F5EF4C-87E4-74C5-EF74-E215A6467235}"/>
              </a:ext>
            </a:extLst>
          </p:cNvPr>
          <p:cNvSpPr txBox="1"/>
          <p:nvPr/>
        </p:nvSpPr>
        <p:spPr>
          <a:xfrm>
            <a:off x="852678" y="1616702"/>
            <a:ext cx="6094476" cy="2862322"/>
          </a:xfrm>
          <a:prstGeom prst="rect">
            <a:avLst/>
          </a:prstGeom>
          <a:noFill/>
        </p:spPr>
        <p:txBody>
          <a:bodyPr wrap="square">
            <a:spAutoFit/>
          </a:bodyPr>
          <a:lstStyle/>
          <a:p>
            <a:pPr algn="l">
              <a:spcBef>
                <a:spcPts val="1372"/>
              </a:spcBef>
              <a:spcAft>
                <a:spcPts val="1029"/>
              </a:spcAft>
            </a:pPr>
            <a:r>
              <a:rPr lang="ru-RU" sz="6000" b="1" i="0" dirty="0">
                <a:ln w="0"/>
                <a:solidFill>
                  <a:schemeClr val="bg1"/>
                </a:solidFill>
                <a:effectLst>
                  <a:outerShdw blurRad="38100" dist="19050" dir="2700000" algn="tl" rotWithShape="0">
                    <a:schemeClr val="dk1">
                      <a:alpha val="40000"/>
                    </a:schemeClr>
                  </a:outerShdw>
                </a:effectLst>
                <a:latin typeface="DeepSeek-CJK-patch"/>
              </a:rPr>
              <a:t>Реестр рисков проекта HRM </a:t>
            </a:r>
            <a:r>
              <a:rPr lang="ru-RU" sz="6000" b="1" i="0" dirty="0" err="1">
                <a:ln w="0"/>
                <a:solidFill>
                  <a:schemeClr val="bg1"/>
                </a:solidFill>
                <a:effectLst>
                  <a:outerShdw blurRad="38100" dist="19050" dir="2700000" algn="tl" rotWithShape="0">
                    <a:schemeClr val="dk1">
                      <a:alpha val="40000"/>
                    </a:schemeClr>
                  </a:outerShdw>
                </a:effectLst>
                <a:latin typeface="DeepSeek-CJK-patch"/>
              </a:rPr>
              <a:t>Vinamilk</a:t>
            </a:r>
            <a:endParaRPr lang="ru-RU" sz="6000" b="1" i="0" dirty="0">
              <a:ln w="0"/>
              <a:solidFill>
                <a:schemeClr val="bg1"/>
              </a:solidFill>
              <a:effectLst>
                <a:outerShdw blurRad="38100" dist="19050" dir="2700000" algn="tl" rotWithShape="0">
                  <a:schemeClr val="dk1">
                    <a:alpha val="40000"/>
                  </a:schemeClr>
                </a:outerShdw>
              </a:effectLst>
              <a:latin typeface="DeepSeek-CJK-patch"/>
            </a:endParaRPr>
          </a:p>
        </p:txBody>
      </p:sp>
      <p:pic>
        <p:nvPicPr>
          <p:cNvPr id="4" name="Рисунок 3">
            <a:extLst>
              <a:ext uri="{FF2B5EF4-FFF2-40B4-BE49-F238E27FC236}">
                <a16:creationId xmlns:a16="http://schemas.microsoft.com/office/drawing/2014/main" id="{310053CC-811F-4928-EBB5-2629A4978B7A}"/>
              </a:ext>
            </a:extLst>
          </p:cNvPr>
          <p:cNvPicPr>
            <a:picLocks noChangeAspect="1"/>
          </p:cNvPicPr>
          <p:nvPr/>
        </p:nvPicPr>
        <p:blipFill>
          <a:blip r:embed="rId3"/>
          <a:stretch>
            <a:fillRect/>
          </a:stretch>
        </p:blipFill>
        <p:spPr>
          <a:xfrm>
            <a:off x="6204734" y="1726430"/>
            <a:ext cx="5134588" cy="2862322"/>
          </a:xfrm>
          <a:prstGeom prst="round2DiagRect">
            <a:avLst>
              <a:gd name="adj1" fmla="val 16667"/>
              <a:gd name="adj2" fmla="val 0"/>
            </a:avLst>
          </a:prstGeom>
          <a:ln w="88900" cap="sq">
            <a:solidFill>
              <a:srgbClr val="FFFFFF"/>
            </a:solidFill>
            <a:miter lim="800000"/>
          </a:ln>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1211567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DC1F1BA0-2632-FA64-AD91-EC218612DB78}"/>
              </a:ext>
            </a:extLst>
          </p:cNvPr>
          <p:cNvPicPr>
            <a:picLocks noChangeAspect="1"/>
          </p:cNvPicPr>
          <p:nvPr/>
        </p:nvPicPr>
        <p:blipFill>
          <a:blip r:embed="rId2"/>
          <a:stretch>
            <a:fillRect/>
          </a:stretch>
        </p:blipFill>
        <p:spPr>
          <a:xfrm>
            <a:off x="5414" y="0"/>
            <a:ext cx="12181172" cy="6858000"/>
          </a:xfrm>
          <a:prstGeom prst="rect">
            <a:avLst/>
          </a:prstGeom>
        </p:spPr>
      </p:pic>
      <p:graphicFrame>
        <p:nvGraphicFramePr>
          <p:cNvPr id="2" name="Таблица 1">
            <a:extLst>
              <a:ext uri="{FF2B5EF4-FFF2-40B4-BE49-F238E27FC236}">
                <a16:creationId xmlns:a16="http://schemas.microsoft.com/office/drawing/2014/main" id="{2789EACF-884C-DB37-E825-85E00FBD2F61}"/>
              </a:ext>
            </a:extLst>
          </p:cNvPr>
          <p:cNvGraphicFramePr>
            <a:graphicFrameLocks noGrp="1"/>
          </p:cNvGraphicFramePr>
          <p:nvPr>
            <p:extLst>
              <p:ext uri="{D42A27DB-BD31-4B8C-83A1-F6EECF244321}">
                <p14:modId xmlns:p14="http://schemas.microsoft.com/office/powerpoint/2010/main" val="2875222307"/>
              </p:ext>
            </p:extLst>
          </p:nvPr>
        </p:nvGraphicFramePr>
        <p:xfrm>
          <a:off x="481585" y="72383"/>
          <a:ext cx="11228830" cy="6713234"/>
        </p:xfrm>
        <a:graphic>
          <a:graphicData uri="http://schemas.openxmlformats.org/drawingml/2006/table">
            <a:tbl>
              <a:tblPr>
                <a:tableStyleId>{3C2FFA5D-87B4-456A-9821-1D502468CF0F}</a:tableStyleId>
              </a:tblPr>
              <a:tblGrid>
                <a:gridCol w="211191">
                  <a:extLst>
                    <a:ext uri="{9D8B030D-6E8A-4147-A177-3AD203B41FA5}">
                      <a16:colId xmlns:a16="http://schemas.microsoft.com/office/drawing/2014/main" val="2654034464"/>
                    </a:ext>
                  </a:extLst>
                </a:gridCol>
                <a:gridCol w="1673158">
                  <a:extLst>
                    <a:ext uri="{9D8B030D-6E8A-4147-A177-3AD203B41FA5}">
                      <a16:colId xmlns:a16="http://schemas.microsoft.com/office/drawing/2014/main" val="4045193238"/>
                    </a:ext>
                  </a:extLst>
                </a:gridCol>
                <a:gridCol w="2871916">
                  <a:extLst>
                    <a:ext uri="{9D8B030D-6E8A-4147-A177-3AD203B41FA5}">
                      <a16:colId xmlns:a16="http://schemas.microsoft.com/office/drawing/2014/main" val="3115855665"/>
                    </a:ext>
                  </a:extLst>
                </a:gridCol>
                <a:gridCol w="957742">
                  <a:extLst>
                    <a:ext uri="{9D8B030D-6E8A-4147-A177-3AD203B41FA5}">
                      <a16:colId xmlns:a16="http://schemas.microsoft.com/office/drawing/2014/main" val="2964205841"/>
                    </a:ext>
                  </a:extLst>
                </a:gridCol>
                <a:gridCol w="876793">
                  <a:extLst>
                    <a:ext uri="{9D8B030D-6E8A-4147-A177-3AD203B41FA5}">
                      <a16:colId xmlns:a16="http://schemas.microsoft.com/office/drawing/2014/main" val="299159903"/>
                    </a:ext>
                  </a:extLst>
                </a:gridCol>
                <a:gridCol w="882517">
                  <a:extLst>
                    <a:ext uri="{9D8B030D-6E8A-4147-A177-3AD203B41FA5}">
                      <a16:colId xmlns:a16="http://schemas.microsoft.com/office/drawing/2014/main" val="3637682227"/>
                    </a:ext>
                  </a:extLst>
                </a:gridCol>
                <a:gridCol w="3755513">
                  <a:extLst>
                    <a:ext uri="{9D8B030D-6E8A-4147-A177-3AD203B41FA5}">
                      <a16:colId xmlns:a16="http://schemas.microsoft.com/office/drawing/2014/main" val="2763105064"/>
                    </a:ext>
                  </a:extLst>
                </a:gridCol>
              </a:tblGrid>
              <a:tr h="334234">
                <a:tc>
                  <a:txBody>
                    <a:bodyPr/>
                    <a:lstStyle/>
                    <a:p>
                      <a:pPr algn="ctr"/>
                      <a:r>
                        <a:rPr lang="ru-RU" sz="1100" b="1" cap="none" spc="0" dirty="0">
                          <a:ln w="0"/>
                          <a:solidFill>
                            <a:sysClr val="windowText" lastClr="000000"/>
                          </a:solidFill>
                          <a:effectLst>
                            <a:outerShdw blurRad="38100" dist="19050" dir="2700000" algn="tl" rotWithShape="0">
                              <a:schemeClr val="dk1">
                                <a:alpha val="40000"/>
                              </a:schemeClr>
                            </a:outerShdw>
                          </a:effectLst>
                        </a:rPr>
                        <a:t>№</a:t>
                      </a:r>
                    </a:p>
                  </a:txBody>
                  <a:tcPr marL="7393"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solidFill>
                  </a:tcPr>
                </a:tc>
                <a:tc>
                  <a:txBody>
                    <a:bodyPr/>
                    <a:lstStyle/>
                    <a:p>
                      <a:pPr algn="ctr"/>
                      <a:r>
                        <a:rPr lang="ru-RU" sz="1100" b="1" cap="none" spc="0">
                          <a:ln w="0"/>
                          <a:solidFill>
                            <a:sysClr val="windowText" lastClr="000000"/>
                          </a:solidFill>
                          <a:effectLst>
                            <a:outerShdw blurRad="38100" dist="19050" dir="2700000" algn="tl" rotWithShape="0">
                              <a:schemeClr val="dk1">
                                <a:alpha val="40000"/>
                              </a:schemeClr>
                            </a:outerShdw>
                          </a:effectLst>
                        </a:rPr>
                        <a:t>Категория риска</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solidFill>
                  </a:tcPr>
                </a:tc>
                <a:tc>
                  <a:txBody>
                    <a:bodyPr/>
                    <a:lstStyle/>
                    <a:p>
                      <a:pPr algn="ctr"/>
                      <a:r>
                        <a:rPr lang="ru-RU" sz="1100" b="1" cap="none" spc="0">
                          <a:ln w="0"/>
                          <a:solidFill>
                            <a:sysClr val="windowText" lastClr="000000"/>
                          </a:solidFill>
                          <a:effectLst>
                            <a:outerShdw blurRad="38100" dist="19050" dir="2700000" algn="tl" rotWithShape="0">
                              <a:schemeClr val="dk1">
                                <a:alpha val="40000"/>
                              </a:schemeClr>
                            </a:outerShdw>
                          </a:effectLst>
                        </a:rPr>
                        <a:t>Конкретный риск</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solidFill>
                  </a:tcPr>
                </a:tc>
                <a:tc>
                  <a:txBody>
                    <a:bodyPr/>
                    <a:lstStyle/>
                    <a:p>
                      <a:pPr algn="ctr"/>
                      <a:r>
                        <a:rPr lang="ru-RU" sz="1100" b="1" cap="none" spc="0">
                          <a:ln w="0"/>
                          <a:solidFill>
                            <a:sysClr val="windowText" lastClr="000000"/>
                          </a:solidFill>
                          <a:effectLst>
                            <a:outerShdw blurRad="38100" dist="19050" dir="2700000" algn="tl" rotWithShape="0">
                              <a:schemeClr val="dk1">
                                <a:alpha val="40000"/>
                              </a:schemeClr>
                            </a:outerShdw>
                          </a:effectLst>
                        </a:rPr>
                        <a:t>Вероятность</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solidFill>
                  </a:tcPr>
                </a:tc>
                <a:tc>
                  <a:txBody>
                    <a:bodyPr/>
                    <a:lstStyle/>
                    <a:p>
                      <a:pPr algn="ctr"/>
                      <a:r>
                        <a:rPr lang="ru-RU" sz="1100" b="1" cap="none" spc="0">
                          <a:ln w="0"/>
                          <a:solidFill>
                            <a:sysClr val="windowText" lastClr="000000"/>
                          </a:solidFill>
                          <a:effectLst>
                            <a:outerShdw blurRad="38100" dist="19050" dir="2700000" algn="tl" rotWithShape="0">
                              <a:schemeClr val="dk1">
                                <a:alpha val="40000"/>
                              </a:schemeClr>
                            </a:outerShdw>
                          </a:effectLst>
                        </a:rPr>
                        <a:t>Влияние</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solidFill>
                  </a:tcPr>
                </a:tc>
                <a:tc>
                  <a:txBody>
                    <a:bodyPr/>
                    <a:lstStyle/>
                    <a:p>
                      <a:pPr algn="ctr"/>
                      <a:r>
                        <a:rPr lang="ru-RU" sz="1100" b="1" cap="none" spc="0">
                          <a:ln w="0"/>
                          <a:solidFill>
                            <a:sysClr val="windowText" lastClr="000000"/>
                          </a:solidFill>
                          <a:effectLst>
                            <a:outerShdw blurRad="38100" dist="19050" dir="2700000" algn="tl" rotWithShape="0">
                              <a:schemeClr val="dk1">
                                <a:alpha val="40000"/>
                              </a:schemeClr>
                            </a:outerShdw>
                          </a:effectLst>
                        </a:rPr>
                        <a:t>Уровень</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solidFill>
                  </a:tcPr>
                </a:tc>
                <a:tc>
                  <a:txBody>
                    <a:bodyPr/>
                    <a:lstStyle/>
                    <a:p>
                      <a:pPr algn="ctr"/>
                      <a:r>
                        <a:rPr lang="ru-RU" sz="1100" b="1" cap="none" spc="0" dirty="0">
                          <a:ln w="0"/>
                          <a:solidFill>
                            <a:sysClr val="windowText" lastClr="000000"/>
                          </a:solidFill>
                          <a:effectLst>
                            <a:outerShdw blurRad="38100" dist="19050" dir="2700000" algn="tl" rotWithShape="0">
                              <a:schemeClr val="dk1">
                                <a:alpha val="40000"/>
                              </a:schemeClr>
                            </a:outerShdw>
                          </a:effectLst>
                        </a:rPr>
                        <a:t>Меры по снижению</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283196114"/>
                  </a:ext>
                </a:extLst>
              </a:tr>
              <a:tr h="495428">
                <a:tc>
                  <a:txBody>
                    <a:bodyPr/>
                    <a:lstStyle/>
                    <a:p>
                      <a:pPr algn="ctr"/>
                      <a:r>
                        <a:rPr lang="ru-RU" sz="1100" b="1" cap="none" spc="0" dirty="0">
                          <a:ln w="0"/>
                          <a:solidFill>
                            <a:sysClr val="windowText" lastClr="000000"/>
                          </a:solidFill>
                          <a:effectLst>
                            <a:outerShdw blurRad="38100" dist="19050" dir="2700000" algn="tl" rotWithShape="0">
                              <a:schemeClr val="dk1">
                                <a:alpha val="40000"/>
                              </a:schemeClr>
                            </a:outerShdw>
                          </a:effectLst>
                        </a:rPr>
                        <a:t>1</a:t>
                      </a:r>
                    </a:p>
                  </a:txBody>
                  <a:tcPr marL="7393"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Технические риски</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5"/>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Сбои интеграции с существующими системами (ERP, бухгалтерия)</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Средняя</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Высокое</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 Высокий</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l"/>
                      <a:r>
                        <a:rPr lang="ru-RU" sz="1100" b="0" cap="none" spc="0" dirty="0">
                          <a:ln w="0"/>
                          <a:solidFill>
                            <a:sysClr val="windowText" lastClr="000000"/>
                          </a:solidFill>
                          <a:effectLst>
                            <a:outerShdw blurRad="38100" dist="19050" dir="2700000" algn="tl" rotWithShape="0">
                              <a:schemeClr val="dk1">
                                <a:alpha val="40000"/>
                              </a:schemeClr>
                            </a:outerShdw>
                          </a:effectLst>
                        </a:rPr>
                        <a:t>- Разработать промежуточный API-шлюз</a:t>
                      </a:r>
                      <a:br>
                        <a:rPr lang="ru-RU" sz="1100" b="0" cap="none" spc="0" dirty="0">
                          <a:ln w="0"/>
                          <a:solidFill>
                            <a:sysClr val="windowText" lastClr="000000"/>
                          </a:solidFill>
                          <a:effectLst>
                            <a:outerShdw blurRad="38100" dist="19050" dir="2700000" algn="tl" rotWithShape="0">
                              <a:schemeClr val="dk1">
                                <a:alpha val="40000"/>
                              </a:schemeClr>
                            </a:outerShdw>
                          </a:effectLst>
                        </a:rPr>
                      </a:br>
                      <a:r>
                        <a:rPr lang="ru-RU" sz="1100" b="0" cap="none" spc="0" dirty="0">
                          <a:ln w="0"/>
                          <a:solidFill>
                            <a:sysClr val="windowText" lastClr="000000"/>
                          </a:solidFill>
                          <a:effectLst>
                            <a:outerShdw blurRad="38100" dist="19050" dir="2700000" algn="tl" rotWithShape="0">
                              <a:schemeClr val="dk1">
                                <a:alpha val="40000"/>
                              </a:schemeClr>
                            </a:outerShdw>
                          </a:effectLst>
                        </a:rPr>
                        <a:t>- Включить в контракт с поставщиком гарантии поддержки</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927105222"/>
                  </a:ext>
                </a:extLst>
              </a:tr>
              <a:tr h="353635">
                <a:tc>
                  <a:txBody>
                    <a:bodyPr/>
                    <a:lstStyle/>
                    <a:p>
                      <a:pPr algn="ctr"/>
                      <a:r>
                        <a:rPr lang="ru-RU" sz="1100" b="1" cap="none" spc="0" dirty="0">
                          <a:ln w="0"/>
                          <a:solidFill>
                            <a:sysClr val="windowText" lastClr="000000"/>
                          </a:solidFill>
                          <a:effectLst>
                            <a:outerShdw blurRad="38100" dist="19050" dir="2700000" algn="tl" rotWithShape="0">
                              <a:schemeClr val="dk1">
                                <a:alpha val="40000"/>
                              </a:schemeClr>
                            </a:outerShdw>
                          </a:effectLst>
                        </a:rPr>
                        <a:t>2</a:t>
                      </a:r>
                    </a:p>
                  </a:txBody>
                  <a:tcPr marL="7393"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Данные и безопасность</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5"/>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Утечка персональных данных сотрудников</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Низкая</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ru-RU" sz="1100" b="0" cap="none" spc="0">
                          <a:ln w="0"/>
                          <a:solidFill>
                            <a:sysClr val="windowText" lastClr="000000"/>
                          </a:solidFill>
                          <a:effectLst>
                            <a:outerShdw blurRad="38100" dist="19050" dir="2700000" algn="tl" rotWithShape="0">
                              <a:schemeClr val="dk1">
                                <a:alpha val="40000"/>
                              </a:schemeClr>
                            </a:outerShdw>
                          </a:effectLst>
                        </a:rPr>
                        <a:t>Критическое</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 Высокий</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l"/>
                      <a:r>
                        <a:rPr lang="ru-RU" sz="1100" b="0" cap="none" spc="0" dirty="0">
                          <a:ln w="0"/>
                          <a:solidFill>
                            <a:sysClr val="windowText" lastClr="000000"/>
                          </a:solidFill>
                          <a:effectLst>
                            <a:outerShdw blurRad="38100" dist="19050" dir="2700000" algn="tl" rotWithShape="0">
                              <a:schemeClr val="dk1">
                                <a:alpha val="40000"/>
                              </a:schemeClr>
                            </a:outerShdw>
                          </a:effectLst>
                        </a:rPr>
                        <a:t>- Двухфакторная аутентификация</a:t>
                      </a:r>
                      <a:br>
                        <a:rPr lang="ru-RU" sz="1100" b="0" cap="none" spc="0" dirty="0">
                          <a:ln w="0"/>
                          <a:solidFill>
                            <a:sysClr val="windowText" lastClr="000000"/>
                          </a:solidFill>
                          <a:effectLst>
                            <a:outerShdw blurRad="38100" dist="19050" dir="2700000" algn="tl" rotWithShape="0">
                              <a:schemeClr val="dk1">
                                <a:alpha val="40000"/>
                              </a:schemeClr>
                            </a:outerShdw>
                          </a:effectLst>
                        </a:rPr>
                      </a:br>
                      <a:r>
                        <a:rPr lang="ru-RU" sz="1100" b="0" cap="none" spc="0" dirty="0">
                          <a:ln w="0"/>
                          <a:solidFill>
                            <a:sysClr val="windowText" lastClr="000000"/>
                          </a:solidFill>
                          <a:effectLst>
                            <a:outerShdw blurRad="38100" dist="19050" dir="2700000" algn="tl" rotWithShape="0">
                              <a:schemeClr val="dk1">
                                <a:alpha val="40000"/>
                              </a:schemeClr>
                            </a:outerShdw>
                          </a:effectLst>
                        </a:rPr>
                        <a:t>- Регулярный аудит доступа</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838936876"/>
                  </a:ext>
                </a:extLst>
              </a:tr>
              <a:tr h="422960">
                <a:tc>
                  <a:txBody>
                    <a:bodyPr/>
                    <a:lstStyle/>
                    <a:p>
                      <a:pPr algn="ctr"/>
                      <a:r>
                        <a:rPr lang="ru-RU" sz="1100" b="1" cap="none" spc="0" dirty="0">
                          <a:ln w="0"/>
                          <a:solidFill>
                            <a:sysClr val="windowText" lastClr="000000"/>
                          </a:solidFill>
                          <a:effectLst>
                            <a:outerShdw blurRad="38100" dist="19050" dir="2700000" algn="tl" rotWithShape="0">
                              <a:schemeClr val="dk1">
                                <a:alpha val="40000"/>
                              </a:schemeClr>
                            </a:outerShdw>
                          </a:effectLst>
                        </a:rPr>
                        <a:t>3</a:t>
                      </a:r>
                    </a:p>
                  </a:txBody>
                  <a:tcPr marL="7393"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Развертывание</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5"/>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Сбой в процессе внедрения</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Высокая</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Среднее</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 Средний</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marL="0" indent="0" algn="l">
                        <a:buFontTx/>
                        <a:buNone/>
                      </a:pPr>
                      <a:r>
                        <a:rPr lang="vi-VN" sz="1100" b="0" cap="none" spc="0" dirty="0">
                          <a:ln w="0"/>
                          <a:solidFill>
                            <a:sysClr val="windowText" lastClr="000000"/>
                          </a:solidFill>
                          <a:effectLst>
                            <a:outerShdw blurRad="38100" dist="19050" dir="2700000" algn="tl" rotWithShape="0">
                              <a:schemeClr val="dk1">
                                <a:alpha val="40000"/>
                              </a:schemeClr>
                            </a:outerShdw>
                          </a:effectLst>
                        </a:rPr>
                        <a:t>- </a:t>
                      </a:r>
                      <a:r>
                        <a:rPr lang="ru-RU" sz="1100" b="0" cap="none" spc="0" dirty="0">
                          <a:ln w="0"/>
                          <a:solidFill>
                            <a:sysClr val="windowText" lastClr="000000"/>
                          </a:solidFill>
                          <a:effectLst>
                            <a:outerShdw blurRad="38100" dist="19050" dir="2700000" algn="tl" rotWithShape="0">
                              <a:schemeClr val="dk1">
                                <a:alpha val="40000"/>
                              </a:schemeClr>
                            </a:outerShdw>
                          </a:effectLst>
                        </a:rPr>
                        <a:t>Параллельный запуск </a:t>
                      </a:r>
                      <a:endParaRPr lang="vi-VN" sz="1100" b="0" cap="none" spc="0" dirty="0">
                        <a:ln w="0"/>
                        <a:solidFill>
                          <a:sysClr val="windowText" lastClr="000000"/>
                        </a:solidFill>
                        <a:effectLst>
                          <a:outerShdw blurRad="38100" dist="19050" dir="2700000" algn="tl" rotWithShape="0">
                            <a:schemeClr val="dk1">
                              <a:alpha val="40000"/>
                            </a:schemeClr>
                          </a:outerShdw>
                        </a:effectLst>
                      </a:endParaRPr>
                    </a:p>
                    <a:p>
                      <a:pPr marL="0" indent="0" algn="l">
                        <a:buFontTx/>
                        <a:buNone/>
                      </a:pPr>
                      <a:r>
                        <a:rPr lang="vi-VN" sz="1100" b="0" cap="none" spc="0" dirty="0">
                          <a:ln w="0"/>
                          <a:solidFill>
                            <a:sysClr val="windowText" lastClr="000000"/>
                          </a:solidFill>
                          <a:effectLst>
                            <a:outerShdw blurRad="38100" dist="19050" dir="2700000" algn="tl" rotWithShape="0">
                              <a:schemeClr val="dk1">
                                <a:alpha val="40000"/>
                              </a:schemeClr>
                            </a:outerShdw>
                          </a:effectLst>
                        </a:rPr>
                        <a:t>- </a:t>
                      </a:r>
                      <a:r>
                        <a:rPr lang="ru-RU" sz="1100" b="0" cap="none" spc="0" dirty="0">
                          <a:ln w="0"/>
                          <a:solidFill>
                            <a:sysClr val="windowText" lastClr="000000"/>
                          </a:solidFill>
                          <a:effectLst>
                            <a:outerShdw blurRad="38100" dist="19050" dir="2700000" algn="tl" rotWithShape="0">
                              <a:schemeClr val="dk1">
                                <a:alpha val="40000"/>
                              </a:schemeClr>
                            </a:outerShdw>
                          </a:effectLst>
                        </a:rPr>
                        <a:t>поддержка 24/7 в течение первой недели</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4139706687"/>
                  </a:ext>
                </a:extLst>
              </a:tr>
              <a:tr h="495428">
                <a:tc>
                  <a:txBody>
                    <a:bodyPr/>
                    <a:lstStyle/>
                    <a:p>
                      <a:pPr algn="ctr"/>
                      <a:r>
                        <a:rPr lang="ru-RU" sz="1100" b="1" cap="none" spc="0" dirty="0">
                          <a:ln w="0"/>
                          <a:solidFill>
                            <a:sysClr val="windowText" lastClr="000000"/>
                          </a:solidFill>
                          <a:effectLst>
                            <a:outerShdw blurRad="38100" dist="19050" dir="2700000" algn="tl" rotWithShape="0">
                              <a:schemeClr val="dk1">
                                <a:alpha val="40000"/>
                              </a:schemeClr>
                            </a:outerShdw>
                          </a:effectLst>
                        </a:rPr>
                        <a:t>4</a:t>
                      </a:r>
                    </a:p>
                  </a:txBody>
                  <a:tcPr marL="7393"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Внешние риски</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5"/>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Изменения в трудовом законодательстве</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Средняя</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Высокое</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 Высокий</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l"/>
                      <a:r>
                        <a:rPr lang="ru-RU" sz="1100" b="0" cap="none" spc="0" dirty="0">
                          <a:ln w="0"/>
                          <a:solidFill>
                            <a:sysClr val="windowText" lastClr="000000"/>
                          </a:solidFill>
                          <a:effectLst>
                            <a:outerShdw blurRad="38100" dist="19050" dir="2700000" algn="tl" rotWithShape="0">
                              <a:schemeClr val="dk1">
                                <a:alpha val="40000"/>
                              </a:schemeClr>
                            </a:outerShdw>
                          </a:effectLst>
                        </a:rPr>
                        <a:t>- Назначить юриста для мониторинга законов</a:t>
                      </a:r>
                      <a:br>
                        <a:rPr lang="ru-RU" sz="1100" b="0" cap="none" spc="0" dirty="0">
                          <a:ln w="0"/>
                          <a:solidFill>
                            <a:sysClr val="windowText" lastClr="000000"/>
                          </a:solidFill>
                          <a:effectLst>
                            <a:outerShdw blurRad="38100" dist="19050" dir="2700000" algn="tl" rotWithShape="0">
                              <a:schemeClr val="dk1">
                                <a:alpha val="40000"/>
                              </a:schemeClr>
                            </a:outerShdw>
                          </a:effectLst>
                        </a:rPr>
                      </a:br>
                      <a:r>
                        <a:rPr lang="ru-RU" sz="1100" b="0" cap="none" spc="0" dirty="0">
                          <a:ln w="0"/>
                          <a:solidFill>
                            <a:sysClr val="windowText" lastClr="000000"/>
                          </a:solidFill>
                          <a:effectLst>
                            <a:outerShdw blurRad="38100" dist="19050" dir="2700000" algn="tl" rotWithShape="0">
                              <a:schemeClr val="dk1">
                                <a:alpha val="40000"/>
                              </a:schemeClr>
                            </a:outerShdw>
                          </a:effectLst>
                        </a:rPr>
                        <a:t>- Заложить гибкость в настройках системы (например, налоговые формулы)</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942934628"/>
                  </a:ext>
                </a:extLst>
              </a:tr>
              <a:tr h="495428">
                <a:tc>
                  <a:txBody>
                    <a:bodyPr/>
                    <a:lstStyle/>
                    <a:p>
                      <a:pPr algn="ctr"/>
                      <a:r>
                        <a:rPr lang="ru-RU" sz="1100" b="1" cap="none" spc="0" dirty="0">
                          <a:ln w="0"/>
                          <a:solidFill>
                            <a:sysClr val="windowText" lastClr="000000"/>
                          </a:solidFill>
                          <a:effectLst>
                            <a:outerShdw blurRad="38100" dist="19050" dir="2700000" algn="tl" rotWithShape="0">
                              <a:schemeClr val="dk1">
                                <a:alpha val="40000"/>
                              </a:schemeClr>
                            </a:outerShdw>
                          </a:effectLst>
                        </a:rPr>
                        <a:t>5</a:t>
                      </a:r>
                    </a:p>
                  </a:txBody>
                  <a:tcPr marL="7393"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Ресурсы</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5"/>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Нехватка квалифицированных IT-специалистов для поддержки</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Средняя</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Среднее</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ru-RU" sz="1100" b="0" cap="none" spc="0">
                          <a:ln w="0"/>
                          <a:solidFill>
                            <a:sysClr val="windowText" lastClr="000000"/>
                          </a:solidFill>
                          <a:effectLst>
                            <a:outerShdw blurRad="38100" dist="19050" dir="2700000" algn="tl" rotWithShape="0">
                              <a:schemeClr val="dk1">
                                <a:alpha val="40000"/>
                              </a:schemeClr>
                            </a:outerShdw>
                          </a:effectLst>
                        </a:rPr>
                        <a:t>🟠 Средний</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l"/>
                      <a:r>
                        <a:rPr lang="ru-RU" sz="1100" b="0" cap="none" spc="0" dirty="0">
                          <a:ln w="0"/>
                          <a:solidFill>
                            <a:sysClr val="windowText" lastClr="000000"/>
                          </a:solidFill>
                          <a:effectLst>
                            <a:outerShdw blurRad="38100" dist="19050" dir="2700000" algn="tl" rotWithShape="0">
                              <a:schemeClr val="dk1">
                                <a:alpha val="40000"/>
                              </a:schemeClr>
                            </a:outerShdw>
                          </a:effectLst>
                        </a:rPr>
                        <a:t>- Партнерство с внешними подрядчиками</a:t>
                      </a:r>
                      <a:br>
                        <a:rPr lang="ru-RU" sz="1100" b="0" cap="none" spc="0" dirty="0">
                          <a:ln w="0"/>
                          <a:solidFill>
                            <a:sysClr val="windowText" lastClr="000000"/>
                          </a:solidFill>
                          <a:effectLst>
                            <a:outerShdw blurRad="38100" dist="19050" dir="2700000" algn="tl" rotWithShape="0">
                              <a:schemeClr val="dk1">
                                <a:alpha val="40000"/>
                              </a:schemeClr>
                            </a:outerShdw>
                          </a:effectLst>
                        </a:rPr>
                      </a:br>
                      <a:r>
                        <a:rPr lang="ru-RU" sz="1100" b="0" cap="none" spc="0" dirty="0">
                          <a:ln w="0"/>
                          <a:solidFill>
                            <a:sysClr val="windowText" lastClr="000000"/>
                          </a:solidFill>
                          <a:effectLst>
                            <a:outerShdw blurRad="38100" dist="19050" dir="2700000" algn="tl" rotWithShape="0">
                              <a:schemeClr val="dk1">
                                <a:alpha val="40000"/>
                              </a:schemeClr>
                            </a:outerShdw>
                          </a:effectLst>
                        </a:rPr>
                        <a:t>- Кросс-обучение внутренних сотрудников</a:t>
                      </a:r>
                      <a:br>
                        <a:rPr lang="ru-RU" sz="1100" b="0" cap="none" spc="0" dirty="0">
                          <a:ln w="0"/>
                          <a:solidFill>
                            <a:sysClr val="windowText" lastClr="000000"/>
                          </a:solidFill>
                          <a:effectLst>
                            <a:outerShdw blurRad="38100" dist="19050" dir="2700000" algn="tl" rotWithShape="0">
                              <a:schemeClr val="dk1">
                                <a:alpha val="40000"/>
                              </a:schemeClr>
                            </a:outerShdw>
                          </a:effectLst>
                        </a:rPr>
                      </a:br>
                      <a:r>
                        <a:rPr lang="ru-RU" sz="1100" b="0" cap="none" spc="0" dirty="0">
                          <a:ln w="0"/>
                          <a:solidFill>
                            <a:sysClr val="windowText" lastClr="000000"/>
                          </a:solidFill>
                          <a:effectLst>
                            <a:outerShdw blurRad="38100" dist="19050" dir="2700000" algn="tl" rotWithShape="0">
                              <a:schemeClr val="dk1">
                                <a:alpha val="40000"/>
                              </a:schemeClr>
                            </a:outerShdw>
                          </a:effectLst>
                        </a:rPr>
                        <a:t>- Резервный бюджет на аутсорсинг</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207452289"/>
                  </a:ext>
                </a:extLst>
              </a:tr>
              <a:tr h="656621">
                <a:tc>
                  <a:txBody>
                    <a:bodyPr/>
                    <a:lstStyle/>
                    <a:p>
                      <a:pPr algn="ctr"/>
                      <a:r>
                        <a:rPr lang="ru-RU" sz="1100" b="1" cap="none" spc="0" dirty="0">
                          <a:ln w="0"/>
                          <a:solidFill>
                            <a:sysClr val="windowText" lastClr="000000"/>
                          </a:solidFill>
                          <a:effectLst>
                            <a:outerShdw blurRad="38100" dist="19050" dir="2700000" algn="tl" rotWithShape="0">
                              <a:schemeClr val="dk1">
                                <a:alpha val="40000"/>
                              </a:schemeClr>
                            </a:outerShdw>
                          </a:effectLst>
                        </a:rPr>
                        <a:t>6</a:t>
                      </a:r>
                    </a:p>
                  </a:txBody>
                  <a:tcPr marL="7393"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Качество данных</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5"/>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Ошибки в исторических данных при миграции</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Высокая</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Высокое</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ru-RU" sz="1100" b="0" cap="none" spc="0">
                          <a:ln w="0"/>
                          <a:solidFill>
                            <a:sysClr val="windowText" lastClr="000000"/>
                          </a:solidFill>
                          <a:effectLst>
                            <a:outerShdw blurRad="38100" dist="19050" dir="2700000" algn="tl" rotWithShape="0">
                              <a:schemeClr val="dk1">
                                <a:alpha val="40000"/>
                              </a:schemeClr>
                            </a:outerShdw>
                          </a:effectLst>
                        </a:rPr>
                        <a:t>🔴 Высокий</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l"/>
                      <a:r>
                        <a:rPr lang="ru-RU" sz="1100" b="0" cap="none" spc="0" dirty="0">
                          <a:ln w="0"/>
                          <a:solidFill>
                            <a:sysClr val="windowText" lastClr="000000"/>
                          </a:solidFill>
                          <a:effectLst>
                            <a:outerShdw blurRad="38100" dist="19050" dir="2700000" algn="tl" rotWithShape="0">
                              <a:schemeClr val="dk1">
                                <a:alpha val="40000"/>
                              </a:schemeClr>
                            </a:outerShdw>
                          </a:effectLst>
                        </a:rPr>
                        <a:t>- Очистка данных перед переносом</a:t>
                      </a:r>
                      <a:br>
                        <a:rPr lang="ru-RU" sz="1100" b="0" cap="none" spc="0" dirty="0">
                          <a:ln w="0"/>
                          <a:solidFill>
                            <a:sysClr val="windowText" lastClr="000000"/>
                          </a:solidFill>
                          <a:effectLst>
                            <a:outerShdw blurRad="38100" dist="19050" dir="2700000" algn="tl" rotWithShape="0">
                              <a:schemeClr val="dk1">
                                <a:alpha val="40000"/>
                              </a:schemeClr>
                            </a:outerShdw>
                          </a:effectLst>
                        </a:rPr>
                      </a:br>
                      <a:r>
                        <a:rPr lang="ru-RU" sz="1100" b="0" cap="none" spc="0" dirty="0">
                          <a:ln w="0"/>
                          <a:solidFill>
                            <a:sysClr val="windowText" lastClr="000000"/>
                          </a:solidFill>
                          <a:effectLst>
                            <a:outerShdw blurRad="38100" dist="19050" dir="2700000" algn="tl" rotWithShape="0">
                              <a:schemeClr val="dk1">
                                <a:alpha val="40000"/>
                              </a:schemeClr>
                            </a:outerShdw>
                          </a:effectLst>
                        </a:rPr>
                        <a:t>- Двойная верификация выборок</a:t>
                      </a:r>
                      <a:br>
                        <a:rPr lang="ru-RU" sz="1100" b="0" cap="none" spc="0" dirty="0">
                          <a:ln w="0"/>
                          <a:solidFill>
                            <a:sysClr val="windowText" lastClr="000000"/>
                          </a:solidFill>
                          <a:effectLst>
                            <a:outerShdw blurRad="38100" dist="19050" dir="2700000" algn="tl" rotWithShape="0">
                              <a:schemeClr val="dk1">
                                <a:alpha val="40000"/>
                              </a:schemeClr>
                            </a:outerShdw>
                          </a:effectLst>
                        </a:rPr>
                      </a:br>
                      <a:r>
                        <a:rPr lang="ru-RU" sz="1100" b="0" cap="none" spc="0" dirty="0">
                          <a:ln w="0"/>
                          <a:solidFill>
                            <a:sysClr val="windowText" lastClr="000000"/>
                          </a:solidFill>
                          <a:effectLst>
                            <a:outerShdw blurRad="38100" dist="19050" dir="2700000" algn="tl" rotWithShape="0">
                              <a:schemeClr val="dk1">
                                <a:alpha val="40000"/>
                              </a:schemeClr>
                            </a:outerShdw>
                          </a:effectLst>
                        </a:rPr>
                        <a:t>- Инструменты автоматической валидации (например, </a:t>
                      </a:r>
                      <a:r>
                        <a:rPr lang="ru-RU" sz="1100" b="0" cap="none" spc="0" dirty="0" err="1">
                          <a:ln w="0"/>
                          <a:solidFill>
                            <a:sysClr val="windowText" lastClr="000000"/>
                          </a:solidFill>
                          <a:effectLst>
                            <a:outerShdw blurRad="38100" dist="19050" dir="2700000" algn="tl" rotWithShape="0">
                              <a:schemeClr val="dk1">
                                <a:alpha val="40000"/>
                              </a:schemeClr>
                            </a:outerShdw>
                          </a:effectLst>
                        </a:rPr>
                        <a:t>Talend</a:t>
                      </a:r>
                      <a:r>
                        <a:rPr lang="ru-RU" sz="1100" b="0" cap="none" spc="0" dirty="0">
                          <a:ln w="0"/>
                          <a:solidFill>
                            <a:sysClr val="windowText" lastClr="000000"/>
                          </a:solidFill>
                          <a:effectLst>
                            <a:outerShdw blurRad="38100" dist="19050" dir="2700000" algn="tl" rotWithShape="0">
                              <a:schemeClr val="dk1">
                                <a:alpha val="40000"/>
                              </a:schemeClr>
                            </a:outerShdw>
                          </a:effectLst>
                        </a:rPr>
                        <a:t>)</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911220611"/>
                  </a:ext>
                </a:extLst>
              </a:tr>
              <a:tr h="495428">
                <a:tc>
                  <a:txBody>
                    <a:bodyPr/>
                    <a:lstStyle/>
                    <a:p>
                      <a:pPr algn="ctr"/>
                      <a:r>
                        <a:rPr lang="ru-RU" sz="1100" b="1" cap="none" spc="0" dirty="0">
                          <a:ln w="0"/>
                          <a:solidFill>
                            <a:sysClr val="windowText" lastClr="000000"/>
                          </a:solidFill>
                          <a:effectLst>
                            <a:outerShdw blurRad="38100" dist="19050" dir="2700000" algn="tl" rotWithShape="0">
                              <a:schemeClr val="dk1">
                                <a:alpha val="40000"/>
                              </a:schemeClr>
                            </a:outerShdw>
                          </a:effectLst>
                        </a:rPr>
                        <a:t>7</a:t>
                      </a:r>
                    </a:p>
                  </a:txBody>
                  <a:tcPr marL="7393"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Сроки</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5"/>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Задержки из-за сложной настройки модуля расчета зарплаты</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Средняя</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Высокое</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ru-RU" sz="1100" b="0" cap="none" spc="0">
                          <a:ln w="0"/>
                          <a:solidFill>
                            <a:sysClr val="windowText" lastClr="000000"/>
                          </a:solidFill>
                          <a:effectLst>
                            <a:outerShdw blurRad="38100" dist="19050" dir="2700000" algn="tl" rotWithShape="0">
                              <a:schemeClr val="dk1">
                                <a:alpha val="40000"/>
                              </a:schemeClr>
                            </a:outerShdw>
                          </a:effectLst>
                        </a:rPr>
                        <a:t>🔴 Высокий</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l"/>
                      <a:r>
                        <a:rPr lang="ru-RU" sz="1100" b="0" cap="none" spc="0" dirty="0">
                          <a:ln w="0"/>
                          <a:solidFill>
                            <a:sysClr val="windowText" lastClr="000000"/>
                          </a:solidFill>
                          <a:effectLst>
                            <a:outerShdw blurRad="38100" dist="19050" dir="2700000" algn="tl" rotWithShape="0">
                              <a:schemeClr val="dk1">
                                <a:alpha val="40000"/>
                              </a:schemeClr>
                            </a:outerShdw>
                          </a:effectLst>
                        </a:rPr>
                        <a:t>- </a:t>
                      </a:r>
                      <a:r>
                        <a:rPr lang="ru-RU" sz="1100" b="0" cap="none" spc="0" dirty="0" err="1">
                          <a:ln w="0"/>
                          <a:solidFill>
                            <a:sysClr val="windowText" lastClr="000000"/>
                          </a:solidFill>
                          <a:effectLst>
                            <a:outerShdw blurRad="38100" dist="19050" dir="2700000" algn="tl" rotWithShape="0">
                              <a:schemeClr val="dk1">
                                <a:alpha val="40000"/>
                              </a:schemeClr>
                            </a:outerShdw>
                          </a:effectLst>
                        </a:rPr>
                        <a:t>Agile</a:t>
                      </a:r>
                      <a:r>
                        <a:rPr lang="ru-RU" sz="1100" b="0" cap="none" spc="0" dirty="0">
                          <a:ln w="0"/>
                          <a:solidFill>
                            <a:sysClr val="windowText" lastClr="000000"/>
                          </a:solidFill>
                          <a:effectLst>
                            <a:outerShdw blurRad="38100" dist="19050" dir="2700000" algn="tl" rotWithShape="0">
                              <a:schemeClr val="dk1">
                                <a:alpha val="40000"/>
                              </a:schemeClr>
                            </a:outerShdw>
                          </a:effectLst>
                        </a:rPr>
                        <a:t>-подход с итерациями</a:t>
                      </a:r>
                      <a:br>
                        <a:rPr lang="ru-RU" sz="1100" b="0" cap="none" spc="0" dirty="0">
                          <a:ln w="0"/>
                          <a:solidFill>
                            <a:sysClr val="windowText" lastClr="000000"/>
                          </a:solidFill>
                          <a:effectLst>
                            <a:outerShdw blurRad="38100" dist="19050" dir="2700000" algn="tl" rotWithShape="0">
                              <a:schemeClr val="dk1">
                                <a:alpha val="40000"/>
                              </a:schemeClr>
                            </a:outerShdw>
                          </a:effectLst>
                        </a:rPr>
                      </a:br>
                      <a:r>
                        <a:rPr lang="ru-RU" sz="1100" b="0" cap="none" spc="0" dirty="0">
                          <a:ln w="0"/>
                          <a:solidFill>
                            <a:sysClr val="windowText" lastClr="000000"/>
                          </a:solidFill>
                          <a:effectLst>
                            <a:outerShdw blurRad="38100" dist="19050" dir="2700000" algn="tl" rotWithShape="0">
                              <a:schemeClr val="dk1">
                                <a:alpha val="40000"/>
                              </a:schemeClr>
                            </a:outerShdw>
                          </a:effectLst>
                        </a:rPr>
                        <a:t>- Приоритезация ключевых функций</a:t>
                      </a:r>
                      <a:br>
                        <a:rPr lang="ru-RU" sz="1100" b="0" cap="none" spc="0" dirty="0">
                          <a:ln w="0"/>
                          <a:solidFill>
                            <a:sysClr val="windowText" lastClr="000000"/>
                          </a:solidFill>
                          <a:effectLst>
                            <a:outerShdw blurRad="38100" dist="19050" dir="2700000" algn="tl" rotWithShape="0">
                              <a:schemeClr val="dk1">
                                <a:alpha val="40000"/>
                              </a:schemeClr>
                            </a:outerShdw>
                          </a:effectLst>
                        </a:rPr>
                      </a:br>
                      <a:r>
                        <a:rPr lang="ru-RU" sz="1100" b="0" cap="none" spc="0" dirty="0">
                          <a:ln w="0"/>
                          <a:solidFill>
                            <a:sysClr val="windowText" lastClr="000000"/>
                          </a:solidFill>
                          <a:effectLst>
                            <a:outerShdw blurRad="38100" dist="19050" dir="2700000" algn="tl" rotWithShape="0">
                              <a:schemeClr val="dk1">
                                <a:alpha val="40000"/>
                              </a:schemeClr>
                            </a:outerShdw>
                          </a:effectLst>
                        </a:rPr>
                        <a:t>- Бонусы за досрочное завершение этапов</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68637457"/>
                  </a:ext>
                </a:extLst>
              </a:tr>
              <a:tr h="495428">
                <a:tc>
                  <a:txBody>
                    <a:bodyPr/>
                    <a:lstStyle/>
                    <a:p>
                      <a:pPr algn="ctr"/>
                      <a:r>
                        <a:rPr lang="ru-RU" sz="1100" b="1" cap="none" spc="0" dirty="0">
                          <a:ln w="0"/>
                          <a:solidFill>
                            <a:sysClr val="windowText" lastClr="000000"/>
                          </a:solidFill>
                          <a:effectLst>
                            <a:outerShdw blurRad="38100" dist="19050" dir="2700000" algn="tl" rotWithShape="0">
                              <a:schemeClr val="dk1">
                                <a:alpha val="40000"/>
                              </a:schemeClr>
                            </a:outerShdw>
                          </a:effectLst>
                        </a:rPr>
                        <a:t>8</a:t>
                      </a:r>
                    </a:p>
                  </a:txBody>
                  <a:tcPr marL="7393"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Технологические</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5"/>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Нестабильность облачной платформы (</a:t>
                      </a:r>
                      <a:r>
                        <a:rPr lang="en-US" sz="1100" b="0" cap="none" spc="0" dirty="0">
                          <a:ln w="0"/>
                          <a:solidFill>
                            <a:sysClr val="windowText" lastClr="000000"/>
                          </a:solidFill>
                          <a:effectLst>
                            <a:outerShdw blurRad="38100" dist="19050" dir="2700000" algn="tl" rotWithShape="0">
                              <a:schemeClr val="dk1">
                                <a:alpha val="40000"/>
                              </a:schemeClr>
                            </a:outerShdw>
                          </a:effectLst>
                        </a:rPr>
                        <a:t>Azure)</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Низкая</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ru-RU" sz="1100" b="0" cap="none" spc="0">
                          <a:ln w="0"/>
                          <a:solidFill>
                            <a:sysClr val="windowText" lastClr="000000"/>
                          </a:solidFill>
                          <a:effectLst>
                            <a:outerShdw blurRad="38100" dist="19050" dir="2700000" algn="tl" rotWithShape="0">
                              <a:schemeClr val="dk1">
                                <a:alpha val="40000"/>
                              </a:schemeClr>
                            </a:outerShdw>
                          </a:effectLst>
                        </a:rPr>
                        <a:t>Среднее</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 Низкий</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l"/>
                      <a:r>
                        <a:rPr lang="ru-RU" sz="1100" b="0" cap="none" spc="0" dirty="0">
                          <a:ln w="0"/>
                          <a:solidFill>
                            <a:sysClr val="windowText" lastClr="000000"/>
                          </a:solidFill>
                          <a:effectLst>
                            <a:outerShdw blurRad="38100" dist="19050" dir="2700000" algn="tl" rotWithShape="0">
                              <a:schemeClr val="dk1">
                                <a:alpha val="40000"/>
                              </a:schemeClr>
                            </a:outerShdw>
                          </a:effectLst>
                        </a:rPr>
                        <a:t>- Резервное копирование на локальные серверы</a:t>
                      </a:r>
                      <a:br>
                        <a:rPr lang="ru-RU" sz="1100" b="0" cap="none" spc="0" dirty="0">
                          <a:ln w="0"/>
                          <a:solidFill>
                            <a:sysClr val="windowText" lastClr="000000"/>
                          </a:solidFill>
                          <a:effectLst>
                            <a:outerShdw blurRad="38100" dist="19050" dir="2700000" algn="tl" rotWithShape="0">
                              <a:schemeClr val="dk1">
                                <a:alpha val="40000"/>
                              </a:schemeClr>
                            </a:outerShdw>
                          </a:effectLst>
                        </a:rPr>
                      </a:br>
                      <a:r>
                        <a:rPr lang="ru-RU" sz="1100" b="0" cap="none" spc="0" dirty="0">
                          <a:ln w="0"/>
                          <a:solidFill>
                            <a:sysClr val="windowText" lastClr="000000"/>
                          </a:solidFill>
                          <a:effectLst>
                            <a:outerShdw blurRad="38100" dist="19050" dir="2700000" algn="tl" rotWithShape="0">
                              <a:schemeClr val="dk1">
                                <a:alpha val="40000"/>
                              </a:schemeClr>
                            </a:outerShdw>
                          </a:effectLst>
                        </a:rPr>
                        <a:t>- SLA с Microsoft с гарантией </a:t>
                      </a:r>
                      <a:r>
                        <a:rPr lang="ru-RU" sz="1100" b="0" cap="none" spc="0" dirty="0" err="1">
                          <a:ln w="0"/>
                          <a:solidFill>
                            <a:sysClr val="windowText" lastClr="000000"/>
                          </a:solidFill>
                          <a:effectLst>
                            <a:outerShdw blurRad="38100" dist="19050" dir="2700000" algn="tl" rotWithShape="0">
                              <a:schemeClr val="dk1">
                                <a:alpha val="40000"/>
                              </a:schemeClr>
                            </a:outerShdw>
                          </a:effectLst>
                        </a:rPr>
                        <a:t>uptime</a:t>
                      </a:r>
                      <a:r>
                        <a:rPr lang="ru-RU" sz="1100" b="0" cap="none" spc="0" dirty="0">
                          <a:ln w="0"/>
                          <a:solidFill>
                            <a:sysClr val="windowText" lastClr="000000"/>
                          </a:solidFill>
                          <a:effectLst>
                            <a:outerShdw blurRad="38100" dist="19050" dir="2700000" algn="tl" rotWithShape="0">
                              <a:schemeClr val="dk1">
                                <a:alpha val="40000"/>
                              </a:schemeClr>
                            </a:outerShdw>
                          </a:effectLst>
                        </a:rPr>
                        <a:t> 99.9%</a:t>
                      </a:r>
                      <a:br>
                        <a:rPr lang="ru-RU" sz="1100" b="0" cap="none" spc="0" dirty="0">
                          <a:ln w="0"/>
                          <a:solidFill>
                            <a:sysClr val="windowText" lastClr="000000"/>
                          </a:solidFill>
                          <a:effectLst>
                            <a:outerShdw blurRad="38100" dist="19050" dir="2700000" algn="tl" rotWithShape="0">
                              <a:schemeClr val="dk1">
                                <a:alpha val="40000"/>
                              </a:schemeClr>
                            </a:outerShdw>
                          </a:effectLst>
                        </a:rPr>
                      </a:br>
                      <a:r>
                        <a:rPr lang="ru-RU" sz="1100" b="0" cap="none" spc="0" dirty="0">
                          <a:ln w="0"/>
                          <a:solidFill>
                            <a:sysClr val="windowText" lastClr="000000"/>
                          </a:solidFill>
                          <a:effectLst>
                            <a:outerShdw blurRad="38100" dist="19050" dir="2700000" algn="tl" rotWithShape="0">
                              <a:schemeClr val="dk1">
                                <a:alpha val="40000"/>
                              </a:schemeClr>
                            </a:outerShdw>
                          </a:effectLst>
                        </a:rPr>
                        <a:t>- План перехода на гибридную инфраструктуру</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15149821"/>
                  </a:ext>
                </a:extLst>
              </a:tr>
              <a:tr h="353635">
                <a:tc>
                  <a:txBody>
                    <a:bodyPr/>
                    <a:lstStyle/>
                    <a:p>
                      <a:pPr algn="ctr"/>
                      <a:r>
                        <a:rPr lang="ru-RU" sz="1100" b="1" cap="none" spc="0" dirty="0">
                          <a:ln w="0"/>
                          <a:solidFill>
                            <a:sysClr val="windowText" lastClr="000000"/>
                          </a:solidFill>
                          <a:effectLst>
                            <a:outerShdw blurRad="38100" dist="19050" dir="2700000" algn="tl" rotWithShape="0">
                              <a:schemeClr val="dk1">
                                <a:alpha val="40000"/>
                              </a:schemeClr>
                            </a:outerShdw>
                          </a:effectLst>
                        </a:rPr>
                        <a:t>9</a:t>
                      </a:r>
                    </a:p>
                  </a:txBody>
                  <a:tcPr marL="7393"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Инвестор</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5"/>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Недостаточная поддержка от поставщика</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Высокая</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Низкое</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 Низкий</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l"/>
                      <a:r>
                        <a:rPr lang="vi-VN" sz="1100" b="0" cap="none" spc="0" dirty="0">
                          <a:ln w="0"/>
                          <a:solidFill>
                            <a:sysClr val="windowText" lastClr="000000"/>
                          </a:solidFill>
                          <a:effectLst>
                            <a:outerShdw blurRad="38100" dist="19050" dir="2700000" algn="tl" rotWithShape="0">
                              <a:schemeClr val="dk1">
                                <a:alpha val="40000"/>
                              </a:schemeClr>
                            </a:outerShdw>
                          </a:effectLst>
                        </a:rPr>
                        <a:t>- </a:t>
                      </a:r>
                      <a:r>
                        <a:rPr lang="ru-RU" sz="1100" b="0" cap="none" spc="0" dirty="0">
                          <a:ln w="0"/>
                          <a:solidFill>
                            <a:sysClr val="windowText" lastClr="000000"/>
                          </a:solidFill>
                          <a:effectLst>
                            <a:outerShdw blurRad="38100" dist="19050" dir="2700000" algn="tl" rotWithShape="0">
                              <a:schemeClr val="dk1">
                                <a:alpha val="40000"/>
                              </a:schemeClr>
                            </a:outerShdw>
                          </a:effectLst>
                        </a:rPr>
                        <a:t>Выбор проверенного поставщика, включение поддержки в контракт</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857062432"/>
                  </a:ext>
                </a:extLst>
              </a:tr>
              <a:tr h="495428">
                <a:tc>
                  <a:txBody>
                    <a:bodyPr/>
                    <a:lstStyle/>
                    <a:p>
                      <a:pPr algn="ctr"/>
                      <a:r>
                        <a:rPr lang="ru-RU" sz="1100" b="1" cap="none" spc="0" dirty="0">
                          <a:ln w="0"/>
                          <a:solidFill>
                            <a:sysClr val="windowText" lastClr="000000"/>
                          </a:solidFill>
                          <a:effectLst>
                            <a:outerShdw blurRad="38100" dist="19050" dir="2700000" algn="tl" rotWithShape="0">
                              <a:schemeClr val="dk1">
                                <a:alpha val="40000"/>
                              </a:schemeClr>
                            </a:outerShdw>
                          </a:effectLst>
                        </a:rPr>
                        <a:t>10</a:t>
                      </a:r>
                    </a:p>
                  </a:txBody>
                  <a:tcPr marL="7393"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Финансовые</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5"/>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Скрытые затраты на лицензии дополнительных модулей</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Средняя</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ru-RU" sz="1100" b="0" cap="none" spc="0">
                          <a:ln w="0"/>
                          <a:solidFill>
                            <a:sysClr val="windowText" lastClr="000000"/>
                          </a:solidFill>
                          <a:effectLst>
                            <a:outerShdw blurRad="38100" dist="19050" dir="2700000" algn="tl" rotWithShape="0">
                              <a:schemeClr val="dk1">
                                <a:alpha val="40000"/>
                              </a:schemeClr>
                            </a:outerShdw>
                          </a:effectLst>
                        </a:rPr>
                        <a:t>Среднее</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 Средний</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l"/>
                      <a:r>
                        <a:rPr lang="ru-RU" sz="1100" b="0" cap="none" spc="0" dirty="0">
                          <a:ln w="0"/>
                          <a:solidFill>
                            <a:sysClr val="windowText" lastClr="000000"/>
                          </a:solidFill>
                          <a:effectLst>
                            <a:outerShdw blurRad="38100" dist="19050" dir="2700000" algn="tl" rotWithShape="0">
                              <a:schemeClr val="dk1">
                                <a:alpha val="40000"/>
                              </a:schemeClr>
                            </a:outerShdw>
                          </a:effectLst>
                        </a:rPr>
                        <a:t>- Детальный аудит лицензий перед покупкой</a:t>
                      </a:r>
                      <a:br>
                        <a:rPr lang="ru-RU" sz="1100" b="0" cap="none" spc="0" dirty="0">
                          <a:ln w="0"/>
                          <a:solidFill>
                            <a:sysClr val="windowText" lastClr="000000"/>
                          </a:solidFill>
                          <a:effectLst>
                            <a:outerShdw blurRad="38100" dist="19050" dir="2700000" algn="tl" rotWithShape="0">
                              <a:schemeClr val="dk1">
                                <a:alpha val="40000"/>
                              </a:schemeClr>
                            </a:outerShdw>
                          </a:effectLst>
                        </a:rPr>
                      </a:br>
                      <a:r>
                        <a:rPr lang="ru-RU" sz="1100" b="0" cap="none" spc="0" dirty="0">
                          <a:ln w="0"/>
                          <a:solidFill>
                            <a:sysClr val="windowText" lastClr="000000"/>
                          </a:solidFill>
                          <a:effectLst>
                            <a:outerShdw blurRad="38100" dist="19050" dir="2700000" algn="tl" rotWithShape="0">
                              <a:schemeClr val="dk1">
                                <a:alpha val="40000"/>
                              </a:schemeClr>
                            </a:outerShdw>
                          </a:effectLst>
                        </a:rPr>
                        <a:t>- Переговоры о пакетных скидках</a:t>
                      </a:r>
                      <a:br>
                        <a:rPr lang="ru-RU" sz="1100" b="0" cap="none" spc="0" dirty="0">
                          <a:ln w="0"/>
                          <a:solidFill>
                            <a:sysClr val="windowText" lastClr="000000"/>
                          </a:solidFill>
                          <a:effectLst>
                            <a:outerShdw blurRad="38100" dist="19050" dir="2700000" algn="tl" rotWithShape="0">
                              <a:schemeClr val="dk1">
                                <a:alpha val="40000"/>
                              </a:schemeClr>
                            </a:outerShdw>
                          </a:effectLst>
                        </a:rPr>
                      </a:br>
                      <a:r>
                        <a:rPr lang="ru-RU" sz="1100" b="0" cap="none" spc="0" dirty="0">
                          <a:ln w="0"/>
                          <a:solidFill>
                            <a:sysClr val="windowText" lastClr="000000"/>
                          </a:solidFill>
                          <a:effectLst>
                            <a:outerShdw blurRad="38100" dist="19050" dir="2700000" algn="tl" rotWithShape="0">
                              <a:schemeClr val="dk1">
                                <a:alpha val="40000"/>
                              </a:schemeClr>
                            </a:outerShdw>
                          </a:effectLst>
                        </a:rPr>
                        <a:t>- План постепенного подключения функций</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16691046"/>
                  </a:ext>
                </a:extLst>
              </a:tr>
              <a:tr h="656621">
                <a:tc>
                  <a:txBody>
                    <a:bodyPr/>
                    <a:lstStyle/>
                    <a:p>
                      <a:pPr algn="ctr"/>
                      <a:r>
                        <a:rPr lang="ru-RU" sz="1100" b="1" cap="none" spc="0" dirty="0">
                          <a:ln w="0"/>
                          <a:solidFill>
                            <a:sysClr val="windowText" lastClr="000000"/>
                          </a:solidFill>
                          <a:effectLst>
                            <a:outerShdw blurRad="38100" dist="19050" dir="2700000" algn="tl" rotWithShape="0">
                              <a:schemeClr val="dk1">
                                <a:alpha val="40000"/>
                              </a:schemeClr>
                            </a:outerShdw>
                          </a:effectLst>
                        </a:rPr>
                        <a:t>11</a:t>
                      </a:r>
                    </a:p>
                  </a:txBody>
                  <a:tcPr marL="7393"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Управление проектом</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5"/>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Потеря фокуса из-за параллельных инициатив в компании</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Средняя</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ru-RU" sz="1100" b="0" cap="none" spc="0">
                          <a:ln w="0"/>
                          <a:solidFill>
                            <a:sysClr val="windowText" lastClr="000000"/>
                          </a:solidFill>
                          <a:effectLst>
                            <a:outerShdw blurRad="38100" dist="19050" dir="2700000" algn="tl" rotWithShape="0">
                              <a:schemeClr val="dk1">
                                <a:alpha val="40000"/>
                              </a:schemeClr>
                            </a:outerShdw>
                          </a:effectLst>
                        </a:rPr>
                        <a:t>Высокое</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 Высокий</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l"/>
                      <a:r>
                        <a:rPr lang="ru-RU" sz="1100" b="0" cap="none" spc="0" dirty="0">
                          <a:ln w="0"/>
                          <a:solidFill>
                            <a:sysClr val="windowText" lastClr="000000"/>
                          </a:solidFill>
                          <a:effectLst>
                            <a:outerShdw blurRad="38100" dist="19050" dir="2700000" algn="tl" rotWithShape="0">
                              <a:schemeClr val="dk1">
                                <a:alpha val="40000"/>
                              </a:schemeClr>
                            </a:outerShdw>
                          </a:effectLst>
                        </a:rPr>
                        <a:t>- Четкое согласование приоритетов с руководством</a:t>
                      </a:r>
                      <a:br>
                        <a:rPr lang="ru-RU" sz="1100" b="0" cap="none" spc="0" dirty="0">
                          <a:ln w="0"/>
                          <a:solidFill>
                            <a:sysClr val="windowText" lastClr="000000"/>
                          </a:solidFill>
                          <a:effectLst>
                            <a:outerShdw blurRad="38100" dist="19050" dir="2700000" algn="tl" rotWithShape="0">
                              <a:schemeClr val="dk1">
                                <a:alpha val="40000"/>
                              </a:schemeClr>
                            </a:outerShdw>
                          </a:effectLst>
                        </a:rPr>
                      </a:br>
                      <a:r>
                        <a:rPr lang="ru-RU" sz="1100" b="0" cap="none" spc="0" dirty="0">
                          <a:ln w="0"/>
                          <a:solidFill>
                            <a:sysClr val="windowText" lastClr="000000"/>
                          </a:solidFill>
                          <a:effectLst>
                            <a:outerShdw blurRad="38100" dist="19050" dir="2700000" algn="tl" rotWithShape="0">
                              <a:schemeClr val="dk1">
                                <a:alpha val="40000"/>
                              </a:schemeClr>
                            </a:outerShdw>
                          </a:effectLst>
                        </a:rPr>
                        <a:t>- Выделение </a:t>
                      </a:r>
                      <a:r>
                        <a:rPr lang="ru-RU" sz="1100" b="0" cap="none" spc="0" dirty="0" err="1">
                          <a:ln w="0"/>
                          <a:solidFill>
                            <a:sysClr val="windowText" lastClr="000000"/>
                          </a:solidFill>
                          <a:effectLst>
                            <a:outerShdw blurRad="38100" dist="19050" dir="2700000" algn="tl" rotWithShape="0">
                              <a:schemeClr val="dk1">
                                <a:alpha val="40000"/>
                              </a:schemeClr>
                            </a:outerShdw>
                          </a:effectLst>
                        </a:rPr>
                        <a:t>dedicated</a:t>
                      </a:r>
                      <a:r>
                        <a:rPr lang="ru-RU" sz="1100" b="0" cap="none" spc="0" dirty="0">
                          <a:ln w="0"/>
                          <a:solidFill>
                            <a:sysClr val="windowText" lastClr="000000"/>
                          </a:solidFill>
                          <a:effectLst>
                            <a:outerShdw blurRad="38100" dist="19050" dir="2700000" algn="tl" rotWithShape="0">
                              <a:schemeClr val="dk1">
                                <a:alpha val="40000"/>
                              </a:schemeClr>
                            </a:outerShdw>
                          </a:effectLst>
                        </a:rPr>
                        <a:t>-команды</a:t>
                      </a:r>
                      <a:br>
                        <a:rPr lang="ru-RU" sz="1100" b="0" cap="none" spc="0" dirty="0">
                          <a:ln w="0"/>
                          <a:solidFill>
                            <a:sysClr val="windowText" lastClr="000000"/>
                          </a:solidFill>
                          <a:effectLst>
                            <a:outerShdw blurRad="38100" dist="19050" dir="2700000" algn="tl" rotWithShape="0">
                              <a:schemeClr val="dk1">
                                <a:alpha val="40000"/>
                              </a:schemeClr>
                            </a:outerShdw>
                          </a:effectLst>
                        </a:rPr>
                      </a:br>
                      <a:r>
                        <a:rPr lang="ru-RU" sz="1100" b="0" cap="none" spc="0" dirty="0">
                          <a:ln w="0"/>
                          <a:solidFill>
                            <a:sysClr val="windowText" lastClr="000000"/>
                          </a:solidFill>
                          <a:effectLst>
                            <a:outerShdw blurRad="38100" dist="19050" dir="2700000" algn="tl" rotWithShape="0">
                              <a:schemeClr val="dk1">
                                <a:alpha val="40000"/>
                              </a:schemeClr>
                            </a:outerShdw>
                          </a:effectLst>
                        </a:rPr>
                        <a:t>- Регулярные отчеты о прогрессе перед стейкхолдерами</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991715758"/>
                  </a:ext>
                </a:extLst>
              </a:tr>
              <a:tr h="817815">
                <a:tc>
                  <a:txBody>
                    <a:bodyPr/>
                    <a:lstStyle/>
                    <a:p>
                      <a:pPr algn="ctr"/>
                      <a:r>
                        <a:rPr lang="ru-RU" sz="1100" b="1" cap="none" spc="0" dirty="0">
                          <a:ln w="0"/>
                          <a:solidFill>
                            <a:sysClr val="windowText" lastClr="000000"/>
                          </a:solidFill>
                          <a:effectLst>
                            <a:outerShdw blurRad="38100" dist="19050" dir="2700000" algn="tl" rotWithShape="0">
                              <a:schemeClr val="dk1">
                                <a:alpha val="40000"/>
                              </a:schemeClr>
                            </a:outerShdw>
                          </a:effectLst>
                        </a:rPr>
                        <a:t>12</a:t>
                      </a:r>
                    </a:p>
                  </a:txBody>
                  <a:tcPr marL="7393"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Бизнес-процессы</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5"/>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Несоответствие системы реальным рабочим процессам на фермах</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Высокая</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Высокое</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ru-RU" sz="1100" b="0" cap="none" spc="0" dirty="0">
                          <a:ln w="0"/>
                          <a:solidFill>
                            <a:sysClr val="windowText" lastClr="000000"/>
                          </a:solidFill>
                          <a:effectLst>
                            <a:outerShdw blurRad="38100" dist="19050" dir="2700000" algn="tl" rotWithShape="0">
                              <a:schemeClr val="dk1">
                                <a:alpha val="40000"/>
                              </a:schemeClr>
                            </a:outerShdw>
                          </a:effectLst>
                        </a:rPr>
                        <a:t>🔴 Высокий</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algn="l"/>
                      <a:r>
                        <a:rPr lang="ru-RU" sz="1100" b="0" cap="none" spc="0" dirty="0">
                          <a:ln w="0"/>
                          <a:solidFill>
                            <a:sysClr val="windowText" lastClr="000000"/>
                          </a:solidFill>
                          <a:effectLst>
                            <a:outerShdw blurRad="38100" dist="19050" dir="2700000" algn="tl" rotWithShape="0">
                              <a:schemeClr val="dk1">
                                <a:alpha val="40000"/>
                              </a:schemeClr>
                            </a:outerShdw>
                          </a:effectLst>
                        </a:rPr>
                        <a:t>- Вовлечение конечных пользователей в тестирование</a:t>
                      </a:r>
                      <a:br>
                        <a:rPr lang="ru-RU" sz="1100" b="0" cap="none" spc="0" dirty="0">
                          <a:ln w="0"/>
                          <a:solidFill>
                            <a:sysClr val="windowText" lastClr="000000"/>
                          </a:solidFill>
                          <a:effectLst>
                            <a:outerShdw blurRad="38100" dist="19050" dir="2700000" algn="tl" rotWithShape="0">
                              <a:schemeClr val="dk1">
                                <a:alpha val="40000"/>
                              </a:schemeClr>
                            </a:outerShdw>
                          </a:effectLst>
                        </a:rPr>
                      </a:br>
                      <a:r>
                        <a:rPr lang="ru-RU" sz="1100" b="0" cap="none" spc="0" dirty="0">
                          <a:ln w="0"/>
                          <a:solidFill>
                            <a:sysClr val="windowText" lastClr="000000"/>
                          </a:solidFill>
                          <a:effectLst>
                            <a:outerShdw blurRad="38100" dist="19050" dir="2700000" algn="tl" rotWithShape="0">
                              <a:schemeClr val="dk1">
                                <a:alpha val="40000"/>
                              </a:schemeClr>
                            </a:outerShdw>
                          </a:effectLst>
                        </a:rPr>
                        <a:t>- Гибкие настройки </a:t>
                      </a:r>
                      <a:r>
                        <a:rPr lang="ru-RU" sz="1100" b="0" cap="none" spc="0" dirty="0" err="1">
                          <a:ln w="0"/>
                          <a:solidFill>
                            <a:sysClr val="windowText" lastClr="000000"/>
                          </a:solidFill>
                          <a:effectLst>
                            <a:outerShdw blurRad="38100" dist="19050" dir="2700000" algn="tl" rotWithShape="0">
                              <a:schemeClr val="dk1">
                                <a:alpha val="40000"/>
                              </a:schemeClr>
                            </a:outerShdw>
                          </a:effectLst>
                        </a:rPr>
                        <a:t>workflow</a:t>
                      </a:r>
                      <a:br>
                        <a:rPr lang="ru-RU" sz="1100" b="0" cap="none" spc="0" dirty="0">
                          <a:ln w="0"/>
                          <a:solidFill>
                            <a:sysClr val="windowText" lastClr="000000"/>
                          </a:solidFill>
                          <a:effectLst>
                            <a:outerShdw blurRad="38100" dist="19050" dir="2700000" algn="tl" rotWithShape="0">
                              <a:schemeClr val="dk1">
                                <a:alpha val="40000"/>
                              </a:schemeClr>
                            </a:outerShdw>
                          </a:effectLst>
                        </a:rPr>
                      </a:br>
                      <a:r>
                        <a:rPr lang="ru-RU" sz="1100" b="0" cap="none" spc="0" dirty="0">
                          <a:ln w="0"/>
                          <a:solidFill>
                            <a:sysClr val="windowText" lastClr="000000"/>
                          </a:solidFill>
                          <a:effectLst>
                            <a:outerShdw blurRad="38100" dist="19050" dir="2700000" algn="tl" rotWithShape="0">
                              <a:schemeClr val="dk1">
                                <a:alpha val="40000"/>
                              </a:schemeClr>
                            </a:outerShdw>
                          </a:effectLst>
                        </a:rPr>
                        <a:t>- Создание "экспертных групп" из сотрудников подразделений</a:t>
                      </a:r>
                    </a:p>
                  </a:txBody>
                  <a:tcPr marL="6161" marR="6161" marT="6161" marB="6161"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33571681"/>
                  </a:ext>
                </a:extLst>
              </a:tr>
            </a:tbl>
          </a:graphicData>
        </a:graphic>
      </p:graphicFrame>
    </p:spTree>
    <p:extLst>
      <p:ext uri="{BB962C8B-B14F-4D97-AF65-F5344CB8AC3E}">
        <p14:creationId xmlns:p14="http://schemas.microsoft.com/office/powerpoint/2010/main" val="41195057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B809CA70-450C-D09B-D03F-3590B84799C3}"/>
              </a:ext>
            </a:extLst>
          </p:cNvPr>
          <p:cNvPicPr>
            <a:picLocks noChangeAspect="1"/>
          </p:cNvPicPr>
          <p:nvPr/>
        </p:nvPicPr>
        <p:blipFill>
          <a:blip r:embed="rId2"/>
          <a:stretch>
            <a:fillRect/>
          </a:stretch>
        </p:blipFill>
        <p:spPr>
          <a:xfrm>
            <a:off x="5414" y="0"/>
            <a:ext cx="12181172" cy="6858000"/>
          </a:xfrm>
          <a:prstGeom prst="rect">
            <a:avLst/>
          </a:prstGeom>
        </p:spPr>
      </p:pic>
      <p:graphicFrame>
        <p:nvGraphicFramePr>
          <p:cNvPr id="2" name="Таблица 1">
            <a:extLst>
              <a:ext uri="{FF2B5EF4-FFF2-40B4-BE49-F238E27FC236}">
                <a16:creationId xmlns:a16="http://schemas.microsoft.com/office/drawing/2014/main" id="{DCA89B7E-2470-297F-AD91-98B8DEBF1BDE}"/>
              </a:ext>
            </a:extLst>
          </p:cNvPr>
          <p:cNvGraphicFramePr>
            <a:graphicFrameLocks noGrp="1"/>
          </p:cNvGraphicFramePr>
          <p:nvPr>
            <p:extLst>
              <p:ext uri="{D42A27DB-BD31-4B8C-83A1-F6EECF244321}">
                <p14:modId xmlns:p14="http://schemas.microsoft.com/office/powerpoint/2010/main" val="4028786235"/>
              </p:ext>
            </p:extLst>
          </p:nvPr>
        </p:nvGraphicFramePr>
        <p:xfrm>
          <a:off x="192025" y="185076"/>
          <a:ext cx="9848088" cy="6487848"/>
        </p:xfrm>
        <a:graphic>
          <a:graphicData uri="http://schemas.openxmlformats.org/drawingml/2006/table">
            <a:tbl>
              <a:tblPr firstRow="1" firstCol="1" bandRow="1">
                <a:effectLst>
                  <a:outerShdw blurRad="50800" dist="38100" dir="8100000" algn="tr" rotWithShape="0">
                    <a:prstClr val="black">
                      <a:alpha val="40000"/>
                    </a:prstClr>
                  </a:outerShdw>
                </a:effectLst>
                <a:tableStyleId>{69C7853C-536D-4A76-A0AE-DD22124D55A5}</a:tableStyleId>
              </a:tblPr>
              <a:tblGrid>
                <a:gridCol w="3186251">
                  <a:extLst>
                    <a:ext uri="{9D8B030D-6E8A-4147-A177-3AD203B41FA5}">
                      <a16:colId xmlns:a16="http://schemas.microsoft.com/office/drawing/2014/main" val="3358864053"/>
                    </a:ext>
                  </a:extLst>
                </a:gridCol>
                <a:gridCol w="2219979">
                  <a:extLst>
                    <a:ext uri="{9D8B030D-6E8A-4147-A177-3AD203B41FA5}">
                      <a16:colId xmlns:a16="http://schemas.microsoft.com/office/drawing/2014/main" val="3263471352"/>
                    </a:ext>
                  </a:extLst>
                </a:gridCol>
                <a:gridCol w="2220929">
                  <a:extLst>
                    <a:ext uri="{9D8B030D-6E8A-4147-A177-3AD203B41FA5}">
                      <a16:colId xmlns:a16="http://schemas.microsoft.com/office/drawing/2014/main" val="409480948"/>
                    </a:ext>
                  </a:extLst>
                </a:gridCol>
                <a:gridCol w="2220929">
                  <a:extLst>
                    <a:ext uri="{9D8B030D-6E8A-4147-A177-3AD203B41FA5}">
                      <a16:colId xmlns:a16="http://schemas.microsoft.com/office/drawing/2014/main" val="496305545"/>
                    </a:ext>
                  </a:extLst>
                </a:gridCol>
              </a:tblGrid>
              <a:tr h="232312">
                <a:tc>
                  <a:txBody>
                    <a:bodyPr/>
                    <a:lstStyle/>
                    <a:p>
                      <a:pPr marL="0" marR="0" algn="ctr">
                        <a:lnSpc>
                          <a:spcPct val="115000"/>
                        </a:lnSpc>
                        <a:spcAft>
                          <a:spcPts val="800"/>
                        </a:spcAft>
                        <a:buNone/>
                      </a:pP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Критерий</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a:noFill/>
                    </a:lnR>
                    <a:lnT w="9525" cap="flat" cmpd="sng" algn="ctr">
                      <a:noFill/>
                      <a:prstDash val="solid"/>
                    </a:lnT>
                    <a:lnB w="25400"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ctr">
                        <a:lnSpc>
                          <a:spcPct val="115000"/>
                        </a:lnSpc>
                        <a:spcAft>
                          <a:spcPts val="800"/>
                        </a:spcAft>
                        <a:buNone/>
                      </a:pPr>
                      <a:r>
                        <a:rPr lang="en-US" sz="1200" b="1" kern="100" cap="none" spc="0" dirty="0">
                          <a:ln w="0"/>
                          <a:solidFill>
                            <a:schemeClr val="bg2">
                              <a:lumMod val="10000"/>
                            </a:schemeClr>
                          </a:solidFill>
                          <a:effectLst>
                            <a:outerShdw blurRad="38100" dist="19050" dir="2700000" algn="tl" rotWithShape="0">
                              <a:schemeClr val="dk1">
                                <a:alpha val="40000"/>
                              </a:schemeClr>
                            </a:outerShdw>
                          </a:effectLst>
                        </a:rPr>
                        <a:t>SAP SuccessFactors</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a:noFill/>
                    </a:lnL>
                    <a:lnR>
                      <a:noFill/>
                    </a:lnR>
                    <a:lnT w="9525" cap="flat" cmpd="sng" algn="ctr">
                      <a:noFill/>
                      <a:prstDash val="solid"/>
                    </a:lnT>
                    <a:lnB w="25400"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ctr">
                        <a:lnSpc>
                          <a:spcPct val="115000"/>
                        </a:lnSpc>
                        <a:spcAft>
                          <a:spcPts val="800"/>
                        </a:spcAft>
                        <a:buNone/>
                      </a:pPr>
                      <a:r>
                        <a:rPr lang="en-US" sz="1200" b="1" kern="100" cap="none" spc="0" dirty="0">
                          <a:ln w="0"/>
                          <a:solidFill>
                            <a:schemeClr val="bg2">
                              <a:lumMod val="10000"/>
                            </a:schemeClr>
                          </a:solidFill>
                          <a:effectLst>
                            <a:outerShdw blurRad="38100" dist="19050" dir="2700000" algn="tl" rotWithShape="0">
                              <a:schemeClr val="dk1">
                                <a:alpha val="40000"/>
                              </a:schemeClr>
                            </a:outerShdw>
                          </a:effectLst>
                        </a:rPr>
                        <a:t>Oracle HCM</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a:noFill/>
                    </a:lnL>
                    <a:lnR>
                      <a:noFill/>
                    </a:lnR>
                    <a:lnT w="9525" cap="flat" cmpd="sng" algn="ctr">
                      <a:noFill/>
                      <a:prstDash val="solid"/>
                    </a:lnT>
                    <a:lnB w="25400"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ctr">
                        <a:lnSpc>
                          <a:spcPct val="115000"/>
                        </a:lnSpc>
                        <a:spcAft>
                          <a:spcPts val="800"/>
                        </a:spcAft>
                        <a:buNone/>
                      </a:pP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Experium</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rPr>
                        <a:t> HRM</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a:noFill/>
                    </a:lnL>
                    <a:lnR w="9525" cap="flat" cmpd="sng" algn="ctr">
                      <a:noFill/>
                      <a:prstDash val="solid"/>
                    </a:lnR>
                    <a:lnT w="9525" cap="flat" cmpd="sng" algn="ctr">
                      <a:noFill/>
                      <a:prstDash val="solid"/>
                    </a:lnT>
                    <a:lnB w="25400"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1588537322"/>
                  </a:ext>
                </a:extLst>
              </a:tr>
              <a:tr h="232312">
                <a:tc>
                  <a:txBody>
                    <a:bodyPr/>
                    <a:lstStyle/>
                    <a:p>
                      <a:pPr marL="0" marR="0" algn="ctr">
                        <a:lnSpc>
                          <a:spcPct val="115000"/>
                        </a:lnSpc>
                        <a:spcAft>
                          <a:spcPts val="800"/>
                        </a:spcAft>
                        <a:buNone/>
                      </a:pP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Стоимость</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rPr>
                        <a:t> </a:t>
                      </a: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внедрения</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25400" cap="flat" cmpd="sng" algn="ctr">
                      <a:noFill/>
                      <a:prstDash val="solid"/>
                    </a:lnR>
                    <a:lnT w="25400"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ctr">
                        <a:lnSpc>
                          <a:spcPct val="115000"/>
                        </a:lnSpc>
                        <a:spcAft>
                          <a:spcPts val="800"/>
                        </a:spcAft>
                        <a:buNone/>
                      </a:pPr>
                      <a:r>
                        <a:rPr lang="en-US" sz="1200" b="0" kern="100" cap="none" spc="0" dirty="0" err="1">
                          <a:ln w="0"/>
                          <a:solidFill>
                            <a:sysClr val="windowText" lastClr="000000"/>
                          </a:solidFill>
                          <a:effectLst>
                            <a:outerShdw blurRad="38100" dist="19050" dir="2700000" algn="tl" rotWithShape="0">
                              <a:schemeClr val="dk1">
                                <a:alpha val="40000"/>
                              </a:schemeClr>
                            </a:outerShdw>
                          </a:effectLst>
                        </a:rPr>
                        <a:t>Очень</a:t>
                      </a:r>
                      <a:r>
                        <a:rPr lang="en-US" sz="1200" b="0" kern="100" cap="none" spc="0" dirty="0">
                          <a:ln w="0"/>
                          <a:solidFill>
                            <a:sysClr val="windowText" lastClr="000000"/>
                          </a:solidFill>
                          <a:effectLst>
                            <a:outerShdw blurRad="38100" dist="19050" dir="2700000" algn="tl" rotWithShape="0">
                              <a:schemeClr val="dk1">
                                <a:alpha val="40000"/>
                              </a:schemeClr>
                            </a:outerShdw>
                          </a:effectLst>
                        </a:rPr>
                        <a:t> </a:t>
                      </a:r>
                      <a:r>
                        <a:rPr lang="en-US" sz="1200" b="0" kern="100" cap="none" spc="0" dirty="0" err="1">
                          <a:ln w="0"/>
                          <a:solidFill>
                            <a:sysClr val="windowText" lastClr="000000"/>
                          </a:solidFill>
                          <a:effectLst>
                            <a:outerShdw blurRad="38100" dist="19050" dir="2700000" algn="tl" rotWithShape="0">
                              <a:schemeClr val="dk1">
                                <a:alpha val="40000"/>
                              </a:schemeClr>
                            </a:outerShdw>
                          </a:effectLst>
                        </a:rPr>
                        <a:t>высокая</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25400" cap="flat" cmpd="sng" algn="ctr">
                      <a:noFill/>
                      <a:prstDash val="solid"/>
                    </a:lnL>
                    <a:lnR w="9525" cap="flat" cmpd="sng" algn="ctr">
                      <a:noFill/>
                      <a:prstDash val="solid"/>
                    </a:lnR>
                    <a:lnT w="25400"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dirty="0" err="1">
                          <a:ln w="0"/>
                          <a:solidFill>
                            <a:sysClr val="windowText" lastClr="000000"/>
                          </a:solidFill>
                          <a:effectLst>
                            <a:outerShdw blurRad="38100" dist="19050" dir="2700000" algn="tl" rotWithShape="0">
                              <a:schemeClr val="dk1">
                                <a:alpha val="40000"/>
                              </a:schemeClr>
                            </a:outerShdw>
                          </a:effectLst>
                        </a:rPr>
                        <a:t>Высокая</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25400"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dirty="0" err="1">
                          <a:ln w="0"/>
                          <a:solidFill>
                            <a:sysClr val="windowText" lastClr="000000"/>
                          </a:solidFill>
                          <a:effectLst>
                            <a:outerShdw blurRad="38100" dist="19050" dir="2700000" algn="tl" rotWithShape="0">
                              <a:schemeClr val="dk1">
                                <a:alpha val="40000"/>
                              </a:schemeClr>
                            </a:outerShdw>
                          </a:effectLst>
                        </a:rPr>
                        <a:t>Средняя</a:t>
                      </a:r>
                      <a:r>
                        <a:rPr lang="en-US" sz="1200" b="0" kern="100" cap="none" spc="0" dirty="0">
                          <a:ln w="0"/>
                          <a:solidFill>
                            <a:sysClr val="windowText" lastClr="000000"/>
                          </a:solidFill>
                          <a:effectLst>
                            <a:outerShdw blurRad="38100" dist="19050" dir="2700000" algn="tl" rotWithShape="0">
                              <a:schemeClr val="dk1">
                                <a:alpha val="40000"/>
                              </a:schemeClr>
                            </a:outerShdw>
                          </a:effectLst>
                        </a:rPr>
                        <a:t> – </a:t>
                      </a:r>
                      <a:r>
                        <a:rPr lang="en-US" sz="1200" b="0" kern="100" cap="none" spc="0" dirty="0" err="1">
                          <a:ln w="0"/>
                          <a:solidFill>
                            <a:sysClr val="windowText" lastClr="000000"/>
                          </a:solidFill>
                          <a:effectLst>
                            <a:outerShdw blurRad="38100" dist="19050" dir="2700000" algn="tl" rotWithShape="0">
                              <a:schemeClr val="dk1">
                                <a:alpha val="40000"/>
                              </a:schemeClr>
                            </a:outerShdw>
                          </a:effectLst>
                        </a:rPr>
                        <a:t>разумная</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25400"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69131732"/>
                  </a:ext>
                </a:extLst>
              </a:tr>
              <a:tr h="267856">
                <a:tc>
                  <a:txBody>
                    <a:bodyPr/>
                    <a:lstStyle/>
                    <a:p>
                      <a:pPr marL="0" marR="0" algn="ctr">
                        <a:lnSpc>
                          <a:spcPct val="115000"/>
                        </a:lnSpc>
                        <a:spcAft>
                          <a:spcPts val="800"/>
                        </a:spcAft>
                        <a:buNone/>
                      </a:pP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Годовые</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rPr>
                        <a:t> </a:t>
                      </a: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эксплуатационные</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rPr>
                        <a:t> </a:t>
                      </a: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расходы</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25400"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ctr">
                        <a:lnSpc>
                          <a:spcPct val="115000"/>
                        </a:lnSpc>
                        <a:spcAft>
                          <a:spcPts val="800"/>
                        </a:spcAft>
                        <a:buNone/>
                      </a:pPr>
                      <a:r>
                        <a:rPr lang="en-US" sz="1200" b="0" kern="100" cap="none" spc="0" dirty="0" err="1">
                          <a:ln w="0"/>
                          <a:solidFill>
                            <a:sysClr val="windowText" lastClr="000000"/>
                          </a:solidFill>
                          <a:effectLst>
                            <a:outerShdw blurRad="38100" dist="19050" dir="2700000" algn="tl" rotWithShape="0">
                              <a:schemeClr val="dk1">
                                <a:alpha val="40000"/>
                              </a:schemeClr>
                            </a:outerShdw>
                          </a:effectLst>
                        </a:rPr>
                        <a:t>Высокие</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25400"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dirty="0" err="1">
                          <a:ln w="0"/>
                          <a:solidFill>
                            <a:sysClr val="windowText" lastClr="000000"/>
                          </a:solidFill>
                          <a:effectLst>
                            <a:outerShdw blurRad="38100" dist="19050" dir="2700000" algn="tl" rotWithShape="0">
                              <a:schemeClr val="dk1">
                                <a:alpha val="40000"/>
                              </a:schemeClr>
                            </a:outerShdw>
                          </a:effectLst>
                        </a:rPr>
                        <a:t>Средние</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a:ln w="0"/>
                          <a:solidFill>
                            <a:sysClr val="windowText" lastClr="000000"/>
                          </a:solidFill>
                          <a:effectLst>
                            <a:outerShdw blurRad="38100" dist="19050" dir="2700000" algn="tl" rotWithShape="0">
                              <a:schemeClr val="dk1">
                                <a:alpha val="40000"/>
                              </a:schemeClr>
                            </a:outerShdw>
                          </a:effectLst>
                        </a:rPr>
                        <a:t>Низкие</a:t>
                      </a:r>
                      <a:endParaRPr lang="ru-RU" sz="1200" b="0" kern="100" cap="none" spc="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4193050350"/>
                  </a:ext>
                </a:extLst>
              </a:tr>
              <a:tr h="186046">
                <a:tc>
                  <a:txBody>
                    <a:bodyPr/>
                    <a:lstStyle/>
                    <a:p>
                      <a:pPr marL="0" marR="0" algn="ctr">
                        <a:lnSpc>
                          <a:spcPct val="115000"/>
                        </a:lnSpc>
                        <a:spcAft>
                          <a:spcPts val="800"/>
                        </a:spcAft>
                        <a:buNone/>
                      </a:pPr>
                      <a:r>
                        <a:rPr lang="en-US" sz="1200" b="1" kern="100" cap="none" spc="0">
                          <a:ln w="0"/>
                          <a:solidFill>
                            <a:schemeClr val="bg2">
                              <a:lumMod val="10000"/>
                            </a:schemeClr>
                          </a:solidFill>
                          <a:effectLst>
                            <a:outerShdw blurRad="38100" dist="19050" dir="2700000" algn="tl" rotWithShape="0">
                              <a:schemeClr val="dk1">
                                <a:alpha val="40000"/>
                              </a:schemeClr>
                            </a:outerShdw>
                          </a:effectLst>
                        </a:rPr>
                        <a:t>Срок внедрения</a:t>
                      </a:r>
                      <a:endParaRPr lang="ru-RU" sz="1200" b="1" kern="100" cap="none" spc="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25400"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ctr">
                        <a:lnSpc>
                          <a:spcPct val="115000"/>
                        </a:lnSpc>
                        <a:spcAft>
                          <a:spcPts val="800"/>
                        </a:spcAft>
                        <a:buNone/>
                      </a:pPr>
                      <a:r>
                        <a:rPr lang="en-US" sz="1200" b="0" kern="100" cap="none" spc="0" dirty="0">
                          <a:ln w="0"/>
                          <a:solidFill>
                            <a:sysClr val="windowText" lastClr="000000"/>
                          </a:solidFill>
                          <a:effectLst>
                            <a:outerShdw blurRad="38100" dist="19050" dir="2700000" algn="tl" rotWithShape="0">
                              <a:schemeClr val="dk1">
                                <a:alpha val="40000"/>
                              </a:schemeClr>
                            </a:outerShdw>
                          </a:effectLst>
                        </a:rPr>
                        <a:t>6–12 </a:t>
                      </a:r>
                      <a:r>
                        <a:rPr lang="en-US" sz="1200" b="0" kern="100" cap="none" spc="0" dirty="0" err="1">
                          <a:ln w="0"/>
                          <a:solidFill>
                            <a:sysClr val="windowText" lastClr="000000"/>
                          </a:solidFill>
                          <a:effectLst>
                            <a:outerShdw blurRad="38100" dist="19050" dir="2700000" algn="tl" rotWithShape="0">
                              <a:schemeClr val="dk1">
                                <a:alpha val="40000"/>
                              </a:schemeClr>
                            </a:outerShdw>
                          </a:effectLst>
                        </a:rPr>
                        <a:t>месяцев</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25400"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dirty="0">
                          <a:ln w="0"/>
                          <a:solidFill>
                            <a:sysClr val="windowText" lastClr="000000"/>
                          </a:solidFill>
                          <a:effectLst>
                            <a:outerShdw blurRad="38100" dist="19050" dir="2700000" algn="tl" rotWithShape="0">
                              <a:schemeClr val="dk1">
                                <a:alpha val="40000"/>
                              </a:schemeClr>
                            </a:outerShdw>
                          </a:effectLst>
                        </a:rPr>
                        <a:t>3–6 </a:t>
                      </a:r>
                      <a:r>
                        <a:rPr lang="en-US" sz="1200" b="0" kern="100" cap="none" spc="0" dirty="0" err="1">
                          <a:ln w="0"/>
                          <a:solidFill>
                            <a:sysClr val="windowText" lastClr="000000"/>
                          </a:solidFill>
                          <a:effectLst>
                            <a:outerShdw blurRad="38100" dist="19050" dir="2700000" algn="tl" rotWithShape="0">
                              <a:schemeClr val="dk1">
                                <a:alpha val="40000"/>
                              </a:schemeClr>
                            </a:outerShdw>
                          </a:effectLst>
                        </a:rPr>
                        <a:t>месяцев</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a:ln w="0"/>
                          <a:solidFill>
                            <a:sysClr val="windowText" lastClr="000000"/>
                          </a:solidFill>
                          <a:effectLst>
                            <a:outerShdw blurRad="38100" dist="19050" dir="2700000" algn="tl" rotWithShape="0">
                              <a:schemeClr val="dk1">
                                <a:alpha val="40000"/>
                              </a:schemeClr>
                            </a:outerShdw>
                          </a:effectLst>
                        </a:rPr>
                        <a:t>2–4 недели</a:t>
                      </a:r>
                      <a:endParaRPr lang="ru-RU" sz="1200" b="0" kern="100" cap="none" spc="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421002446"/>
                  </a:ext>
                </a:extLst>
              </a:tr>
              <a:tr h="232312">
                <a:tc>
                  <a:txBody>
                    <a:bodyPr/>
                    <a:lstStyle/>
                    <a:p>
                      <a:pPr marL="0" marR="0" algn="ctr">
                        <a:lnSpc>
                          <a:spcPct val="115000"/>
                        </a:lnSpc>
                        <a:spcAft>
                          <a:spcPts val="800"/>
                        </a:spcAft>
                        <a:buNone/>
                      </a:pP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Гибкость</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rPr>
                        <a:t> </a:t>
                      </a: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настройки</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25400"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ctr">
                        <a:lnSpc>
                          <a:spcPct val="115000"/>
                        </a:lnSpc>
                        <a:spcAft>
                          <a:spcPts val="800"/>
                        </a:spcAft>
                        <a:buNone/>
                      </a:pPr>
                      <a:r>
                        <a:rPr lang="en-US" sz="1200" b="0" kern="100" cap="none" spc="0" dirty="0" err="1">
                          <a:ln w="0"/>
                          <a:solidFill>
                            <a:sysClr val="windowText" lastClr="000000"/>
                          </a:solidFill>
                          <a:effectLst>
                            <a:outerShdw blurRad="38100" dist="19050" dir="2700000" algn="tl" rotWithShape="0">
                              <a:schemeClr val="dk1">
                                <a:alpha val="40000"/>
                              </a:schemeClr>
                            </a:outerShdw>
                          </a:effectLst>
                        </a:rPr>
                        <a:t>Средняя</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25400"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a:ln w="0"/>
                          <a:solidFill>
                            <a:sysClr val="windowText" lastClr="000000"/>
                          </a:solidFill>
                          <a:effectLst>
                            <a:outerShdw blurRad="38100" dist="19050" dir="2700000" algn="tl" rotWithShape="0">
                              <a:schemeClr val="dk1">
                                <a:alpha val="40000"/>
                              </a:schemeClr>
                            </a:outerShdw>
                          </a:effectLst>
                        </a:rPr>
                        <a:t>Хорошая</a:t>
                      </a:r>
                      <a:endParaRPr lang="ru-RU" sz="1200" b="0" kern="100" cap="none" spc="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a:ln w="0"/>
                          <a:solidFill>
                            <a:sysClr val="windowText" lastClr="000000"/>
                          </a:solidFill>
                          <a:effectLst>
                            <a:outerShdw blurRad="38100" dist="19050" dir="2700000" algn="tl" rotWithShape="0">
                              <a:schemeClr val="dk1">
                                <a:alpha val="40000"/>
                              </a:schemeClr>
                            </a:outerShdw>
                          </a:effectLst>
                        </a:rPr>
                        <a:t>Высокая, настраиваемая</a:t>
                      </a:r>
                      <a:endParaRPr lang="ru-RU" sz="1200" b="0" kern="100" cap="none" spc="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163841720"/>
                  </a:ext>
                </a:extLst>
              </a:tr>
              <a:tr h="472305">
                <a:tc>
                  <a:txBody>
                    <a:bodyPr/>
                    <a:lstStyle/>
                    <a:p>
                      <a:pPr marL="0" marR="0" algn="ctr">
                        <a:lnSpc>
                          <a:spcPct val="115000"/>
                        </a:lnSpc>
                        <a:spcAft>
                          <a:spcPts val="800"/>
                        </a:spcAft>
                        <a:buNone/>
                      </a:pPr>
                      <a:r>
                        <a:rPr lang="ru-RU" sz="1200" b="1" kern="100" cap="none" spc="0" dirty="0">
                          <a:ln w="0"/>
                          <a:solidFill>
                            <a:schemeClr val="bg2">
                              <a:lumMod val="10000"/>
                            </a:schemeClr>
                          </a:solidFill>
                          <a:effectLst>
                            <a:outerShdw blurRad="38100" dist="19050" dir="2700000" algn="tl" rotWithShape="0">
                              <a:schemeClr val="dk1">
                                <a:alpha val="40000"/>
                              </a:schemeClr>
                            </a:outerShdw>
                          </a:effectLst>
                        </a:rPr>
                        <a:t>Базовые </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rPr>
                        <a:t>HRM</a:t>
                      </a:r>
                      <a:r>
                        <a:rPr lang="ru-RU" sz="1200" b="1" kern="100" cap="none" spc="0" dirty="0">
                          <a:ln w="0"/>
                          <a:solidFill>
                            <a:schemeClr val="bg2">
                              <a:lumMod val="10000"/>
                            </a:schemeClr>
                          </a:solidFill>
                          <a:effectLst>
                            <a:outerShdw blurRad="38100" dist="19050" dir="2700000" algn="tl" rotWithShape="0">
                              <a:schemeClr val="dk1">
                                <a:alpha val="40000"/>
                              </a:schemeClr>
                            </a:outerShdw>
                          </a:effectLst>
                        </a:rPr>
                        <a:t>-функции (зарплата, смены, отпуска)</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25400"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ctr">
                        <a:lnSpc>
                          <a:spcPct val="115000"/>
                        </a:lnSpc>
                        <a:spcAft>
                          <a:spcPts val="800"/>
                        </a:spcAft>
                        <a:buNone/>
                      </a:pPr>
                      <a:r>
                        <a:rPr lang="en-US" sz="1200" b="0" kern="100" cap="none" spc="0" dirty="0" err="1">
                          <a:ln w="0"/>
                          <a:solidFill>
                            <a:sysClr val="windowText" lastClr="000000"/>
                          </a:solidFill>
                          <a:effectLst>
                            <a:outerShdw blurRad="38100" dist="19050" dir="2700000" algn="tl" rotWithShape="0">
                              <a:schemeClr val="dk1">
                                <a:alpha val="40000"/>
                              </a:schemeClr>
                            </a:outerShdw>
                          </a:effectLst>
                        </a:rPr>
                        <a:t>Полный</a:t>
                      </a:r>
                      <a:r>
                        <a:rPr lang="en-US" sz="1200" b="0" kern="100" cap="none" spc="0" dirty="0">
                          <a:ln w="0"/>
                          <a:solidFill>
                            <a:sysClr val="windowText" lastClr="000000"/>
                          </a:solidFill>
                          <a:effectLst>
                            <a:outerShdw blurRad="38100" dist="19050" dir="2700000" algn="tl" rotWithShape="0">
                              <a:schemeClr val="dk1">
                                <a:alpha val="40000"/>
                              </a:schemeClr>
                            </a:outerShdw>
                          </a:effectLst>
                        </a:rPr>
                        <a:t> и </a:t>
                      </a:r>
                      <a:r>
                        <a:rPr lang="en-US" sz="1200" b="0" kern="100" cap="none" spc="0" dirty="0" err="1">
                          <a:ln w="0"/>
                          <a:solidFill>
                            <a:sysClr val="windowText" lastClr="000000"/>
                          </a:solidFill>
                          <a:effectLst>
                            <a:outerShdw blurRad="38100" dist="19050" dir="2700000" algn="tl" rotWithShape="0">
                              <a:schemeClr val="dk1">
                                <a:alpha val="40000"/>
                              </a:schemeClr>
                            </a:outerShdw>
                          </a:effectLst>
                        </a:rPr>
                        <a:t>продвинутый</a:t>
                      </a:r>
                      <a:r>
                        <a:rPr lang="en-US" sz="1200" b="0" kern="100" cap="none" spc="0" dirty="0">
                          <a:ln w="0"/>
                          <a:solidFill>
                            <a:sysClr val="windowText" lastClr="000000"/>
                          </a:solidFill>
                          <a:effectLst>
                            <a:outerShdw blurRad="38100" dist="19050" dir="2700000" algn="tl" rotWithShape="0">
                              <a:schemeClr val="dk1">
                                <a:alpha val="40000"/>
                              </a:schemeClr>
                            </a:outerShdw>
                          </a:effectLst>
                        </a:rPr>
                        <a:t> </a:t>
                      </a:r>
                      <a:r>
                        <a:rPr lang="en-US" sz="1200" b="0" kern="100" cap="none" spc="0" dirty="0" err="1">
                          <a:ln w="0"/>
                          <a:solidFill>
                            <a:sysClr val="windowText" lastClr="000000"/>
                          </a:solidFill>
                          <a:effectLst>
                            <a:outerShdw blurRad="38100" dist="19050" dir="2700000" algn="tl" rotWithShape="0">
                              <a:schemeClr val="dk1">
                                <a:alpha val="40000"/>
                              </a:schemeClr>
                            </a:outerShdw>
                          </a:effectLst>
                        </a:rPr>
                        <a:t>набор</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25400"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dirty="0" err="1">
                          <a:ln w="0"/>
                          <a:solidFill>
                            <a:sysClr val="windowText" lastClr="000000"/>
                          </a:solidFill>
                          <a:effectLst>
                            <a:outerShdw blurRad="38100" dist="19050" dir="2700000" algn="tl" rotWithShape="0">
                              <a:schemeClr val="dk1">
                                <a:alpha val="40000"/>
                              </a:schemeClr>
                            </a:outerShdw>
                          </a:effectLst>
                        </a:rPr>
                        <a:t>Полный</a:t>
                      </a:r>
                      <a:r>
                        <a:rPr lang="en-US" sz="1200" b="0" kern="100" cap="none" spc="0" dirty="0">
                          <a:ln w="0"/>
                          <a:solidFill>
                            <a:sysClr val="windowText" lastClr="000000"/>
                          </a:solidFill>
                          <a:effectLst>
                            <a:outerShdw blurRad="38100" dist="19050" dir="2700000" algn="tl" rotWithShape="0">
                              <a:schemeClr val="dk1">
                                <a:alpha val="40000"/>
                              </a:schemeClr>
                            </a:outerShdw>
                          </a:effectLst>
                        </a:rPr>
                        <a:t> </a:t>
                      </a:r>
                      <a:r>
                        <a:rPr lang="en-US" sz="1200" b="0" kern="100" cap="none" spc="0" dirty="0" err="1">
                          <a:ln w="0"/>
                          <a:solidFill>
                            <a:sysClr val="windowText" lastClr="000000"/>
                          </a:solidFill>
                          <a:effectLst>
                            <a:outerShdw blurRad="38100" dist="19050" dir="2700000" algn="tl" rotWithShape="0">
                              <a:schemeClr val="dk1">
                                <a:alpha val="40000"/>
                              </a:schemeClr>
                            </a:outerShdw>
                          </a:effectLst>
                        </a:rPr>
                        <a:t>набор</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ru-RU" sz="1200" b="0" kern="100" cap="none" spc="0">
                          <a:ln w="0"/>
                          <a:solidFill>
                            <a:sysClr val="windowText" lastClr="000000"/>
                          </a:solidFill>
                          <a:effectLst>
                            <a:outerShdw blurRad="38100" dist="19050" dir="2700000" algn="tl" rotWithShape="0">
                              <a:schemeClr val="dk1">
                                <a:alpha val="40000"/>
                              </a:schemeClr>
                            </a:outerShdw>
                          </a:effectLst>
                        </a:rPr>
                        <a:t>Полный набор, адаптирован под Вьетнам</a:t>
                      </a:r>
                      <a:endParaRPr lang="ru-RU" sz="1200" b="0" kern="100" cap="none" spc="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085430101"/>
                  </a:ext>
                </a:extLst>
              </a:tr>
              <a:tr h="352309">
                <a:tc>
                  <a:txBody>
                    <a:bodyPr/>
                    <a:lstStyle/>
                    <a:p>
                      <a:pPr marL="0" marR="0" algn="ctr">
                        <a:lnSpc>
                          <a:spcPct val="115000"/>
                        </a:lnSpc>
                        <a:spcAft>
                          <a:spcPts val="800"/>
                        </a:spcAft>
                        <a:buNone/>
                      </a:pP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Управление</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rPr>
                        <a:t> </a:t>
                      </a: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эффективностью</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rPr>
                        <a:t> (KPI, 360°)</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25400"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ctr">
                        <a:lnSpc>
                          <a:spcPct val="115000"/>
                        </a:lnSpc>
                        <a:spcAft>
                          <a:spcPts val="800"/>
                        </a:spcAft>
                        <a:buNone/>
                      </a:pPr>
                      <a:r>
                        <a:rPr lang="en-US" sz="1200" b="0" kern="100" cap="none" spc="0" dirty="0" err="1">
                          <a:ln w="0"/>
                          <a:solidFill>
                            <a:sysClr val="windowText" lastClr="000000"/>
                          </a:solidFill>
                          <a:effectLst>
                            <a:outerShdw blurRad="38100" dist="19050" dir="2700000" algn="tl" rotWithShape="0">
                              <a:schemeClr val="dk1">
                                <a:alpha val="40000"/>
                              </a:schemeClr>
                            </a:outerShdw>
                          </a:effectLst>
                        </a:rPr>
                        <a:t>Есть</a:t>
                      </a:r>
                      <a:r>
                        <a:rPr lang="en-US" sz="1200" b="0" kern="100" cap="none" spc="0" dirty="0">
                          <a:ln w="0"/>
                          <a:solidFill>
                            <a:sysClr val="windowText" lastClr="000000"/>
                          </a:solidFill>
                          <a:effectLst>
                            <a:outerShdw blurRad="38100" dist="19050" dir="2700000" algn="tl" rotWithShape="0">
                              <a:schemeClr val="dk1">
                                <a:alpha val="40000"/>
                              </a:schemeClr>
                            </a:outerShdw>
                          </a:effectLst>
                        </a:rPr>
                        <a:t>, </a:t>
                      </a:r>
                      <a:r>
                        <a:rPr lang="en-US" sz="1200" b="0" kern="100" cap="none" spc="0" dirty="0" err="1">
                          <a:ln w="0"/>
                          <a:solidFill>
                            <a:sysClr val="windowText" lastClr="000000"/>
                          </a:solidFill>
                          <a:effectLst>
                            <a:outerShdw blurRad="38100" dist="19050" dir="2700000" algn="tl" rotWithShape="0">
                              <a:schemeClr val="dk1">
                                <a:alpha val="40000"/>
                              </a:schemeClr>
                            </a:outerShdw>
                          </a:effectLst>
                        </a:rPr>
                        <a:t>очень</a:t>
                      </a:r>
                      <a:r>
                        <a:rPr lang="en-US" sz="1200" b="0" kern="100" cap="none" spc="0" dirty="0">
                          <a:ln w="0"/>
                          <a:solidFill>
                            <a:sysClr val="windowText" lastClr="000000"/>
                          </a:solidFill>
                          <a:effectLst>
                            <a:outerShdw blurRad="38100" dist="19050" dir="2700000" algn="tl" rotWithShape="0">
                              <a:schemeClr val="dk1">
                                <a:alpha val="40000"/>
                              </a:schemeClr>
                            </a:outerShdw>
                          </a:effectLst>
                        </a:rPr>
                        <a:t> </a:t>
                      </a:r>
                      <a:r>
                        <a:rPr lang="en-US" sz="1200" b="0" kern="100" cap="none" spc="0" dirty="0" err="1">
                          <a:ln w="0"/>
                          <a:solidFill>
                            <a:sysClr val="windowText" lastClr="000000"/>
                          </a:solidFill>
                          <a:effectLst>
                            <a:outerShdw blurRad="38100" dist="19050" dir="2700000" algn="tl" rotWithShape="0">
                              <a:schemeClr val="dk1">
                                <a:alpha val="40000"/>
                              </a:schemeClr>
                            </a:outerShdw>
                          </a:effectLst>
                        </a:rPr>
                        <a:t>мощный</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25400"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dirty="0" err="1">
                          <a:ln w="0"/>
                          <a:solidFill>
                            <a:sysClr val="windowText" lastClr="000000"/>
                          </a:solidFill>
                          <a:effectLst>
                            <a:outerShdw blurRad="38100" dist="19050" dir="2700000" algn="tl" rotWithShape="0">
                              <a:schemeClr val="dk1">
                                <a:alpha val="40000"/>
                              </a:schemeClr>
                            </a:outerShdw>
                          </a:effectLst>
                        </a:rPr>
                        <a:t>Хорошо</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a:ln w="0"/>
                          <a:solidFill>
                            <a:sysClr val="windowText" lastClr="000000"/>
                          </a:solidFill>
                          <a:effectLst>
                            <a:outerShdw blurRad="38100" dist="19050" dir="2700000" algn="tl" rotWithShape="0">
                              <a:schemeClr val="dk1">
                                <a:alpha val="40000"/>
                              </a:schemeClr>
                            </a:outerShdw>
                          </a:effectLst>
                        </a:rPr>
                        <a:t>Базовый уровень</a:t>
                      </a:r>
                      <a:endParaRPr lang="ru-RU" sz="1200" b="0" kern="100" cap="none" spc="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163463153"/>
                  </a:ext>
                </a:extLst>
              </a:tr>
              <a:tr h="472305">
                <a:tc>
                  <a:txBody>
                    <a:bodyPr/>
                    <a:lstStyle/>
                    <a:p>
                      <a:pPr marL="0" marR="0" algn="ctr">
                        <a:lnSpc>
                          <a:spcPct val="115000"/>
                        </a:lnSpc>
                        <a:spcAft>
                          <a:spcPts val="800"/>
                        </a:spcAft>
                        <a:buNone/>
                      </a:pP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Интеграция</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rPr>
                        <a:t> с ERP/CRM</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25400"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ctr">
                        <a:lnSpc>
                          <a:spcPct val="115000"/>
                        </a:lnSpc>
                        <a:spcAft>
                          <a:spcPts val="800"/>
                        </a:spcAft>
                        <a:buNone/>
                      </a:pPr>
                      <a:r>
                        <a:rPr lang="en-US" sz="1200" b="0" kern="100" cap="none" spc="0" dirty="0" err="1">
                          <a:ln w="0"/>
                          <a:solidFill>
                            <a:sysClr val="windowText" lastClr="000000"/>
                          </a:solidFill>
                          <a:effectLst>
                            <a:outerShdw blurRad="38100" dist="19050" dir="2700000" algn="tl" rotWithShape="0">
                              <a:schemeClr val="dk1">
                                <a:alpha val="40000"/>
                              </a:schemeClr>
                            </a:outerShdw>
                          </a:effectLst>
                        </a:rPr>
                        <a:t>Отличная</a:t>
                      </a:r>
                      <a:r>
                        <a:rPr lang="en-US" sz="1200" b="0" kern="100" cap="none" spc="0" dirty="0">
                          <a:ln w="0"/>
                          <a:solidFill>
                            <a:sysClr val="windowText" lastClr="000000"/>
                          </a:solidFill>
                          <a:effectLst>
                            <a:outerShdw blurRad="38100" dist="19050" dir="2700000" algn="tl" rotWithShape="0">
                              <a:schemeClr val="dk1">
                                <a:alpha val="40000"/>
                              </a:schemeClr>
                            </a:outerShdw>
                          </a:effectLst>
                        </a:rPr>
                        <a:t> (с SAP)</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25400"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dirty="0" err="1">
                          <a:ln w="0"/>
                          <a:solidFill>
                            <a:sysClr val="windowText" lastClr="000000"/>
                          </a:solidFill>
                          <a:effectLst>
                            <a:outerShdw blurRad="38100" dist="19050" dir="2700000" algn="tl" rotWithShape="0">
                              <a:schemeClr val="dk1">
                                <a:alpha val="40000"/>
                              </a:schemeClr>
                            </a:outerShdw>
                          </a:effectLst>
                        </a:rPr>
                        <a:t>Лёгкая</a:t>
                      </a:r>
                      <a:r>
                        <a:rPr lang="en-US" sz="1200" b="0" kern="100" cap="none" spc="0" dirty="0">
                          <a:ln w="0"/>
                          <a:solidFill>
                            <a:sysClr val="windowText" lastClr="000000"/>
                          </a:solidFill>
                          <a:effectLst>
                            <a:outerShdw blurRad="38100" dist="19050" dir="2700000" algn="tl" rotWithShape="0">
                              <a:schemeClr val="dk1">
                                <a:alpha val="40000"/>
                              </a:schemeClr>
                            </a:outerShdw>
                          </a:effectLst>
                        </a:rPr>
                        <a:t> </a:t>
                      </a:r>
                      <a:r>
                        <a:rPr lang="en-US" sz="1200" b="0" kern="100" cap="none" spc="0" dirty="0" err="1">
                          <a:ln w="0"/>
                          <a:solidFill>
                            <a:sysClr val="windowText" lastClr="000000"/>
                          </a:solidFill>
                          <a:effectLst>
                            <a:outerShdw blurRad="38100" dist="19050" dir="2700000" algn="tl" rotWithShape="0">
                              <a:schemeClr val="dk1">
                                <a:alpha val="40000"/>
                              </a:schemeClr>
                            </a:outerShdw>
                          </a:effectLst>
                        </a:rPr>
                        <a:t>интеграция</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ru-RU" sz="1200" b="0" kern="100" cap="none" spc="0">
                          <a:ln w="0"/>
                          <a:solidFill>
                            <a:sysClr val="windowText" lastClr="000000"/>
                          </a:solidFill>
                          <a:effectLst>
                            <a:outerShdw blurRad="38100" dist="19050" dir="2700000" algn="tl" rotWithShape="0">
                              <a:schemeClr val="dk1">
                                <a:alpha val="40000"/>
                              </a:schemeClr>
                            </a:outerShdw>
                          </a:effectLst>
                        </a:rPr>
                        <a:t>Хорошо интегрируется с существующими системами</a:t>
                      </a:r>
                      <a:endParaRPr lang="ru-RU" sz="1200" b="0" kern="100" cap="none" spc="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158444"/>
                  </a:ext>
                </a:extLst>
              </a:tr>
              <a:tr h="232312">
                <a:tc>
                  <a:txBody>
                    <a:bodyPr/>
                    <a:lstStyle/>
                    <a:p>
                      <a:pPr marL="0" marR="0" algn="ctr">
                        <a:lnSpc>
                          <a:spcPct val="115000"/>
                        </a:lnSpc>
                        <a:spcAft>
                          <a:spcPts val="800"/>
                        </a:spcAft>
                        <a:buNone/>
                      </a:pP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Мультиязычная</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rPr>
                        <a:t> </a:t>
                      </a: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поддержка</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25400"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ctr">
                        <a:lnSpc>
                          <a:spcPct val="115000"/>
                        </a:lnSpc>
                        <a:spcAft>
                          <a:spcPts val="800"/>
                        </a:spcAft>
                        <a:buNone/>
                      </a:pPr>
                      <a:r>
                        <a:rPr lang="en-US" sz="1200" b="0" kern="100" cap="none" spc="0" dirty="0" err="1">
                          <a:ln w="0"/>
                          <a:solidFill>
                            <a:sysClr val="windowText" lastClr="000000"/>
                          </a:solidFill>
                          <a:effectLst>
                            <a:outerShdw blurRad="38100" dist="19050" dir="2700000" algn="tl" rotWithShape="0">
                              <a:schemeClr val="dk1">
                                <a:alpha val="40000"/>
                              </a:schemeClr>
                            </a:outerShdw>
                          </a:effectLst>
                        </a:rPr>
                        <a:t>Да</a:t>
                      </a:r>
                      <a:r>
                        <a:rPr lang="en-US" sz="1200" b="0" kern="100" cap="none" spc="0" dirty="0">
                          <a:ln w="0"/>
                          <a:solidFill>
                            <a:sysClr val="windowText" lastClr="000000"/>
                          </a:solidFill>
                          <a:effectLst>
                            <a:outerShdw blurRad="38100" dist="19050" dir="2700000" algn="tl" rotWithShape="0">
                              <a:schemeClr val="dk1">
                                <a:alpha val="40000"/>
                              </a:schemeClr>
                            </a:outerShdw>
                          </a:effectLst>
                        </a:rPr>
                        <a:t> (</a:t>
                      </a:r>
                      <a:r>
                        <a:rPr lang="en-US" sz="1200" b="0" kern="100" cap="none" spc="0" dirty="0" err="1">
                          <a:ln w="0"/>
                          <a:solidFill>
                            <a:sysClr val="windowText" lastClr="000000"/>
                          </a:solidFill>
                          <a:effectLst>
                            <a:outerShdw blurRad="38100" dist="19050" dir="2700000" algn="tl" rotWithShape="0">
                              <a:schemeClr val="dk1">
                                <a:alpha val="40000"/>
                              </a:schemeClr>
                            </a:outerShdw>
                          </a:effectLst>
                        </a:rPr>
                        <a:t>много</a:t>
                      </a:r>
                      <a:r>
                        <a:rPr lang="en-US" sz="1200" b="0" kern="100" cap="none" spc="0" dirty="0">
                          <a:ln w="0"/>
                          <a:solidFill>
                            <a:sysClr val="windowText" lastClr="000000"/>
                          </a:solidFill>
                          <a:effectLst>
                            <a:outerShdw blurRad="38100" dist="19050" dir="2700000" algn="tl" rotWithShape="0">
                              <a:schemeClr val="dk1">
                                <a:alpha val="40000"/>
                              </a:schemeClr>
                            </a:outerShdw>
                          </a:effectLst>
                        </a:rPr>
                        <a:t> </a:t>
                      </a:r>
                      <a:r>
                        <a:rPr lang="en-US" sz="1200" b="0" kern="100" cap="none" spc="0" dirty="0" err="1">
                          <a:ln w="0"/>
                          <a:solidFill>
                            <a:sysClr val="windowText" lastClr="000000"/>
                          </a:solidFill>
                          <a:effectLst>
                            <a:outerShdw blurRad="38100" dist="19050" dir="2700000" algn="tl" rotWithShape="0">
                              <a:schemeClr val="dk1">
                                <a:alpha val="40000"/>
                              </a:schemeClr>
                            </a:outerShdw>
                          </a:effectLst>
                        </a:rPr>
                        <a:t>языков</a:t>
                      </a:r>
                      <a:r>
                        <a:rPr lang="en-US" sz="1200" b="0" kern="100" cap="none" spc="0" dirty="0">
                          <a:ln w="0"/>
                          <a:solidFill>
                            <a:sysClr val="windowText" lastClr="000000"/>
                          </a:solidFill>
                          <a:effectLst>
                            <a:outerShdw blurRad="38100" dist="19050" dir="2700000" algn="tl" rotWithShape="0">
                              <a:schemeClr val="dk1">
                                <a:alpha val="40000"/>
                              </a:schemeClr>
                            </a:outerShdw>
                          </a:effectLst>
                        </a:rPr>
                        <a:t>)</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25400"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dirty="0" err="1">
                          <a:ln w="0"/>
                          <a:solidFill>
                            <a:sysClr val="windowText" lastClr="000000"/>
                          </a:solidFill>
                          <a:effectLst>
                            <a:outerShdw blurRad="38100" dist="19050" dir="2700000" algn="tl" rotWithShape="0">
                              <a:schemeClr val="dk1">
                                <a:alpha val="40000"/>
                              </a:schemeClr>
                            </a:outerShdw>
                          </a:effectLst>
                        </a:rPr>
                        <a:t>Да</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a:ln w="0"/>
                          <a:solidFill>
                            <a:sysClr val="windowText" lastClr="000000"/>
                          </a:solidFill>
                          <a:effectLst>
                            <a:outerShdw blurRad="38100" dist="19050" dir="2700000" algn="tl" rotWithShape="0">
                              <a:schemeClr val="dk1">
                                <a:alpha val="40000"/>
                              </a:schemeClr>
                            </a:outerShdw>
                          </a:effectLst>
                        </a:rPr>
                        <a:t>Вьетнамский, английский</a:t>
                      </a:r>
                      <a:endParaRPr lang="ru-RU" sz="1200" b="0" kern="100" cap="none" spc="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10581780"/>
                  </a:ext>
                </a:extLst>
              </a:tr>
              <a:tr h="352309">
                <a:tc>
                  <a:txBody>
                    <a:bodyPr/>
                    <a:lstStyle/>
                    <a:p>
                      <a:pPr marL="0" marR="0" algn="ctr">
                        <a:lnSpc>
                          <a:spcPct val="115000"/>
                        </a:lnSpc>
                        <a:spcAft>
                          <a:spcPts val="800"/>
                        </a:spcAft>
                        <a:buNone/>
                      </a:pP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Интерфейс</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rPr>
                        <a:t> </a:t>
                      </a: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пользователя</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25400"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ctr">
                        <a:lnSpc>
                          <a:spcPct val="115000"/>
                        </a:lnSpc>
                        <a:spcAft>
                          <a:spcPts val="800"/>
                        </a:spcAft>
                        <a:buNone/>
                      </a:pPr>
                      <a:r>
                        <a:rPr lang="en-US" sz="1200" b="0" kern="100" cap="none" spc="0">
                          <a:ln w="0"/>
                          <a:solidFill>
                            <a:sysClr val="windowText" lastClr="000000"/>
                          </a:solidFill>
                          <a:effectLst>
                            <a:outerShdw blurRad="38100" dist="19050" dir="2700000" algn="tl" rotWithShape="0">
                              <a:schemeClr val="dk1">
                                <a:alpha val="40000"/>
                              </a:schemeClr>
                            </a:outerShdw>
                          </a:effectLst>
                        </a:rPr>
                        <a:t>Сложный, профессиональный</a:t>
                      </a:r>
                      <a:endParaRPr lang="ru-RU" sz="1200" b="0" kern="100" cap="none" spc="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25400"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dirty="0" err="1">
                          <a:ln w="0"/>
                          <a:solidFill>
                            <a:sysClr val="windowText" lastClr="000000"/>
                          </a:solidFill>
                          <a:effectLst>
                            <a:outerShdw blurRad="38100" dist="19050" dir="2700000" algn="tl" rotWithShape="0">
                              <a:schemeClr val="dk1">
                                <a:alpha val="40000"/>
                              </a:schemeClr>
                            </a:outerShdw>
                          </a:effectLst>
                        </a:rPr>
                        <a:t>Современный</a:t>
                      </a:r>
                      <a:r>
                        <a:rPr lang="en-US" sz="1200" b="0" kern="100" cap="none" spc="0" dirty="0">
                          <a:ln w="0"/>
                          <a:solidFill>
                            <a:sysClr val="windowText" lastClr="000000"/>
                          </a:solidFill>
                          <a:effectLst>
                            <a:outerShdw blurRad="38100" dist="19050" dir="2700000" algn="tl" rotWithShape="0">
                              <a:schemeClr val="dk1">
                                <a:alpha val="40000"/>
                              </a:schemeClr>
                            </a:outerShdw>
                          </a:effectLst>
                        </a:rPr>
                        <a:t>, </a:t>
                      </a:r>
                      <a:r>
                        <a:rPr lang="en-US" sz="1200" b="0" kern="100" cap="none" spc="0" dirty="0" err="1">
                          <a:ln w="0"/>
                          <a:solidFill>
                            <a:sysClr val="windowText" lastClr="000000"/>
                          </a:solidFill>
                          <a:effectLst>
                            <a:outerShdw blurRad="38100" dist="19050" dir="2700000" algn="tl" rotWithShape="0">
                              <a:schemeClr val="dk1">
                                <a:alpha val="40000"/>
                              </a:schemeClr>
                            </a:outerShdw>
                          </a:effectLst>
                        </a:rPr>
                        <a:t>удобный</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a:ln w="0"/>
                          <a:solidFill>
                            <a:sysClr val="windowText" lastClr="000000"/>
                          </a:solidFill>
                          <a:effectLst>
                            <a:outerShdw blurRad="38100" dist="19050" dir="2700000" algn="tl" rotWithShape="0">
                              <a:schemeClr val="dk1">
                                <a:alpha val="40000"/>
                              </a:schemeClr>
                            </a:outerShdw>
                          </a:effectLst>
                        </a:rPr>
                        <a:t>Простой, дружелюбный</a:t>
                      </a:r>
                      <a:endParaRPr lang="ru-RU" sz="1200" b="0" kern="100" cap="none" spc="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370043481"/>
                  </a:ext>
                </a:extLst>
              </a:tr>
              <a:tr h="384878">
                <a:tc>
                  <a:txBody>
                    <a:bodyPr/>
                    <a:lstStyle/>
                    <a:p>
                      <a:pPr marL="0" marR="0" algn="ctr">
                        <a:lnSpc>
                          <a:spcPct val="115000"/>
                        </a:lnSpc>
                        <a:spcAft>
                          <a:spcPts val="800"/>
                        </a:spcAft>
                        <a:buNone/>
                      </a:pP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Техническая</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rPr>
                        <a:t> </a:t>
                      </a: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поддержка</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rPr>
                        <a:t> </a:t>
                      </a: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во</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rPr>
                        <a:t> </a:t>
                      </a: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Вьетнаме</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25400"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ctr">
                        <a:lnSpc>
                          <a:spcPct val="115000"/>
                        </a:lnSpc>
                        <a:spcAft>
                          <a:spcPts val="800"/>
                        </a:spcAft>
                        <a:buNone/>
                      </a:pPr>
                      <a:r>
                        <a:rPr lang="en-US" sz="1200" b="0" kern="100" cap="none" spc="0">
                          <a:ln w="0"/>
                          <a:solidFill>
                            <a:sysClr val="windowText" lastClr="000000"/>
                          </a:solidFill>
                          <a:effectLst>
                            <a:outerShdw blurRad="38100" dist="19050" dir="2700000" algn="tl" rotWithShape="0">
                              <a:schemeClr val="dk1">
                                <a:alpha val="40000"/>
                              </a:schemeClr>
                            </a:outerShdw>
                          </a:effectLst>
                        </a:rPr>
                        <a:t>Отсутствует</a:t>
                      </a:r>
                      <a:endParaRPr lang="ru-RU" sz="1200" b="0" kern="100" cap="none" spc="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25400"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dirty="0" err="1">
                          <a:ln w="0"/>
                          <a:solidFill>
                            <a:sysClr val="windowText" lastClr="000000"/>
                          </a:solidFill>
                          <a:effectLst>
                            <a:outerShdw blurRad="38100" dist="19050" dir="2700000" algn="tl" rotWithShape="0">
                              <a:schemeClr val="dk1">
                                <a:alpha val="40000"/>
                              </a:schemeClr>
                            </a:outerShdw>
                          </a:effectLst>
                        </a:rPr>
                        <a:t>Ограничена</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ru-RU" sz="1200" b="0" kern="100" cap="none" spc="0">
                          <a:ln w="0"/>
                          <a:solidFill>
                            <a:sysClr val="windowText" lastClr="000000"/>
                          </a:solidFill>
                          <a:effectLst>
                            <a:outerShdw blurRad="38100" dist="19050" dir="2700000" algn="tl" rotWithShape="0">
                              <a:schemeClr val="dk1">
                                <a:alpha val="40000"/>
                              </a:schemeClr>
                            </a:outerShdw>
                          </a:effectLst>
                        </a:rPr>
                        <a:t>Есть офис и поддержка во Вьетнаме</a:t>
                      </a:r>
                      <a:endParaRPr lang="ru-RU" sz="1200" b="0" kern="100" cap="none" spc="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6592550"/>
                  </a:ext>
                </a:extLst>
              </a:tr>
              <a:tr h="384878">
                <a:tc>
                  <a:txBody>
                    <a:bodyPr/>
                    <a:lstStyle/>
                    <a:p>
                      <a:pPr marL="0" marR="0" algn="ctr">
                        <a:lnSpc>
                          <a:spcPct val="115000"/>
                        </a:lnSpc>
                        <a:spcAft>
                          <a:spcPts val="800"/>
                        </a:spcAft>
                        <a:buNone/>
                      </a:pP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Масштабируемость</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rPr>
                        <a:t> </a:t>
                      </a: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системы</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25400"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ctr">
                        <a:lnSpc>
                          <a:spcPct val="115000"/>
                        </a:lnSpc>
                        <a:spcAft>
                          <a:spcPts val="800"/>
                        </a:spcAft>
                        <a:buNone/>
                      </a:pPr>
                      <a:r>
                        <a:rPr lang="en-US" sz="1200" b="0" kern="100" cap="none" spc="0">
                          <a:ln w="0"/>
                          <a:solidFill>
                            <a:sysClr val="windowText" lastClr="000000"/>
                          </a:solidFill>
                          <a:effectLst>
                            <a:outerShdw blurRad="38100" dist="19050" dir="2700000" algn="tl" rotWithShape="0">
                              <a:schemeClr val="dk1">
                                <a:alpha val="40000"/>
                              </a:schemeClr>
                            </a:outerShdw>
                          </a:effectLst>
                        </a:rPr>
                        <a:t>Очень хорошая</a:t>
                      </a:r>
                      <a:endParaRPr lang="ru-RU" sz="1200" b="0" kern="100" cap="none" spc="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25400"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dirty="0" err="1">
                          <a:ln w="0"/>
                          <a:solidFill>
                            <a:sysClr val="windowText" lastClr="000000"/>
                          </a:solidFill>
                          <a:effectLst>
                            <a:outerShdw blurRad="38100" dist="19050" dir="2700000" algn="tl" rotWithShape="0">
                              <a:schemeClr val="dk1">
                                <a:alpha val="40000"/>
                              </a:schemeClr>
                            </a:outerShdw>
                          </a:effectLst>
                        </a:rPr>
                        <a:t>Хорошая</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ru-RU" sz="1200" b="0" kern="100" cap="none" spc="0">
                          <a:ln w="0"/>
                          <a:solidFill>
                            <a:sysClr val="windowText" lastClr="000000"/>
                          </a:solidFill>
                          <a:effectLst>
                            <a:outerShdw blurRad="38100" dist="19050" dir="2700000" algn="tl" rotWithShape="0">
                              <a:schemeClr val="dk1">
                                <a:alpha val="40000"/>
                              </a:schemeClr>
                            </a:outerShdw>
                          </a:effectLst>
                        </a:rPr>
                        <a:t>Хорошая (для </a:t>
                      </a:r>
                      <a:r>
                        <a:rPr lang="en-US" sz="1200" b="0" kern="100" cap="none" spc="0">
                          <a:ln w="0"/>
                          <a:solidFill>
                            <a:sysClr val="windowText" lastClr="000000"/>
                          </a:solidFill>
                          <a:effectLst>
                            <a:outerShdw blurRad="38100" dist="19050" dir="2700000" algn="tl" rotWithShape="0">
                              <a:schemeClr val="dk1">
                                <a:alpha val="40000"/>
                              </a:schemeClr>
                            </a:outerShdw>
                          </a:effectLst>
                        </a:rPr>
                        <a:t>SME</a:t>
                      </a:r>
                      <a:r>
                        <a:rPr lang="ru-RU" sz="1200" b="0" kern="100" cap="none" spc="0">
                          <a:ln w="0"/>
                          <a:solidFill>
                            <a:sysClr val="windowText" lastClr="000000"/>
                          </a:solidFill>
                          <a:effectLst>
                            <a:outerShdw blurRad="38100" dist="19050" dir="2700000" algn="tl" rotWithShape="0">
                              <a:schemeClr val="dk1">
                                <a:alpha val="40000"/>
                              </a:schemeClr>
                            </a:outerShdw>
                          </a:effectLst>
                        </a:rPr>
                        <a:t> и крупных компаний)</a:t>
                      </a:r>
                      <a:endParaRPr lang="ru-RU" sz="1200" b="0" kern="100" cap="none" spc="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4034760408"/>
                  </a:ext>
                </a:extLst>
              </a:tr>
              <a:tr h="384878">
                <a:tc>
                  <a:txBody>
                    <a:bodyPr/>
                    <a:lstStyle/>
                    <a:p>
                      <a:pPr marL="0" marR="0" algn="ctr">
                        <a:lnSpc>
                          <a:spcPct val="115000"/>
                        </a:lnSpc>
                        <a:spcAft>
                          <a:spcPts val="800"/>
                        </a:spcAft>
                        <a:buNone/>
                      </a:pP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Безопасность</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rPr>
                        <a:t> и </a:t>
                      </a: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соответствие</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rPr>
                        <a:t> GDPR</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25400"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ctr">
                        <a:lnSpc>
                          <a:spcPct val="115000"/>
                        </a:lnSpc>
                        <a:spcAft>
                          <a:spcPts val="800"/>
                        </a:spcAft>
                        <a:buNone/>
                      </a:pPr>
                      <a:r>
                        <a:rPr lang="en-US" sz="1200" b="0" kern="100" cap="none" spc="0">
                          <a:ln w="0"/>
                          <a:solidFill>
                            <a:sysClr val="windowText" lastClr="000000"/>
                          </a:solidFill>
                          <a:effectLst>
                            <a:outerShdw blurRad="38100" dist="19050" dir="2700000" algn="tl" rotWithShape="0">
                              <a:schemeClr val="dk1">
                                <a:alpha val="40000"/>
                              </a:schemeClr>
                            </a:outerShdw>
                          </a:effectLst>
                        </a:rPr>
                        <a:t>Полное соответствие</a:t>
                      </a:r>
                      <a:endParaRPr lang="ru-RU" sz="1200" b="0" kern="100" cap="none" spc="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25400"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dirty="0" err="1">
                          <a:ln w="0"/>
                          <a:solidFill>
                            <a:sysClr val="windowText" lastClr="000000"/>
                          </a:solidFill>
                          <a:effectLst>
                            <a:outerShdw blurRad="38100" dist="19050" dir="2700000" algn="tl" rotWithShape="0">
                              <a:schemeClr val="dk1">
                                <a:alpha val="40000"/>
                              </a:schemeClr>
                            </a:outerShdw>
                          </a:effectLst>
                        </a:rPr>
                        <a:t>Полное</a:t>
                      </a:r>
                      <a:r>
                        <a:rPr lang="en-US" sz="1200" b="0" kern="100" cap="none" spc="0" dirty="0">
                          <a:ln w="0"/>
                          <a:solidFill>
                            <a:sysClr val="windowText" lastClr="000000"/>
                          </a:solidFill>
                          <a:effectLst>
                            <a:outerShdw blurRad="38100" dist="19050" dir="2700000" algn="tl" rotWithShape="0">
                              <a:schemeClr val="dk1">
                                <a:alpha val="40000"/>
                              </a:schemeClr>
                            </a:outerShdw>
                          </a:effectLst>
                        </a:rPr>
                        <a:t> </a:t>
                      </a:r>
                      <a:r>
                        <a:rPr lang="en-US" sz="1200" b="0" kern="100" cap="none" spc="0" dirty="0" err="1">
                          <a:ln w="0"/>
                          <a:solidFill>
                            <a:sysClr val="windowText" lastClr="000000"/>
                          </a:solidFill>
                          <a:effectLst>
                            <a:outerShdw blurRad="38100" dist="19050" dir="2700000" algn="tl" rotWithShape="0">
                              <a:schemeClr val="dk1">
                                <a:alpha val="40000"/>
                              </a:schemeClr>
                            </a:outerShdw>
                          </a:effectLst>
                        </a:rPr>
                        <a:t>соответствие</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dirty="0" err="1">
                          <a:ln w="0"/>
                          <a:solidFill>
                            <a:sysClr val="windowText" lastClr="000000"/>
                          </a:solidFill>
                          <a:effectLst>
                            <a:outerShdw blurRad="38100" dist="19050" dir="2700000" algn="tl" rotWithShape="0">
                              <a:schemeClr val="dk1">
                                <a:alpha val="40000"/>
                              </a:schemeClr>
                            </a:outerShdw>
                          </a:effectLst>
                        </a:rPr>
                        <a:t>Базовые</a:t>
                      </a:r>
                      <a:r>
                        <a:rPr lang="en-US" sz="1200" b="0" kern="100" cap="none" spc="0" dirty="0">
                          <a:ln w="0"/>
                          <a:solidFill>
                            <a:sysClr val="windowText" lastClr="000000"/>
                          </a:solidFill>
                          <a:effectLst>
                            <a:outerShdw blurRad="38100" dist="19050" dir="2700000" algn="tl" rotWithShape="0">
                              <a:schemeClr val="dk1">
                                <a:alpha val="40000"/>
                              </a:schemeClr>
                            </a:outerShdw>
                          </a:effectLst>
                        </a:rPr>
                        <a:t> </a:t>
                      </a:r>
                      <a:r>
                        <a:rPr lang="en-US" sz="1200" b="0" kern="100" cap="none" spc="0" dirty="0" err="1">
                          <a:ln w="0"/>
                          <a:solidFill>
                            <a:sysClr val="windowText" lastClr="000000"/>
                          </a:solidFill>
                          <a:effectLst>
                            <a:outerShdw blurRad="38100" dist="19050" dir="2700000" algn="tl" rotWithShape="0">
                              <a:schemeClr val="dk1">
                                <a:alpha val="40000"/>
                              </a:schemeClr>
                            </a:outerShdw>
                          </a:effectLst>
                        </a:rPr>
                        <a:t>стандарты</a:t>
                      </a:r>
                      <a:r>
                        <a:rPr lang="en-US" sz="1200" b="0" kern="100" cap="none" spc="0" dirty="0">
                          <a:ln w="0"/>
                          <a:solidFill>
                            <a:sysClr val="windowText" lastClr="000000"/>
                          </a:solidFill>
                          <a:effectLst>
                            <a:outerShdw blurRad="38100" dist="19050" dir="2700000" algn="tl" rotWithShape="0">
                              <a:schemeClr val="dk1">
                                <a:alpha val="40000"/>
                              </a:schemeClr>
                            </a:outerShdw>
                          </a:effectLst>
                        </a:rPr>
                        <a:t> </a:t>
                      </a:r>
                      <a:r>
                        <a:rPr lang="en-US" sz="1200" b="0" kern="100" cap="none" spc="0" dirty="0" err="1">
                          <a:ln w="0"/>
                          <a:solidFill>
                            <a:sysClr val="windowText" lastClr="000000"/>
                          </a:solidFill>
                          <a:effectLst>
                            <a:outerShdw blurRad="38100" dist="19050" dir="2700000" algn="tl" rotWithShape="0">
                              <a:schemeClr val="dk1">
                                <a:alpha val="40000"/>
                              </a:schemeClr>
                            </a:outerShdw>
                          </a:effectLst>
                        </a:rPr>
                        <a:t>безопасности</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286629184"/>
                  </a:ext>
                </a:extLst>
              </a:tr>
              <a:tr h="472305">
                <a:tc>
                  <a:txBody>
                    <a:bodyPr/>
                    <a:lstStyle/>
                    <a:p>
                      <a:pPr marL="0" marR="0" algn="ctr">
                        <a:lnSpc>
                          <a:spcPct val="115000"/>
                        </a:lnSpc>
                        <a:spcAft>
                          <a:spcPts val="800"/>
                        </a:spcAft>
                        <a:buNone/>
                      </a:pP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Скорость</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rPr>
                        <a:t> </a:t>
                      </a: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обработки</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rPr>
                        <a:t> и </a:t>
                      </a: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производительность</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25400"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ctr">
                        <a:lnSpc>
                          <a:spcPct val="115000"/>
                        </a:lnSpc>
                        <a:spcAft>
                          <a:spcPts val="800"/>
                        </a:spcAft>
                        <a:buNone/>
                      </a:pPr>
                      <a:r>
                        <a:rPr lang="en-US" sz="1200" b="0" kern="100" cap="none" spc="0">
                          <a:ln w="0"/>
                          <a:solidFill>
                            <a:sysClr val="windowText" lastClr="000000"/>
                          </a:solidFill>
                          <a:effectLst>
                            <a:outerShdw blurRad="38100" dist="19050" dir="2700000" algn="tl" rotWithShape="0">
                              <a:schemeClr val="dk1">
                                <a:alpha val="40000"/>
                              </a:schemeClr>
                            </a:outerShdw>
                          </a:effectLst>
                        </a:rPr>
                        <a:t>Хорошая</a:t>
                      </a:r>
                      <a:endParaRPr lang="ru-RU" sz="1200" b="0" kern="100" cap="none" spc="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25400"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dirty="0" err="1">
                          <a:ln w="0"/>
                          <a:solidFill>
                            <a:sysClr val="windowText" lastClr="000000"/>
                          </a:solidFill>
                          <a:effectLst>
                            <a:outerShdw blurRad="38100" dist="19050" dir="2700000" algn="tl" rotWithShape="0">
                              <a:schemeClr val="dk1">
                                <a:alpha val="40000"/>
                              </a:schemeClr>
                            </a:outerShdw>
                          </a:effectLst>
                        </a:rPr>
                        <a:t>Довольно</a:t>
                      </a:r>
                      <a:r>
                        <a:rPr lang="en-US" sz="1200" b="0" kern="100" cap="none" spc="0" dirty="0">
                          <a:ln w="0"/>
                          <a:solidFill>
                            <a:sysClr val="windowText" lastClr="000000"/>
                          </a:solidFill>
                          <a:effectLst>
                            <a:outerShdw blurRad="38100" dist="19050" dir="2700000" algn="tl" rotWithShape="0">
                              <a:schemeClr val="dk1">
                                <a:alpha val="40000"/>
                              </a:schemeClr>
                            </a:outerShdw>
                          </a:effectLst>
                        </a:rPr>
                        <a:t> </a:t>
                      </a:r>
                      <a:r>
                        <a:rPr lang="en-US" sz="1200" b="0" kern="100" cap="none" spc="0" dirty="0" err="1">
                          <a:ln w="0"/>
                          <a:solidFill>
                            <a:sysClr val="windowText" lastClr="000000"/>
                          </a:solidFill>
                          <a:effectLst>
                            <a:outerShdw blurRad="38100" dist="19050" dir="2700000" algn="tl" rotWithShape="0">
                              <a:schemeClr val="dk1">
                                <a:alpha val="40000"/>
                              </a:schemeClr>
                            </a:outerShdw>
                          </a:effectLst>
                        </a:rPr>
                        <a:t>хорошая</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dirty="0" err="1">
                          <a:ln w="0"/>
                          <a:solidFill>
                            <a:sysClr val="windowText" lastClr="000000"/>
                          </a:solidFill>
                          <a:effectLst>
                            <a:outerShdw blurRad="38100" dist="19050" dir="2700000" algn="tl" rotWithShape="0">
                              <a:schemeClr val="dk1">
                                <a:alpha val="40000"/>
                              </a:schemeClr>
                            </a:outerShdw>
                          </a:effectLst>
                        </a:rPr>
                        <a:t>Стабильная</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946170060"/>
                  </a:ext>
                </a:extLst>
              </a:tr>
              <a:tr h="232312">
                <a:tc>
                  <a:txBody>
                    <a:bodyPr/>
                    <a:lstStyle/>
                    <a:p>
                      <a:pPr marL="0" marR="0" algn="ctr">
                        <a:lnSpc>
                          <a:spcPct val="115000"/>
                        </a:lnSpc>
                        <a:spcAft>
                          <a:spcPts val="800"/>
                        </a:spcAft>
                        <a:buNone/>
                      </a:pP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Мобильная</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rPr>
                        <a:t> </a:t>
                      </a: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доступность</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25400"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ctr">
                        <a:lnSpc>
                          <a:spcPct val="115000"/>
                        </a:lnSpc>
                        <a:spcAft>
                          <a:spcPts val="800"/>
                        </a:spcAft>
                        <a:buNone/>
                      </a:pPr>
                      <a:r>
                        <a:rPr lang="en-US" sz="1200" b="0" kern="100" cap="none" spc="0" dirty="0" err="1">
                          <a:ln w="0"/>
                          <a:solidFill>
                            <a:sysClr val="windowText" lastClr="000000"/>
                          </a:solidFill>
                          <a:effectLst>
                            <a:outerShdw blurRad="38100" dist="19050" dir="2700000" algn="tl" rotWithShape="0">
                              <a:schemeClr val="dk1">
                                <a:alpha val="40000"/>
                              </a:schemeClr>
                            </a:outerShdw>
                          </a:effectLst>
                        </a:rPr>
                        <a:t>Специальное</a:t>
                      </a:r>
                      <a:r>
                        <a:rPr lang="en-US" sz="1200" b="0" kern="100" cap="none" spc="0" dirty="0">
                          <a:ln w="0"/>
                          <a:solidFill>
                            <a:sysClr val="windowText" lastClr="000000"/>
                          </a:solidFill>
                          <a:effectLst>
                            <a:outerShdw blurRad="38100" dist="19050" dir="2700000" algn="tl" rotWithShape="0">
                              <a:schemeClr val="dk1">
                                <a:alpha val="40000"/>
                              </a:schemeClr>
                            </a:outerShdw>
                          </a:effectLst>
                        </a:rPr>
                        <a:t> </a:t>
                      </a:r>
                      <a:r>
                        <a:rPr lang="en-US" sz="1200" b="0" kern="100" cap="none" spc="0" dirty="0" err="1">
                          <a:ln w="0"/>
                          <a:solidFill>
                            <a:sysClr val="windowText" lastClr="000000"/>
                          </a:solidFill>
                          <a:effectLst>
                            <a:outerShdw blurRad="38100" dist="19050" dir="2700000" algn="tl" rotWithShape="0">
                              <a:schemeClr val="dk1">
                                <a:alpha val="40000"/>
                              </a:schemeClr>
                            </a:outerShdw>
                          </a:effectLst>
                        </a:rPr>
                        <a:t>приложение</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25400"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dirty="0" err="1">
                          <a:ln w="0"/>
                          <a:solidFill>
                            <a:sysClr val="windowText" lastClr="000000"/>
                          </a:solidFill>
                          <a:effectLst>
                            <a:outerShdw blurRad="38100" dist="19050" dir="2700000" algn="tl" rotWithShape="0">
                              <a:schemeClr val="dk1">
                                <a:alpha val="40000"/>
                              </a:schemeClr>
                            </a:outerShdw>
                          </a:effectLst>
                        </a:rPr>
                        <a:t>Есть</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dirty="0" err="1">
                          <a:ln w="0"/>
                          <a:solidFill>
                            <a:sysClr val="windowText" lastClr="000000"/>
                          </a:solidFill>
                          <a:effectLst>
                            <a:outerShdw blurRad="38100" dist="19050" dir="2700000" algn="tl" rotWithShape="0">
                              <a:schemeClr val="dk1">
                                <a:alpha val="40000"/>
                              </a:schemeClr>
                            </a:outerShdw>
                          </a:effectLst>
                        </a:rPr>
                        <a:t>Хорошая</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333094601"/>
                  </a:ext>
                </a:extLst>
              </a:tr>
              <a:tr h="232312">
                <a:tc>
                  <a:txBody>
                    <a:bodyPr/>
                    <a:lstStyle/>
                    <a:p>
                      <a:pPr marL="0" marR="0" algn="ctr">
                        <a:lnSpc>
                          <a:spcPct val="115000"/>
                        </a:lnSpc>
                        <a:spcAft>
                          <a:spcPts val="800"/>
                        </a:spcAft>
                        <a:buNone/>
                      </a:pP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Развёртывание</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rPr>
                        <a:t> (</a:t>
                      </a: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облако</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rPr>
                        <a:t> / SaaS)</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25400"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ctr">
                        <a:lnSpc>
                          <a:spcPct val="115000"/>
                        </a:lnSpc>
                        <a:spcAft>
                          <a:spcPts val="800"/>
                        </a:spcAft>
                        <a:buNone/>
                      </a:pPr>
                      <a:r>
                        <a:rPr lang="en-US" sz="1200" b="0" kern="100" cap="none" spc="0">
                          <a:ln w="0"/>
                          <a:solidFill>
                            <a:sysClr val="windowText" lastClr="000000"/>
                          </a:solidFill>
                          <a:effectLst>
                            <a:outerShdw blurRad="38100" dist="19050" dir="2700000" algn="tl" rotWithShape="0">
                              <a:schemeClr val="dk1">
                                <a:alpha val="40000"/>
                              </a:schemeClr>
                            </a:outerShdw>
                          </a:effectLst>
                        </a:rPr>
                        <a:t>SaaS или on-premise</a:t>
                      </a:r>
                      <a:endParaRPr lang="ru-RU" sz="1200" b="0" kern="100" cap="none" spc="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25400"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a:ln w="0"/>
                          <a:solidFill>
                            <a:sysClr val="windowText" lastClr="000000"/>
                          </a:solidFill>
                          <a:effectLst>
                            <a:outerShdw blurRad="38100" dist="19050" dir="2700000" algn="tl" rotWithShape="0">
                              <a:schemeClr val="dk1">
                                <a:alpha val="40000"/>
                              </a:schemeClr>
                            </a:outerShdw>
                          </a:effectLst>
                        </a:rPr>
                        <a:t>Облако или on-premise</a:t>
                      </a:r>
                      <a:endParaRPr lang="ru-RU" sz="1200" b="0" kern="100" cap="none" spc="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dirty="0">
                          <a:ln w="0"/>
                          <a:solidFill>
                            <a:sysClr val="windowText" lastClr="000000"/>
                          </a:solidFill>
                          <a:effectLst>
                            <a:outerShdw blurRad="38100" dist="19050" dir="2700000" algn="tl" rotWithShape="0">
                              <a:schemeClr val="dk1">
                                <a:alpha val="40000"/>
                              </a:schemeClr>
                            </a:outerShdw>
                          </a:effectLst>
                        </a:rPr>
                        <a:t>SaaS – </a:t>
                      </a:r>
                      <a:r>
                        <a:rPr lang="en-US" sz="1200" b="0" kern="100" cap="none" spc="0" dirty="0" err="1">
                          <a:ln w="0"/>
                          <a:solidFill>
                            <a:sysClr val="windowText" lastClr="000000"/>
                          </a:solidFill>
                          <a:effectLst>
                            <a:outerShdw blurRad="38100" dist="19050" dir="2700000" algn="tl" rotWithShape="0">
                              <a:schemeClr val="dk1">
                                <a:alpha val="40000"/>
                              </a:schemeClr>
                            </a:outerShdw>
                          </a:effectLst>
                        </a:rPr>
                        <a:t>облачное</a:t>
                      </a:r>
                      <a:r>
                        <a:rPr lang="en-US" sz="1200" b="0" kern="100" cap="none" spc="0" dirty="0">
                          <a:ln w="0"/>
                          <a:solidFill>
                            <a:sysClr val="windowText" lastClr="000000"/>
                          </a:solidFill>
                          <a:effectLst>
                            <a:outerShdw blurRad="38100" dist="19050" dir="2700000" algn="tl" rotWithShape="0">
                              <a:schemeClr val="dk1">
                                <a:alpha val="40000"/>
                              </a:schemeClr>
                            </a:outerShdw>
                          </a:effectLst>
                        </a:rPr>
                        <a:t> </a:t>
                      </a:r>
                      <a:r>
                        <a:rPr lang="en-US" sz="1200" b="0" kern="100" cap="none" spc="0" dirty="0" err="1">
                          <a:ln w="0"/>
                          <a:solidFill>
                            <a:sysClr val="windowText" lastClr="000000"/>
                          </a:solidFill>
                          <a:effectLst>
                            <a:outerShdw blurRad="38100" dist="19050" dir="2700000" algn="tl" rotWithShape="0">
                              <a:schemeClr val="dk1">
                                <a:alpha val="40000"/>
                              </a:schemeClr>
                            </a:outerShdw>
                          </a:effectLst>
                        </a:rPr>
                        <a:t>решение</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149476616"/>
                  </a:ext>
                </a:extLst>
              </a:tr>
              <a:tr h="384878">
                <a:tc>
                  <a:txBody>
                    <a:bodyPr/>
                    <a:lstStyle/>
                    <a:p>
                      <a:pPr marL="0" marR="0" algn="ctr">
                        <a:lnSpc>
                          <a:spcPct val="115000"/>
                        </a:lnSpc>
                        <a:spcAft>
                          <a:spcPts val="800"/>
                        </a:spcAft>
                        <a:buNone/>
                      </a:pP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Обучение</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rPr>
                        <a:t> и </a:t>
                      </a: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документация</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25400"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ctr">
                        <a:lnSpc>
                          <a:spcPct val="115000"/>
                        </a:lnSpc>
                        <a:spcAft>
                          <a:spcPts val="800"/>
                        </a:spcAft>
                        <a:buNone/>
                      </a:pPr>
                      <a:r>
                        <a:rPr lang="en-US" sz="1200" b="0" kern="100" cap="none" spc="0">
                          <a:ln w="0"/>
                          <a:solidFill>
                            <a:sysClr val="windowText" lastClr="000000"/>
                          </a:solidFill>
                          <a:effectLst>
                            <a:outerShdw blurRad="38100" dist="19050" dir="2700000" algn="tl" rotWithShape="0">
                              <a:schemeClr val="dk1">
                                <a:alpha val="40000"/>
                              </a:schemeClr>
                            </a:outerShdw>
                          </a:effectLst>
                        </a:rPr>
                        <a:t>Полная (на английском)</a:t>
                      </a:r>
                      <a:endParaRPr lang="ru-RU" sz="1200" b="0" kern="100" cap="none" spc="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25400"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a:ln w="0"/>
                          <a:solidFill>
                            <a:sysClr val="windowText" lastClr="000000"/>
                          </a:solidFill>
                          <a:effectLst>
                            <a:outerShdw blurRad="38100" dist="19050" dir="2700000" algn="tl" rotWithShape="0">
                              <a:schemeClr val="dk1">
                                <a:alpha val="40000"/>
                              </a:schemeClr>
                            </a:outerShdw>
                          </a:effectLst>
                        </a:rPr>
                        <a:t>Полная (на английском)</a:t>
                      </a:r>
                      <a:endParaRPr lang="ru-RU" sz="1200" b="0" kern="100" cap="none" spc="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dirty="0" err="1">
                          <a:ln w="0"/>
                          <a:solidFill>
                            <a:sysClr val="windowText" lastClr="000000"/>
                          </a:solidFill>
                          <a:effectLst>
                            <a:outerShdw blurRad="38100" dist="19050" dir="2700000" algn="tl" rotWithShape="0">
                              <a:schemeClr val="dk1">
                                <a:alpha val="40000"/>
                              </a:schemeClr>
                            </a:outerShdw>
                          </a:effectLst>
                        </a:rPr>
                        <a:t>Есть</a:t>
                      </a:r>
                      <a:r>
                        <a:rPr lang="en-US" sz="1200" b="0" kern="100" cap="none" spc="0" dirty="0">
                          <a:ln w="0"/>
                          <a:solidFill>
                            <a:sysClr val="windowText" lastClr="000000"/>
                          </a:solidFill>
                          <a:effectLst>
                            <a:outerShdw blurRad="38100" dist="19050" dir="2700000" algn="tl" rotWithShape="0">
                              <a:schemeClr val="dk1">
                                <a:alpha val="40000"/>
                              </a:schemeClr>
                            </a:outerShdw>
                          </a:effectLst>
                        </a:rPr>
                        <a:t> </a:t>
                      </a:r>
                      <a:r>
                        <a:rPr lang="en-US" sz="1200" b="0" kern="100" cap="none" spc="0" dirty="0" err="1">
                          <a:ln w="0"/>
                          <a:solidFill>
                            <a:sysClr val="windowText" lastClr="000000"/>
                          </a:solidFill>
                          <a:effectLst>
                            <a:outerShdw blurRad="38100" dist="19050" dir="2700000" algn="tl" rotWithShape="0">
                              <a:schemeClr val="dk1">
                                <a:alpha val="40000"/>
                              </a:schemeClr>
                            </a:outerShdw>
                          </a:effectLst>
                        </a:rPr>
                        <a:t>инструкции</a:t>
                      </a:r>
                      <a:r>
                        <a:rPr lang="en-US" sz="1200" b="0" kern="100" cap="none" spc="0" dirty="0">
                          <a:ln w="0"/>
                          <a:solidFill>
                            <a:sysClr val="windowText" lastClr="000000"/>
                          </a:solidFill>
                          <a:effectLst>
                            <a:outerShdw blurRad="38100" dist="19050" dir="2700000" algn="tl" rotWithShape="0">
                              <a:schemeClr val="dk1">
                                <a:alpha val="40000"/>
                              </a:schemeClr>
                            </a:outerShdw>
                          </a:effectLst>
                        </a:rPr>
                        <a:t> </a:t>
                      </a:r>
                      <a:r>
                        <a:rPr lang="en-US" sz="1200" b="0" kern="100" cap="none" spc="0" dirty="0" err="1">
                          <a:ln w="0"/>
                          <a:solidFill>
                            <a:sysClr val="windowText" lastClr="000000"/>
                          </a:solidFill>
                          <a:effectLst>
                            <a:outerShdw blurRad="38100" dist="19050" dir="2700000" algn="tl" rotWithShape="0">
                              <a:schemeClr val="dk1">
                                <a:alpha val="40000"/>
                              </a:schemeClr>
                            </a:outerShdw>
                          </a:effectLst>
                        </a:rPr>
                        <a:t>на</a:t>
                      </a:r>
                      <a:r>
                        <a:rPr lang="en-US" sz="1200" b="0" kern="100" cap="none" spc="0" dirty="0">
                          <a:ln w="0"/>
                          <a:solidFill>
                            <a:sysClr val="windowText" lastClr="000000"/>
                          </a:solidFill>
                          <a:effectLst>
                            <a:outerShdw blurRad="38100" dist="19050" dir="2700000" algn="tl" rotWithShape="0">
                              <a:schemeClr val="dk1">
                                <a:alpha val="40000"/>
                              </a:schemeClr>
                            </a:outerShdw>
                          </a:effectLst>
                        </a:rPr>
                        <a:t> </a:t>
                      </a:r>
                      <a:r>
                        <a:rPr lang="en-US" sz="1200" b="0" kern="100" cap="none" spc="0" dirty="0" err="1">
                          <a:ln w="0"/>
                          <a:solidFill>
                            <a:sysClr val="windowText" lastClr="000000"/>
                          </a:solidFill>
                          <a:effectLst>
                            <a:outerShdw blurRad="38100" dist="19050" dir="2700000" algn="tl" rotWithShape="0">
                              <a:schemeClr val="dk1">
                                <a:alpha val="40000"/>
                              </a:schemeClr>
                            </a:outerShdw>
                          </a:effectLst>
                        </a:rPr>
                        <a:t>вьетнамском</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197155976"/>
                  </a:ext>
                </a:extLst>
              </a:tr>
              <a:tr h="472305">
                <a:tc>
                  <a:txBody>
                    <a:bodyPr/>
                    <a:lstStyle/>
                    <a:p>
                      <a:pPr marL="0" marR="0" algn="ctr">
                        <a:lnSpc>
                          <a:spcPct val="115000"/>
                        </a:lnSpc>
                        <a:spcAft>
                          <a:spcPts val="800"/>
                        </a:spcAft>
                        <a:buNone/>
                      </a:pP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Сообщество</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rPr>
                        <a:t> </a:t>
                      </a: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пользователей</a:t>
                      </a:r>
                      <a:r>
                        <a:rPr lang="en-US" sz="1200" b="1" kern="100" cap="none" spc="0" dirty="0">
                          <a:ln w="0"/>
                          <a:solidFill>
                            <a:schemeClr val="bg2">
                              <a:lumMod val="10000"/>
                            </a:schemeClr>
                          </a:solidFill>
                          <a:effectLst>
                            <a:outerShdw blurRad="38100" dist="19050" dir="2700000" algn="tl" rotWithShape="0">
                              <a:schemeClr val="dk1">
                                <a:alpha val="40000"/>
                              </a:schemeClr>
                            </a:outerShdw>
                          </a:effectLst>
                        </a:rPr>
                        <a:t> / </a:t>
                      </a: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компаний</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25400"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ctr">
                        <a:lnSpc>
                          <a:spcPct val="115000"/>
                        </a:lnSpc>
                        <a:spcAft>
                          <a:spcPts val="800"/>
                        </a:spcAft>
                        <a:buNone/>
                      </a:pPr>
                      <a:r>
                        <a:rPr lang="en-US" sz="1200" b="0" kern="100" cap="none" spc="0">
                          <a:ln w="0"/>
                          <a:solidFill>
                            <a:sysClr val="windowText" lastClr="000000"/>
                          </a:solidFill>
                          <a:effectLst>
                            <a:outerShdw blurRad="38100" dist="19050" dir="2700000" algn="tl" rotWithShape="0">
                              <a:schemeClr val="dk1">
                                <a:alpha val="40000"/>
                              </a:schemeClr>
                            </a:outerShdw>
                          </a:effectLst>
                        </a:rPr>
                        <a:t>Широкое по всему миру</a:t>
                      </a:r>
                      <a:endParaRPr lang="ru-RU" sz="1200" b="0" kern="100" cap="none" spc="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25400"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a:ln w="0"/>
                          <a:solidFill>
                            <a:sysClr val="windowText" lastClr="000000"/>
                          </a:solidFill>
                          <a:effectLst>
                            <a:outerShdw blurRad="38100" dist="19050" dir="2700000" algn="tl" rotWithShape="0">
                              <a:schemeClr val="dk1">
                                <a:alpha val="40000"/>
                              </a:schemeClr>
                            </a:outerShdw>
                          </a:effectLst>
                        </a:rPr>
                        <a:t>Распространено по всему миру</a:t>
                      </a:r>
                      <a:endParaRPr lang="ru-RU" sz="1200" b="0" kern="100" cap="none" spc="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ru-RU" sz="1200" b="0" kern="100" cap="none" spc="0" dirty="0">
                          <a:ln w="0"/>
                          <a:solidFill>
                            <a:sysClr val="windowText" lastClr="000000"/>
                          </a:solidFill>
                          <a:effectLst>
                            <a:outerShdw blurRad="38100" dist="19050" dir="2700000" algn="tl" rotWithShape="0">
                              <a:schemeClr val="dk1">
                                <a:alpha val="40000"/>
                              </a:schemeClr>
                            </a:outerShdw>
                          </a:effectLst>
                        </a:rPr>
                        <a:t>Используется рядом крупных вьетнамских компаний</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254031382"/>
                  </a:ext>
                </a:extLst>
              </a:tr>
              <a:tr h="384878">
                <a:tc>
                  <a:txBody>
                    <a:bodyPr/>
                    <a:lstStyle/>
                    <a:p>
                      <a:pPr marL="0" marR="0" algn="ctr">
                        <a:lnSpc>
                          <a:spcPct val="115000"/>
                        </a:lnSpc>
                        <a:spcAft>
                          <a:spcPts val="800"/>
                        </a:spcAft>
                        <a:buNone/>
                      </a:pPr>
                      <a:r>
                        <a:rPr lang="ru-RU" sz="1200" b="1" kern="100" cap="none" spc="0" dirty="0">
                          <a:ln w="0"/>
                          <a:solidFill>
                            <a:schemeClr val="bg2">
                              <a:lumMod val="10000"/>
                            </a:schemeClr>
                          </a:solidFill>
                          <a:effectLst>
                            <a:outerShdw blurRad="38100" dist="19050" dir="2700000" algn="tl" rotWithShape="0">
                              <a:schemeClr val="dk1">
                                <a:alpha val="40000"/>
                              </a:schemeClr>
                            </a:outerShdw>
                          </a:effectLst>
                        </a:rPr>
                        <a:t>Подходит ли для производства, как у </a:t>
                      </a:r>
                      <a:r>
                        <a:rPr lang="en-US" sz="1200" b="1" kern="100" cap="none" spc="0" dirty="0" err="1">
                          <a:ln w="0"/>
                          <a:solidFill>
                            <a:schemeClr val="bg2">
                              <a:lumMod val="10000"/>
                            </a:schemeClr>
                          </a:solidFill>
                          <a:effectLst>
                            <a:outerShdw blurRad="38100" dist="19050" dir="2700000" algn="tl" rotWithShape="0">
                              <a:schemeClr val="dk1">
                                <a:alpha val="40000"/>
                              </a:schemeClr>
                            </a:outerShdw>
                          </a:effectLst>
                        </a:rPr>
                        <a:t>Vinamilk</a:t>
                      </a:r>
                      <a:endParaRPr lang="ru-RU" sz="1200" b="1" kern="100" cap="none" spc="0" dirty="0">
                        <a:ln w="0"/>
                        <a:solidFill>
                          <a:schemeClr val="bg2">
                            <a:lumMod val="10000"/>
                          </a:schemeClr>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25400"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algn="ctr">
                        <a:lnSpc>
                          <a:spcPct val="115000"/>
                        </a:lnSpc>
                        <a:spcAft>
                          <a:spcPts val="800"/>
                        </a:spcAft>
                        <a:buNone/>
                      </a:pPr>
                      <a:r>
                        <a:rPr lang="en-US" sz="1200" b="0" kern="100" cap="none" spc="0">
                          <a:ln w="0"/>
                          <a:solidFill>
                            <a:sysClr val="windowText" lastClr="000000"/>
                          </a:solidFill>
                          <a:effectLst>
                            <a:outerShdw blurRad="38100" dist="19050" dir="2700000" algn="tl" rotWithShape="0">
                              <a:schemeClr val="dk1">
                                <a:alpha val="40000"/>
                              </a:schemeClr>
                            </a:outerShdw>
                          </a:effectLst>
                        </a:rPr>
                        <a:t>Слишком мощное, избыточное</a:t>
                      </a:r>
                      <a:endParaRPr lang="ru-RU" sz="1200" b="0" kern="100" cap="none" spc="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25400"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ru-RU" sz="1200" b="0" kern="100" cap="none" spc="0">
                          <a:ln w="0"/>
                          <a:solidFill>
                            <a:sysClr val="windowText" lastClr="000000"/>
                          </a:solidFill>
                          <a:effectLst>
                            <a:outerShdw blurRad="38100" dist="19050" dir="2700000" algn="tl" rotWithShape="0">
                              <a:schemeClr val="dk1">
                                <a:alpha val="40000"/>
                              </a:schemeClr>
                            </a:outerShdw>
                          </a:effectLst>
                        </a:rPr>
                        <a:t>Требует адаптации под молочную отрасль</a:t>
                      </a:r>
                      <a:endParaRPr lang="ru-RU" sz="1200" b="0" kern="100" cap="none" spc="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algn="ctr">
                        <a:lnSpc>
                          <a:spcPct val="115000"/>
                        </a:lnSpc>
                        <a:spcAft>
                          <a:spcPts val="800"/>
                        </a:spcAft>
                        <a:buNone/>
                      </a:pPr>
                      <a:r>
                        <a:rPr lang="en-US" sz="1200" b="0" kern="100" cap="none" spc="0" dirty="0" err="1">
                          <a:ln w="0"/>
                          <a:solidFill>
                            <a:sysClr val="windowText" lastClr="000000"/>
                          </a:solidFill>
                          <a:effectLst>
                            <a:outerShdw blurRad="38100" dist="19050" dir="2700000" algn="tl" rotWithShape="0">
                              <a:schemeClr val="dk1">
                                <a:alpha val="40000"/>
                              </a:schemeClr>
                            </a:outerShdw>
                          </a:effectLst>
                        </a:rPr>
                        <a:t>Высокая</a:t>
                      </a:r>
                      <a:r>
                        <a:rPr lang="en-US" sz="1200" b="0" kern="100" cap="none" spc="0" dirty="0">
                          <a:ln w="0"/>
                          <a:solidFill>
                            <a:sysClr val="windowText" lastClr="000000"/>
                          </a:solidFill>
                          <a:effectLst>
                            <a:outerShdw blurRad="38100" dist="19050" dir="2700000" algn="tl" rotWithShape="0">
                              <a:schemeClr val="dk1">
                                <a:alpha val="40000"/>
                              </a:schemeClr>
                            </a:outerShdw>
                          </a:effectLst>
                        </a:rPr>
                        <a:t> </a:t>
                      </a:r>
                      <a:r>
                        <a:rPr lang="en-US" sz="1200" b="0" kern="100" cap="none" spc="0" dirty="0" err="1">
                          <a:ln w="0"/>
                          <a:solidFill>
                            <a:sysClr val="windowText" lastClr="000000"/>
                          </a:solidFill>
                          <a:effectLst>
                            <a:outerShdw blurRad="38100" dist="19050" dir="2700000" algn="tl" rotWithShape="0">
                              <a:schemeClr val="dk1">
                                <a:alpha val="40000"/>
                              </a:schemeClr>
                            </a:outerShdw>
                          </a:effectLst>
                        </a:rPr>
                        <a:t>адаптация</a:t>
                      </a:r>
                      <a:r>
                        <a:rPr lang="en-US" sz="1200" b="0" kern="100" cap="none" spc="0" dirty="0">
                          <a:ln w="0"/>
                          <a:solidFill>
                            <a:sysClr val="windowText" lastClr="000000"/>
                          </a:solidFill>
                          <a:effectLst>
                            <a:outerShdw blurRad="38100" dist="19050" dir="2700000" algn="tl" rotWithShape="0">
                              <a:schemeClr val="dk1">
                                <a:alpha val="40000"/>
                              </a:schemeClr>
                            </a:outerShdw>
                          </a:effectLst>
                        </a:rPr>
                        <a:t>, </a:t>
                      </a:r>
                      <a:r>
                        <a:rPr lang="en-US" sz="1200" b="0" kern="100" cap="none" spc="0" dirty="0" err="1">
                          <a:ln w="0"/>
                          <a:solidFill>
                            <a:sysClr val="windowText" lastClr="000000"/>
                          </a:solidFill>
                          <a:effectLst>
                            <a:outerShdw blurRad="38100" dist="19050" dir="2700000" algn="tl" rotWithShape="0">
                              <a:schemeClr val="dk1">
                                <a:alpha val="40000"/>
                              </a:schemeClr>
                            </a:outerShdw>
                          </a:effectLst>
                        </a:rPr>
                        <a:t>очень</a:t>
                      </a:r>
                      <a:r>
                        <a:rPr lang="en-US" sz="1200" b="0" kern="100" cap="none" spc="0" dirty="0">
                          <a:ln w="0"/>
                          <a:solidFill>
                            <a:sysClr val="windowText" lastClr="000000"/>
                          </a:solidFill>
                          <a:effectLst>
                            <a:outerShdw blurRad="38100" dist="19050" dir="2700000" algn="tl" rotWithShape="0">
                              <a:schemeClr val="dk1">
                                <a:alpha val="40000"/>
                              </a:schemeClr>
                            </a:outerShdw>
                          </a:effectLst>
                        </a:rPr>
                        <a:t> </a:t>
                      </a:r>
                      <a:r>
                        <a:rPr lang="en-US" sz="1200" b="0" kern="100" cap="none" spc="0" dirty="0" err="1">
                          <a:ln w="0"/>
                          <a:solidFill>
                            <a:sysClr val="windowText" lastClr="000000"/>
                          </a:solidFill>
                          <a:effectLst>
                            <a:outerShdw blurRad="38100" dist="19050" dir="2700000" algn="tl" rotWithShape="0">
                              <a:schemeClr val="dk1">
                                <a:alpha val="40000"/>
                              </a:schemeClr>
                            </a:outerShdw>
                          </a:effectLst>
                        </a:rPr>
                        <a:t>подходит</a:t>
                      </a:r>
                      <a:endParaRPr lang="ru-RU" sz="1200" b="0" kern="100" cap="none" spc="0" dirty="0">
                        <a:ln w="0"/>
                        <a:solidFill>
                          <a:sysClr val="windowText" lastClr="00000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32427" marR="32427" marT="0" marB="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30087852"/>
                  </a:ext>
                </a:extLst>
              </a:tr>
            </a:tbl>
          </a:graphicData>
        </a:graphic>
      </p:graphicFrame>
      <p:sp>
        <p:nvSpPr>
          <p:cNvPr id="4" name="TextBox 3">
            <a:extLst>
              <a:ext uri="{FF2B5EF4-FFF2-40B4-BE49-F238E27FC236}">
                <a16:creationId xmlns:a16="http://schemas.microsoft.com/office/drawing/2014/main" id="{A1E92B19-9348-3F3B-74E9-750DC81D0C54}"/>
              </a:ext>
            </a:extLst>
          </p:cNvPr>
          <p:cNvSpPr txBox="1"/>
          <p:nvPr/>
        </p:nvSpPr>
        <p:spPr>
          <a:xfrm>
            <a:off x="10040113" y="2621203"/>
            <a:ext cx="2494026" cy="1477328"/>
          </a:xfrm>
          <a:prstGeom prst="rect">
            <a:avLst/>
          </a:prstGeom>
          <a:noFill/>
        </p:spPr>
        <p:txBody>
          <a:bodyPr wrap="square">
            <a:spAutoFit/>
          </a:bodyPr>
          <a:lstStyle/>
          <a:p>
            <a:r>
              <a:rPr lang="ru-RU" b="1" dirty="0">
                <a:solidFill>
                  <a:schemeClr val="bg1"/>
                </a:solidFill>
              </a:rPr>
              <a:t>Сравнительная таблица HRM-решений (расширенная версия)</a:t>
            </a:r>
          </a:p>
        </p:txBody>
      </p:sp>
    </p:spTree>
    <p:extLst>
      <p:ext uri="{BB962C8B-B14F-4D97-AF65-F5344CB8AC3E}">
        <p14:creationId xmlns:p14="http://schemas.microsoft.com/office/powerpoint/2010/main" val="975955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Рисунок 8">
            <a:extLst>
              <a:ext uri="{FF2B5EF4-FFF2-40B4-BE49-F238E27FC236}">
                <a16:creationId xmlns:a16="http://schemas.microsoft.com/office/drawing/2014/main" id="{F133954A-8E4B-14DF-329D-B46E01178031}"/>
              </a:ext>
            </a:extLst>
          </p:cNvPr>
          <p:cNvPicPr>
            <a:picLocks noChangeAspect="1"/>
          </p:cNvPicPr>
          <p:nvPr/>
        </p:nvPicPr>
        <p:blipFill>
          <a:blip r:embed="rId2"/>
          <a:stretch>
            <a:fillRect/>
          </a:stretch>
        </p:blipFill>
        <p:spPr>
          <a:xfrm>
            <a:off x="6095" y="0"/>
            <a:ext cx="12179809" cy="6858000"/>
          </a:xfrm>
          <a:prstGeom prst="rect">
            <a:avLst/>
          </a:prstGeom>
        </p:spPr>
      </p:pic>
      <p:graphicFrame>
        <p:nvGraphicFramePr>
          <p:cNvPr id="6" name="Таблица 5">
            <a:extLst>
              <a:ext uri="{FF2B5EF4-FFF2-40B4-BE49-F238E27FC236}">
                <a16:creationId xmlns:a16="http://schemas.microsoft.com/office/drawing/2014/main" id="{BAF5FB42-CF18-D8B9-CAC8-682950699EE3}"/>
              </a:ext>
            </a:extLst>
          </p:cNvPr>
          <p:cNvGraphicFramePr>
            <a:graphicFrameLocks noGrp="1"/>
          </p:cNvGraphicFramePr>
          <p:nvPr>
            <p:extLst>
              <p:ext uri="{D42A27DB-BD31-4B8C-83A1-F6EECF244321}">
                <p14:modId xmlns:p14="http://schemas.microsoft.com/office/powerpoint/2010/main" val="479471872"/>
              </p:ext>
            </p:extLst>
          </p:nvPr>
        </p:nvGraphicFramePr>
        <p:xfrm>
          <a:off x="240638" y="758952"/>
          <a:ext cx="11710723" cy="5649620"/>
        </p:xfrm>
        <a:graphic>
          <a:graphicData uri="http://schemas.openxmlformats.org/drawingml/2006/table">
            <a:tbl>
              <a:tblPr>
                <a:tableStyleId>{2D5ABB26-0587-4C30-8999-92F81FD0307C}</a:tableStyleId>
              </a:tblPr>
              <a:tblGrid>
                <a:gridCol w="2121922">
                  <a:extLst>
                    <a:ext uri="{9D8B030D-6E8A-4147-A177-3AD203B41FA5}">
                      <a16:colId xmlns:a16="http://schemas.microsoft.com/office/drawing/2014/main" val="3315230817"/>
                    </a:ext>
                  </a:extLst>
                </a:gridCol>
                <a:gridCol w="3725595">
                  <a:extLst>
                    <a:ext uri="{9D8B030D-6E8A-4147-A177-3AD203B41FA5}">
                      <a16:colId xmlns:a16="http://schemas.microsoft.com/office/drawing/2014/main" val="3306726744"/>
                    </a:ext>
                  </a:extLst>
                </a:gridCol>
                <a:gridCol w="1954402">
                  <a:extLst>
                    <a:ext uri="{9D8B030D-6E8A-4147-A177-3AD203B41FA5}">
                      <a16:colId xmlns:a16="http://schemas.microsoft.com/office/drawing/2014/main" val="4025470287"/>
                    </a:ext>
                  </a:extLst>
                </a:gridCol>
                <a:gridCol w="1954402">
                  <a:extLst>
                    <a:ext uri="{9D8B030D-6E8A-4147-A177-3AD203B41FA5}">
                      <a16:colId xmlns:a16="http://schemas.microsoft.com/office/drawing/2014/main" val="828907748"/>
                    </a:ext>
                  </a:extLst>
                </a:gridCol>
                <a:gridCol w="1954402">
                  <a:extLst>
                    <a:ext uri="{9D8B030D-6E8A-4147-A177-3AD203B41FA5}">
                      <a16:colId xmlns:a16="http://schemas.microsoft.com/office/drawing/2014/main" val="934332375"/>
                    </a:ext>
                  </a:extLst>
                </a:gridCol>
              </a:tblGrid>
              <a:tr h="156036">
                <a:tc>
                  <a:txBody>
                    <a:bodyPr/>
                    <a:lstStyle/>
                    <a:p>
                      <a:pPr algn="l"/>
                      <a:r>
                        <a:rPr lang="ru-RU" sz="1050" b="1" cap="none" spc="0" dirty="0">
                          <a:ln w="0"/>
                          <a:solidFill>
                            <a:sysClr val="windowText" lastClr="000000"/>
                          </a:solidFill>
                          <a:effectLst>
                            <a:outerShdw blurRad="38100" dist="19050" dir="2700000" algn="tl" rotWithShape="0">
                              <a:schemeClr val="dk1">
                                <a:alpha val="40000"/>
                              </a:schemeClr>
                            </a:outerShdw>
                          </a:effectLst>
                        </a:rPr>
                        <a:t>Система связи</a:t>
                      </a:r>
                    </a:p>
                  </a:txBody>
                  <a:tcPr marL="27462" marR="22885" marT="22885" marB="2288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FD0"/>
                    </a:solidFill>
                  </a:tcPr>
                </a:tc>
                <a:tc>
                  <a:txBody>
                    <a:bodyPr/>
                    <a:lstStyle/>
                    <a:p>
                      <a:pPr algn="l"/>
                      <a:r>
                        <a:rPr lang="ru-RU" sz="1050" b="1" cap="none" spc="0" dirty="0">
                          <a:ln w="0"/>
                          <a:solidFill>
                            <a:sysClr val="windowText" lastClr="000000"/>
                          </a:solidFill>
                          <a:effectLst>
                            <a:outerShdw blurRad="38100" dist="19050" dir="2700000" algn="tl" rotWithShape="0">
                              <a:schemeClr val="dk1">
                                <a:alpha val="40000"/>
                              </a:schemeClr>
                            </a:outerShdw>
                          </a:effectLst>
                        </a:rPr>
                        <a:t>Цель интеграции</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FD0"/>
                    </a:solidFill>
                  </a:tcPr>
                </a:tc>
                <a:tc>
                  <a:txBody>
                    <a:bodyPr/>
                    <a:lstStyle/>
                    <a:p>
                      <a:pPr algn="l"/>
                      <a:r>
                        <a:rPr lang="ru-RU" sz="1050" b="1" cap="none" spc="0" dirty="0">
                          <a:ln w="0"/>
                          <a:solidFill>
                            <a:sysClr val="windowText" lastClr="000000"/>
                          </a:solidFill>
                          <a:effectLst>
                            <a:outerShdw blurRad="38100" dist="19050" dir="2700000" algn="tl" rotWithShape="0">
                              <a:schemeClr val="dk1">
                                <a:alpha val="40000"/>
                              </a:schemeClr>
                            </a:outerShdw>
                          </a:effectLst>
                        </a:rPr>
                        <a:t>Совместимость</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FD0"/>
                    </a:solidFill>
                  </a:tcPr>
                </a:tc>
                <a:tc>
                  <a:txBody>
                    <a:bodyPr/>
                    <a:lstStyle/>
                    <a:p>
                      <a:pPr algn="l"/>
                      <a:r>
                        <a:rPr lang="ru-RU" sz="1050" b="1" cap="none" spc="0" dirty="0">
                          <a:ln w="0"/>
                          <a:solidFill>
                            <a:sysClr val="windowText" lastClr="000000"/>
                          </a:solidFill>
                          <a:effectLst>
                            <a:outerShdw blurRad="38100" dist="19050" dir="2700000" algn="tl" rotWithShape="0">
                              <a:schemeClr val="dk1">
                                <a:alpha val="40000"/>
                              </a:schemeClr>
                            </a:outerShdw>
                          </a:effectLst>
                        </a:rPr>
                        <a:t>Метод интеграции</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FD0"/>
                    </a:solidFill>
                  </a:tcPr>
                </a:tc>
                <a:tc>
                  <a:txBody>
                    <a:bodyPr/>
                    <a:lstStyle/>
                    <a:p>
                      <a:pPr algn="l"/>
                      <a:r>
                        <a:rPr lang="ru-RU" sz="1050" b="1" cap="none" spc="0" dirty="0">
                          <a:ln w="0"/>
                          <a:solidFill>
                            <a:sysClr val="windowText" lastClr="000000"/>
                          </a:solidFill>
                          <a:effectLst>
                            <a:outerShdw blurRad="38100" dist="19050" dir="2700000" algn="tl" rotWithShape="0">
                              <a:schemeClr val="dk1">
                                <a:alpha val="40000"/>
                              </a:schemeClr>
                            </a:outerShdw>
                          </a:effectLst>
                        </a:rPr>
                        <a:t>Примечания</a:t>
                      </a:r>
                    </a:p>
                  </a:txBody>
                  <a:tcPr marL="22885" marR="22885" marT="22885" marB="2288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FD0"/>
                    </a:solidFill>
                  </a:tcPr>
                </a:tc>
                <a:extLst>
                  <a:ext uri="{0D108BD9-81ED-4DB2-BD59-A6C34878D82A}">
                    <a16:rowId xmlns:a16="http://schemas.microsoft.com/office/drawing/2014/main" val="3677338108"/>
                  </a:ext>
                </a:extLst>
              </a:tr>
              <a:tr h="445414">
                <a:tc>
                  <a:txBody>
                    <a:bodyPr/>
                    <a:lstStyle/>
                    <a:p>
                      <a:r>
                        <a:rPr lang="en-US" sz="1050" b="1" cap="none" spc="0" dirty="0">
                          <a:ln w="0"/>
                          <a:solidFill>
                            <a:sysClr val="windowText" lastClr="000000"/>
                          </a:solidFill>
                          <a:effectLst>
                            <a:outerShdw blurRad="38100" dist="19050" dir="2700000" algn="tl" rotWithShape="0">
                              <a:schemeClr val="dk1">
                                <a:alpha val="40000"/>
                              </a:schemeClr>
                            </a:outerShdw>
                          </a:effectLst>
                        </a:rPr>
                        <a:t>SAP ERP (</a:t>
                      </a:r>
                      <a:r>
                        <a:rPr lang="ru-RU" sz="1050" b="1" cap="none" spc="0" dirty="0">
                          <a:ln w="0"/>
                          <a:solidFill>
                            <a:sysClr val="windowText" lastClr="000000"/>
                          </a:solidFill>
                          <a:effectLst>
                            <a:outerShdw blurRad="38100" dist="19050" dir="2700000" algn="tl" rotWithShape="0">
                              <a:schemeClr val="dk1">
                                <a:alpha val="40000"/>
                              </a:schemeClr>
                            </a:outerShdw>
                          </a:effectLst>
                        </a:rPr>
                        <a:t>бухгалтерия, финансы)</a:t>
                      </a:r>
                    </a:p>
                  </a:txBody>
                  <a:tcPr marL="27462" marR="22885" marT="22885" marB="2288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FD0"/>
                    </a:solidFill>
                  </a:tcPr>
                </a:tc>
                <a:tc>
                  <a:txBody>
                    <a:bodyPr/>
                    <a:lstStyle/>
                    <a:p>
                      <a:r>
                        <a:rPr lang="ru-RU" sz="1050" b="0" cap="none" spc="0" dirty="0">
                          <a:ln w="0"/>
                          <a:solidFill>
                            <a:sysClr val="windowText" lastClr="000000"/>
                          </a:solidFill>
                          <a:effectLst>
                            <a:outerShdw blurRad="38100" dist="19050" dir="2700000" algn="tl" rotWithShape="0">
                              <a:schemeClr val="dk1">
                                <a:alpha val="40000"/>
                              </a:schemeClr>
                            </a:outerShdw>
                          </a:effectLst>
                        </a:rPr>
                        <a:t>Синхронизация зарплаты, страховки, налогов</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ru-RU" sz="1050" b="0" cap="none" spc="0">
                          <a:ln w="0"/>
                          <a:solidFill>
                            <a:sysClr val="windowText" lastClr="000000"/>
                          </a:solidFill>
                          <a:effectLst>
                            <a:outerShdw blurRad="38100" dist="19050" dir="2700000" algn="tl" rotWithShape="0">
                              <a:schemeClr val="dk1">
                                <a:alpha val="40000"/>
                              </a:schemeClr>
                            </a:outerShdw>
                          </a:effectLst>
                        </a:rPr>
                        <a:t>✅ Возможна интеграция</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ru-RU" sz="1050" b="0" cap="none" spc="0">
                          <a:ln w="0"/>
                          <a:solidFill>
                            <a:sysClr val="windowText" lastClr="000000"/>
                          </a:solidFill>
                          <a:effectLst>
                            <a:outerShdw blurRad="38100" dist="19050" dir="2700000" algn="tl" rotWithShape="0">
                              <a:schemeClr val="dk1">
                                <a:alpha val="40000"/>
                              </a:schemeClr>
                            </a:outerShdw>
                          </a:effectLst>
                        </a:rPr>
                        <a:t>Экспорт </a:t>
                      </a:r>
                      <a:r>
                        <a:rPr lang="en-US" sz="1050" b="0" cap="none" spc="0">
                          <a:ln w="0"/>
                          <a:solidFill>
                            <a:sysClr val="windowText" lastClr="000000"/>
                          </a:solidFill>
                          <a:effectLst>
                            <a:outerShdw blurRad="38100" dist="19050" dir="2700000" algn="tl" rotWithShape="0">
                              <a:schemeClr val="dk1">
                                <a:alpha val="40000"/>
                              </a:schemeClr>
                            </a:outerShdw>
                          </a:effectLst>
                        </a:rPr>
                        <a:t>CSV + API (</a:t>
                      </a:r>
                      <a:r>
                        <a:rPr lang="ru-RU" sz="1050" b="0" cap="none" spc="0">
                          <a:ln w="0"/>
                          <a:solidFill>
                            <a:sysClr val="windowText" lastClr="000000"/>
                          </a:solidFill>
                          <a:effectLst>
                            <a:outerShdw blurRad="38100" dist="19050" dir="2700000" algn="tl" rotWithShape="0">
                              <a:schemeClr val="dk1">
                                <a:alpha val="40000"/>
                              </a:schemeClr>
                            </a:outerShdw>
                          </a:effectLst>
                        </a:rPr>
                        <a:t>периодический)</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ru-RU" sz="1050" b="0" cap="none" spc="0">
                          <a:ln w="0"/>
                          <a:solidFill>
                            <a:sysClr val="windowText" lastClr="000000"/>
                          </a:solidFill>
                          <a:effectLst>
                            <a:outerShdw blurRad="38100" dist="19050" dir="2700000" algn="tl" rotWithShape="0">
                              <a:schemeClr val="dk1">
                                <a:alpha val="40000"/>
                              </a:schemeClr>
                            </a:outerShdw>
                          </a:effectLst>
                        </a:rPr>
                        <a:t>Демо-тест на данных зарплаты за март</a:t>
                      </a:r>
                    </a:p>
                  </a:txBody>
                  <a:tcPr marL="22885" marR="22885" marT="22885" marB="2288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extLst>
                  <a:ext uri="{0D108BD9-81ED-4DB2-BD59-A6C34878D82A}">
                    <a16:rowId xmlns:a16="http://schemas.microsoft.com/office/drawing/2014/main" val="453765387"/>
                  </a:ext>
                </a:extLst>
              </a:tr>
              <a:tr h="643352">
                <a:tc>
                  <a:txBody>
                    <a:bodyPr/>
                    <a:lstStyle/>
                    <a:p>
                      <a:r>
                        <a:rPr lang="ru-RU" sz="1050" b="1" cap="none" spc="0" dirty="0">
                          <a:ln w="0"/>
                          <a:solidFill>
                            <a:sysClr val="windowText" lastClr="000000"/>
                          </a:solidFill>
                          <a:effectLst>
                            <a:outerShdw blurRad="38100" dist="19050" dir="2700000" algn="tl" rotWithShape="0">
                              <a:schemeClr val="dk1">
                                <a:alpha val="40000"/>
                              </a:schemeClr>
                            </a:outerShdw>
                          </a:effectLst>
                        </a:rPr>
                        <a:t>Внутренняя </a:t>
                      </a:r>
                      <a:r>
                        <a:rPr lang="en-US" sz="1050" b="1" cap="none" spc="0" dirty="0">
                          <a:ln w="0"/>
                          <a:solidFill>
                            <a:sysClr val="windowText" lastClr="000000"/>
                          </a:solidFill>
                          <a:effectLst>
                            <a:outerShdw blurRad="38100" dist="19050" dir="2700000" algn="tl" rotWithShape="0">
                              <a:schemeClr val="dk1">
                                <a:alpha val="40000"/>
                              </a:schemeClr>
                            </a:outerShdw>
                          </a:effectLst>
                        </a:rPr>
                        <a:t>CRM</a:t>
                      </a:r>
                    </a:p>
                  </a:txBody>
                  <a:tcPr marL="27462" marR="22885" marT="22885" marB="2288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FD0"/>
                    </a:solidFill>
                  </a:tcPr>
                </a:tc>
                <a:tc>
                  <a:txBody>
                    <a:bodyPr/>
                    <a:lstStyle/>
                    <a:p>
                      <a:r>
                        <a:rPr lang="ru-RU" sz="1050" b="0" cap="none" spc="0" dirty="0">
                          <a:ln w="0"/>
                          <a:solidFill>
                            <a:sysClr val="windowText" lastClr="000000"/>
                          </a:solidFill>
                          <a:effectLst>
                            <a:outerShdw blurRad="38100" dist="19050" dir="2700000" algn="tl" rotWithShape="0">
                              <a:schemeClr val="dk1">
                                <a:alpha val="40000"/>
                              </a:schemeClr>
                            </a:outerShdw>
                          </a:effectLst>
                        </a:rPr>
                        <a:t>Связь с продажами (график, премии)</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ru-RU" sz="1050" b="0" cap="none" spc="0">
                          <a:ln w="0"/>
                          <a:solidFill>
                            <a:sysClr val="windowText" lastClr="000000"/>
                          </a:solidFill>
                          <a:effectLst>
                            <a:outerShdw blurRad="38100" dist="19050" dir="2700000" algn="tl" rotWithShape="0">
                              <a:schemeClr val="dk1">
                                <a:alpha val="40000"/>
                              </a:schemeClr>
                            </a:outerShdw>
                          </a:effectLst>
                        </a:rPr>
                        <a:t>⚠ Ещё не интегрировано</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ru-RU" sz="1050" b="0" cap="none" spc="0">
                          <a:ln w="0"/>
                          <a:solidFill>
                            <a:sysClr val="windowText" lastClr="000000"/>
                          </a:solidFill>
                          <a:effectLst>
                            <a:outerShdw blurRad="38100" dist="19050" dir="2700000" algn="tl" rotWithShape="0">
                              <a:schemeClr val="dk1">
                                <a:alpha val="40000"/>
                              </a:schemeClr>
                            </a:outerShdw>
                          </a:effectLst>
                        </a:rPr>
                        <a:t>План 2 этапа</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ru-RU" sz="1050" b="0" cap="none" spc="0">
                          <a:ln w="0"/>
                          <a:solidFill>
                            <a:sysClr val="windowText" lastClr="000000"/>
                          </a:solidFill>
                          <a:effectLst>
                            <a:outerShdw blurRad="38100" dist="19050" dir="2700000" algn="tl" rotWithShape="0">
                              <a:schemeClr val="dk1">
                                <a:alpha val="40000"/>
                              </a:schemeClr>
                            </a:outerShdw>
                          </a:effectLst>
                        </a:rPr>
                        <a:t>CRM разработана отдельно, требуется сопоставление полей данных</a:t>
                      </a:r>
                    </a:p>
                  </a:txBody>
                  <a:tcPr marL="22885" marR="22885" marT="22885" marB="2288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extLst>
                  <a:ext uri="{0D108BD9-81ED-4DB2-BD59-A6C34878D82A}">
                    <a16:rowId xmlns:a16="http://schemas.microsoft.com/office/drawing/2014/main" val="568440014"/>
                  </a:ext>
                </a:extLst>
              </a:tr>
              <a:tr h="445414">
                <a:tc>
                  <a:txBody>
                    <a:bodyPr/>
                    <a:lstStyle/>
                    <a:p>
                      <a:r>
                        <a:rPr lang="en-US" sz="1050" b="1" cap="none" spc="0" dirty="0">
                          <a:ln w="0"/>
                          <a:solidFill>
                            <a:sysClr val="windowText" lastClr="000000"/>
                          </a:solidFill>
                          <a:effectLst>
                            <a:outerShdw blurRad="38100" dist="19050" dir="2700000" algn="tl" rotWithShape="0">
                              <a:schemeClr val="dk1">
                                <a:alpha val="40000"/>
                              </a:schemeClr>
                            </a:outerShdw>
                          </a:effectLst>
                        </a:rPr>
                        <a:t>BI-</a:t>
                      </a:r>
                      <a:r>
                        <a:rPr lang="ru-RU" sz="1050" b="1" cap="none" spc="0" dirty="0">
                          <a:ln w="0"/>
                          <a:solidFill>
                            <a:sysClr val="windowText" lastClr="000000"/>
                          </a:solidFill>
                          <a:effectLst>
                            <a:outerShdw blurRad="38100" dist="19050" dir="2700000" algn="tl" rotWithShape="0">
                              <a:schemeClr val="dk1">
                                <a:alpha val="40000"/>
                              </a:schemeClr>
                            </a:outerShdw>
                          </a:effectLst>
                        </a:rPr>
                        <a:t>система отчётности</a:t>
                      </a:r>
                    </a:p>
                  </a:txBody>
                  <a:tcPr marL="27462" marR="22885" marT="22885" marB="2288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FD0"/>
                    </a:solidFill>
                  </a:tcPr>
                </a:tc>
                <a:tc>
                  <a:txBody>
                    <a:bodyPr/>
                    <a:lstStyle/>
                    <a:p>
                      <a:r>
                        <a:rPr lang="ru-RU" sz="1050" b="0" cap="none" spc="0" dirty="0">
                          <a:ln w="0"/>
                          <a:solidFill>
                            <a:sysClr val="windowText" lastClr="000000"/>
                          </a:solidFill>
                          <a:effectLst>
                            <a:outerShdw blurRad="38100" dist="19050" dir="2700000" algn="tl" rotWithShape="0">
                              <a:schemeClr val="dk1">
                                <a:alpha val="40000"/>
                              </a:schemeClr>
                            </a:outerShdw>
                          </a:effectLst>
                        </a:rPr>
                        <a:t>Синхронизация HR-данных для анализа KPI</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ru-RU" sz="1050" b="0" cap="none" spc="0">
                          <a:ln w="0"/>
                          <a:solidFill>
                            <a:sysClr val="windowText" lastClr="000000"/>
                          </a:solidFill>
                          <a:effectLst>
                            <a:outerShdw blurRad="38100" dist="19050" dir="2700000" algn="tl" rotWithShape="0">
                              <a:schemeClr val="dk1">
                                <a:alpha val="40000"/>
                              </a:schemeClr>
                            </a:outerShdw>
                          </a:effectLst>
                        </a:rPr>
                        <a:t>✅ Совместимо</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ru-RU" sz="1050" b="0" cap="none" spc="0">
                          <a:ln w="0"/>
                          <a:solidFill>
                            <a:sysClr val="windowText" lastClr="000000"/>
                          </a:solidFill>
                          <a:effectLst>
                            <a:outerShdw blurRad="38100" dist="19050" dir="2700000" algn="tl" rotWithShape="0">
                              <a:schemeClr val="dk1">
                                <a:alpha val="40000"/>
                              </a:schemeClr>
                            </a:outerShdw>
                          </a:effectLst>
                        </a:rPr>
                        <a:t>API Pull + автоматический экспорт в Excel</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ru-RU" sz="1050" b="0" cap="none" spc="0">
                          <a:ln w="0"/>
                          <a:solidFill>
                            <a:sysClr val="windowText" lastClr="000000"/>
                          </a:solidFill>
                          <a:effectLst>
                            <a:outerShdw blurRad="38100" dist="19050" dir="2700000" algn="tl" rotWithShape="0">
                              <a:schemeClr val="dk1">
                                <a:alpha val="40000"/>
                              </a:schemeClr>
                            </a:outerShdw>
                          </a:effectLst>
                        </a:rPr>
                        <a:t>Поддерживается </a:t>
                      </a:r>
                      <a:r>
                        <a:rPr lang="en-US" sz="1050" b="0" cap="none" spc="0">
                          <a:ln w="0"/>
                          <a:solidFill>
                            <a:sysClr val="windowText" lastClr="000000"/>
                          </a:solidFill>
                          <a:effectLst>
                            <a:outerShdw blurRad="38100" dist="19050" dir="2700000" algn="tl" rotWithShape="0">
                              <a:schemeClr val="dk1">
                                <a:alpha val="40000"/>
                              </a:schemeClr>
                            </a:outerShdw>
                          </a:effectLst>
                        </a:rPr>
                        <a:t>JSON / XLSX</a:t>
                      </a:r>
                    </a:p>
                  </a:txBody>
                  <a:tcPr marL="22885" marR="22885" marT="22885" marB="2288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extLst>
                  <a:ext uri="{0D108BD9-81ED-4DB2-BD59-A6C34878D82A}">
                    <a16:rowId xmlns:a16="http://schemas.microsoft.com/office/drawing/2014/main" val="2568186166"/>
                  </a:ext>
                </a:extLst>
              </a:tr>
              <a:tr h="544383">
                <a:tc>
                  <a:txBody>
                    <a:bodyPr/>
                    <a:lstStyle/>
                    <a:p>
                      <a:r>
                        <a:rPr lang="en-US" sz="1050" b="1" cap="none" spc="0" dirty="0" err="1">
                          <a:ln w="0"/>
                          <a:solidFill>
                            <a:sysClr val="windowText" lastClr="000000"/>
                          </a:solidFill>
                          <a:effectLst>
                            <a:outerShdw blurRad="38100" dist="19050" dir="2700000" algn="tl" rotWithShape="0">
                              <a:schemeClr val="dk1">
                                <a:alpha val="40000"/>
                              </a:schemeClr>
                            </a:outerShdw>
                          </a:effectLst>
                        </a:rPr>
                        <a:t>Zalo</a:t>
                      </a:r>
                      <a:r>
                        <a:rPr lang="en-US" sz="1050" b="1" cap="none" spc="0" dirty="0">
                          <a:ln w="0"/>
                          <a:solidFill>
                            <a:sysClr val="windowText" lastClr="000000"/>
                          </a:solidFill>
                          <a:effectLst>
                            <a:outerShdw blurRad="38100" dist="19050" dir="2700000" algn="tl" rotWithShape="0">
                              <a:schemeClr val="dk1">
                                <a:alpha val="40000"/>
                              </a:schemeClr>
                            </a:outerShdw>
                          </a:effectLst>
                        </a:rPr>
                        <a:t> OA / ZNS</a:t>
                      </a:r>
                    </a:p>
                  </a:txBody>
                  <a:tcPr marL="27462" marR="22885" marT="22885" marB="2288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FD0"/>
                    </a:solidFill>
                  </a:tcPr>
                </a:tc>
                <a:tc>
                  <a:txBody>
                    <a:bodyPr/>
                    <a:lstStyle/>
                    <a:p>
                      <a:r>
                        <a:rPr lang="ru-RU" sz="1050" b="0" cap="none" spc="0" dirty="0">
                          <a:ln w="0"/>
                          <a:solidFill>
                            <a:sysClr val="windowText" lastClr="000000"/>
                          </a:solidFill>
                          <a:effectLst>
                            <a:outerShdw blurRad="38100" dist="19050" dir="2700000" algn="tl" rotWithShape="0">
                              <a:schemeClr val="dk1">
                                <a:alpha val="40000"/>
                              </a:schemeClr>
                            </a:outerShdw>
                          </a:effectLst>
                        </a:rPr>
                        <a:t>Отправка уведомлений об изменении графика, зарплаты</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ru-RU" sz="1050" b="0" cap="none" spc="0" dirty="0">
                          <a:ln w="0"/>
                          <a:solidFill>
                            <a:sysClr val="windowText" lastClr="000000"/>
                          </a:solidFill>
                          <a:effectLst>
                            <a:outerShdw blurRad="38100" dist="19050" dir="2700000" algn="tl" rotWithShape="0">
                              <a:schemeClr val="dk1">
                                <a:alpha val="40000"/>
                              </a:schemeClr>
                            </a:outerShdw>
                          </a:effectLst>
                        </a:rPr>
                        <a:t>✅ Совместимо</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en-US" sz="1050" b="0" cap="none" spc="0">
                          <a:ln w="0"/>
                          <a:solidFill>
                            <a:sysClr val="windowText" lastClr="000000"/>
                          </a:solidFill>
                          <a:effectLst>
                            <a:outerShdw blurRad="38100" dist="19050" dir="2700000" algn="tl" rotWithShape="0">
                              <a:schemeClr val="dk1">
                                <a:alpha val="40000"/>
                              </a:schemeClr>
                            </a:outerShdw>
                          </a:effectLst>
                        </a:rPr>
                        <a:t>API-</a:t>
                      </a:r>
                      <a:r>
                        <a:rPr lang="ru-RU" sz="1050" b="0" cap="none" spc="0">
                          <a:ln w="0"/>
                          <a:solidFill>
                            <a:sysClr val="windowText" lastClr="000000"/>
                          </a:solidFill>
                          <a:effectLst>
                            <a:outerShdw blurRad="38100" dist="19050" dir="2700000" algn="tl" rotWithShape="0">
                              <a:schemeClr val="dk1">
                                <a:alpha val="40000"/>
                              </a:schemeClr>
                            </a:outerShdw>
                          </a:effectLst>
                        </a:rPr>
                        <a:t>интеграция с </a:t>
                      </a:r>
                      <a:r>
                        <a:rPr lang="en-US" sz="1050" b="0" cap="none" spc="0">
                          <a:ln w="0"/>
                          <a:solidFill>
                            <a:sysClr val="windowText" lastClr="000000"/>
                          </a:solidFill>
                          <a:effectLst>
                            <a:outerShdw blurRad="38100" dist="19050" dir="2700000" algn="tl" rotWithShape="0">
                              <a:schemeClr val="dk1">
                                <a:alpha val="40000"/>
                              </a:schemeClr>
                            </a:outerShdw>
                          </a:effectLst>
                        </a:rPr>
                        <a:t>ZNS (Zalo Business)</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ru-RU" sz="1050" b="0" cap="none" spc="0">
                          <a:ln w="0"/>
                          <a:solidFill>
                            <a:sysClr val="windowText" lastClr="000000"/>
                          </a:solidFill>
                          <a:effectLst>
                            <a:outerShdw blurRad="38100" dist="19050" dir="2700000" algn="tl" rotWithShape="0">
                              <a:schemeClr val="dk1">
                                <a:alpha val="40000"/>
                              </a:schemeClr>
                            </a:outerShdw>
                          </a:effectLst>
                        </a:rPr>
                        <a:t>Требуется начальная настройка с номерами сотрудников</a:t>
                      </a:r>
                    </a:p>
                  </a:txBody>
                  <a:tcPr marL="22885" marR="22885" marT="22885" marB="2288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extLst>
                  <a:ext uri="{0D108BD9-81ED-4DB2-BD59-A6C34878D82A}">
                    <a16:rowId xmlns:a16="http://schemas.microsoft.com/office/drawing/2014/main" val="3858262853"/>
                  </a:ext>
                </a:extLst>
              </a:tr>
              <a:tr h="544383">
                <a:tc>
                  <a:txBody>
                    <a:bodyPr/>
                    <a:lstStyle/>
                    <a:p>
                      <a:r>
                        <a:rPr lang="ru-RU" sz="1050" b="1" cap="none" spc="0" dirty="0">
                          <a:ln w="0"/>
                          <a:solidFill>
                            <a:sysClr val="windowText" lastClr="000000"/>
                          </a:solidFill>
                          <a:effectLst>
                            <a:outerShdw blurRad="38100" dist="19050" dir="2700000" algn="tl" rotWithShape="0">
                              <a:schemeClr val="dk1">
                                <a:alpha val="40000"/>
                              </a:schemeClr>
                            </a:outerShdw>
                          </a:effectLst>
                        </a:rPr>
                        <a:t>Система учёта рабочего времени (отпечаток/лицо)</a:t>
                      </a:r>
                    </a:p>
                  </a:txBody>
                  <a:tcPr marL="27462" marR="22885" marT="22885" marB="2288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FD0"/>
                    </a:solidFill>
                  </a:tcPr>
                </a:tc>
                <a:tc>
                  <a:txBody>
                    <a:bodyPr/>
                    <a:lstStyle/>
                    <a:p>
                      <a:r>
                        <a:rPr lang="ru-RU" sz="1050" b="0" cap="none" spc="0" dirty="0">
                          <a:ln w="0"/>
                          <a:solidFill>
                            <a:sysClr val="windowText" lastClr="000000"/>
                          </a:solidFill>
                          <a:effectLst>
                            <a:outerShdw blurRad="38100" dist="19050" dir="2700000" algn="tl" rotWithShape="0">
                              <a:schemeClr val="dk1">
                                <a:alpha val="40000"/>
                              </a:schemeClr>
                            </a:outerShdw>
                          </a:effectLst>
                        </a:rPr>
                        <a:t>Синхронизация данных </a:t>
                      </a:r>
                      <a:r>
                        <a:rPr lang="ru-RU" sz="1050" b="0" cap="none" spc="0" dirty="0" err="1">
                          <a:ln w="0"/>
                          <a:solidFill>
                            <a:sysClr val="windowText" lastClr="000000"/>
                          </a:solidFill>
                          <a:effectLst>
                            <a:outerShdw blurRad="38100" dist="19050" dir="2700000" algn="tl" rotWithShape="0">
                              <a:schemeClr val="dk1">
                                <a:alpha val="40000"/>
                              </a:schemeClr>
                            </a:outerShdw>
                          </a:effectLst>
                        </a:rPr>
                        <a:t>check-in</a:t>
                      </a:r>
                      <a:r>
                        <a:rPr lang="ru-RU" sz="1050" b="0" cap="none" spc="0" dirty="0">
                          <a:ln w="0"/>
                          <a:solidFill>
                            <a:sysClr val="windowText" lastClr="000000"/>
                          </a:solidFill>
                          <a:effectLst>
                            <a:outerShdw blurRad="38100" dist="19050" dir="2700000" algn="tl" rotWithShape="0">
                              <a:schemeClr val="dk1">
                                <a:alpha val="40000"/>
                              </a:schemeClr>
                            </a:outerShdw>
                          </a:effectLst>
                        </a:rPr>
                        <a:t>/</a:t>
                      </a:r>
                      <a:r>
                        <a:rPr lang="ru-RU" sz="1050" b="0" cap="none" spc="0" dirty="0" err="1">
                          <a:ln w="0"/>
                          <a:solidFill>
                            <a:sysClr val="windowText" lastClr="000000"/>
                          </a:solidFill>
                          <a:effectLst>
                            <a:outerShdw blurRad="38100" dist="19050" dir="2700000" algn="tl" rotWithShape="0">
                              <a:schemeClr val="dk1">
                                <a:alpha val="40000"/>
                              </a:schemeClr>
                            </a:outerShdw>
                          </a:effectLst>
                        </a:rPr>
                        <a:t>out</a:t>
                      </a:r>
                      <a:r>
                        <a:rPr lang="ru-RU" sz="1050" b="0" cap="none" spc="0" dirty="0">
                          <a:ln w="0"/>
                          <a:solidFill>
                            <a:sysClr val="windowText" lastClr="000000"/>
                          </a:solidFill>
                          <a:effectLst>
                            <a:outerShdw blurRad="38100" dist="19050" dir="2700000" algn="tl" rotWithShape="0">
                              <a:schemeClr val="dk1">
                                <a:alpha val="40000"/>
                              </a:schemeClr>
                            </a:outerShdw>
                          </a:effectLst>
                        </a:rPr>
                        <a:t> для расчёта зарплаты</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ru-RU" sz="1050" b="0" cap="none" spc="0" dirty="0">
                          <a:ln w="0"/>
                          <a:solidFill>
                            <a:sysClr val="windowText" lastClr="000000"/>
                          </a:solidFill>
                          <a:effectLst>
                            <a:outerShdw blurRad="38100" dist="19050" dir="2700000" algn="tl" rotWithShape="0">
                              <a:schemeClr val="dk1">
                                <a:alpha val="40000"/>
                              </a:schemeClr>
                            </a:outerShdw>
                          </a:effectLst>
                        </a:rPr>
                        <a:t>✅ Возможна интеграция</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en-US" sz="1050" b="0" cap="none" spc="0" dirty="0">
                          <a:ln w="0"/>
                          <a:solidFill>
                            <a:sysClr val="windowText" lastClr="000000"/>
                          </a:solidFill>
                          <a:effectLst>
                            <a:outerShdw blurRad="38100" dist="19050" dir="2700000" algn="tl" rotWithShape="0">
                              <a:schemeClr val="dk1">
                                <a:alpha val="40000"/>
                              </a:schemeClr>
                            </a:outerShdw>
                          </a:effectLst>
                        </a:rPr>
                        <a:t>TXT/CSV </a:t>
                      </a:r>
                      <a:r>
                        <a:rPr lang="ru-RU" sz="1050" b="0" cap="none" spc="0" dirty="0">
                          <a:ln w="0"/>
                          <a:solidFill>
                            <a:sysClr val="windowText" lastClr="000000"/>
                          </a:solidFill>
                          <a:effectLst>
                            <a:outerShdw blurRad="38100" dist="19050" dir="2700000" algn="tl" rotWithShape="0">
                              <a:schemeClr val="dk1">
                                <a:alpha val="40000"/>
                              </a:schemeClr>
                            </a:outerShdw>
                          </a:effectLst>
                        </a:rPr>
                        <a:t>через </a:t>
                      </a:r>
                      <a:r>
                        <a:rPr lang="en-US" sz="1050" b="0" cap="none" spc="0" dirty="0">
                          <a:ln w="0"/>
                          <a:solidFill>
                            <a:sysClr val="windowText" lastClr="000000"/>
                          </a:solidFill>
                          <a:effectLst>
                            <a:outerShdw blurRad="38100" dist="19050" dir="2700000" algn="tl" rotWithShape="0">
                              <a:schemeClr val="dk1">
                                <a:alpha val="40000"/>
                              </a:schemeClr>
                            </a:outerShdw>
                          </a:effectLst>
                        </a:rPr>
                        <a:t>FTP</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ru-RU" sz="1050" b="0" cap="none" spc="0">
                          <a:ln w="0"/>
                          <a:solidFill>
                            <a:sysClr val="windowText" lastClr="000000"/>
                          </a:solidFill>
                          <a:effectLst>
                            <a:outerShdw blurRad="38100" dist="19050" dir="2700000" algn="tl" rotWithShape="0">
                              <a:schemeClr val="dk1">
                                <a:alpha val="40000"/>
                              </a:schemeClr>
                            </a:outerShdw>
                          </a:effectLst>
                        </a:rPr>
                        <a:t>Зависит от поставщика оборудования</a:t>
                      </a:r>
                    </a:p>
                  </a:txBody>
                  <a:tcPr marL="22885" marR="22885" marT="22885" marB="2288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extLst>
                  <a:ext uri="{0D108BD9-81ED-4DB2-BD59-A6C34878D82A}">
                    <a16:rowId xmlns:a16="http://schemas.microsoft.com/office/drawing/2014/main" val="939322291"/>
                  </a:ext>
                </a:extLst>
              </a:tr>
              <a:tr h="544383">
                <a:tc>
                  <a:txBody>
                    <a:bodyPr/>
                    <a:lstStyle/>
                    <a:p>
                      <a:r>
                        <a:rPr lang="ru-RU" sz="1050" b="1" cap="none" spc="0" dirty="0">
                          <a:ln w="0"/>
                          <a:solidFill>
                            <a:sysClr val="windowText" lastClr="000000"/>
                          </a:solidFill>
                          <a:effectLst>
                            <a:outerShdw blurRad="38100" dist="19050" dir="2700000" algn="tl" rotWithShape="0">
                              <a:schemeClr val="dk1">
                                <a:alpha val="40000"/>
                              </a:schemeClr>
                            </a:outerShdw>
                          </a:effectLst>
                        </a:rPr>
                        <a:t>Внутренняя почта (</a:t>
                      </a:r>
                      <a:r>
                        <a:rPr lang="en-US" sz="1050" b="1" cap="none" spc="0" dirty="0">
                          <a:ln w="0"/>
                          <a:solidFill>
                            <a:sysClr val="windowText" lastClr="000000"/>
                          </a:solidFill>
                          <a:effectLst>
                            <a:outerShdw blurRad="38100" dist="19050" dir="2700000" algn="tl" rotWithShape="0">
                              <a:schemeClr val="dk1">
                                <a:alpha val="40000"/>
                              </a:schemeClr>
                            </a:outerShdw>
                          </a:effectLst>
                        </a:rPr>
                        <a:t>Outlook / Gmail)</a:t>
                      </a:r>
                    </a:p>
                  </a:txBody>
                  <a:tcPr marL="27462" marR="22885" marT="22885" marB="2288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FD0"/>
                    </a:solidFill>
                  </a:tcPr>
                </a:tc>
                <a:tc>
                  <a:txBody>
                    <a:bodyPr/>
                    <a:lstStyle/>
                    <a:p>
                      <a:r>
                        <a:rPr lang="ru-RU" sz="1050" b="0" cap="none" spc="0" dirty="0">
                          <a:ln w="0"/>
                          <a:solidFill>
                            <a:sysClr val="windowText" lastClr="000000"/>
                          </a:solidFill>
                          <a:effectLst>
                            <a:outerShdw blurRad="38100" dist="19050" dir="2700000" algn="tl" rotWithShape="0">
                              <a:schemeClr val="dk1">
                                <a:alpha val="40000"/>
                              </a:schemeClr>
                            </a:outerShdw>
                          </a:effectLst>
                        </a:rPr>
                        <a:t>Автоматическая отправка отчётов по зарплате, отпускам</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ru-RU" sz="1050" b="0" cap="none" spc="0" dirty="0">
                          <a:ln w="0"/>
                          <a:solidFill>
                            <a:sysClr val="windowText" lastClr="000000"/>
                          </a:solidFill>
                          <a:effectLst>
                            <a:outerShdw blurRad="38100" dist="19050" dir="2700000" algn="tl" rotWithShape="0">
                              <a:schemeClr val="dk1">
                                <a:alpha val="40000"/>
                              </a:schemeClr>
                            </a:outerShdw>
                          </a:effectLst>
                        </a:rPr>
                        <a:t>✅ Полная совместимость</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ru-RU" sz="1050" b="0" cap="none" spc="0" dirty="0">
                          <a:ln w="0"/>
                          <a:solidFill>
                            <a:sysClr val="windowText" lastClr="000000"/>
                          </a:solidFill>
                          <a:effectLst>
                            <a:outerShdw blurRad="38100" dist="19050" dir="2700000" algn="tl" rotWithShape="0">
                              <a:schemeClr val="dk1">
                                <a:alpha val="40000"/>
                              </a:schemeClr>
                            </a:outerShdw>
                          </a:effectLst>
                        </a:rPr>
                        <a:t>Прямая интеграция SMTP через </a:t>
                      </a:r>
                      <a:r>
                        <a:rPr lang="ru-RU" sz="1050" b="0" cap="none" spc="0" dirty="0" err="1">
                          <a:ln w="0"/>
                          <a:solidFill>
                            <a:sysClr val="windowText" lastClr="000000"/>
                          </a:solidFill>
                          <a:effectLst>
                            <a:outerShdw blurRad="38100" dist="19050" dir="2700000" algn="tl" rotWithShape="0">
                              <a:schemeClr val="dk1">
                                <a:alpha val="40000"/>
                              </a:schemeClr>
                            </a:outerShdw>
                          </a:effectLst>
                        </a:rPr>
                        <a:t>Experium</a:t>
                      </a:r>
                      <a:endParaRPr lang="ru-RU" sz="1050" b="0" cap="none" spc="0" dirty="0">
                        <a:ln w="0"/>
                        <a:solidFill>
                          <a:sysClr val="windowText" lastClr="000000"/>
                        </a:solidFill>
                        <a:effectLst>
                          <a:outerShdw blurRad="38100" dist="19050" dir="2700000" algn="tl" rotWithShape="0">
                            <a:schemeClr val="dk1">
                              <a:alpha val="40000"/>
                            </a:schemeClr>
                          </a:outerShdw>
                        </a:effectLst>
                      </a:endParaRP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ru-RU" sz="1050" b="0" cap="none" spc="0">
                          <a:ln w="0"/>
                          <a:solidFill>
                            <a:sysClr val="windowText" lastClr="000000"/>
                          </a:solidFill>
                          <a:effectLst>
                            <a:outerShdw blurRad="38100" dist="19050" dir="2700000" algn="tl" rotWithShape="0">
                              <a:schemeClr val="dk1">
                                <a:alpha val="40000"/>
                              </a:schemeClr>
                            </a:outerShdw>
                          </a:effectLst>
                        </a:rPr>
                        <a:t>Без ограничений на количество писем</a:t>
                      </a:r>
                    </a:p>
                  </a:txBody>
                  <a:tcPr marL="22885" marR="22885" marT="22885" marB="2288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extLst>
                  <a:ext uri="{0D108BD9-81ED-4DB2-BD59-A6C34878D82A}">
                    <a16:rowId xmlns:a16="http://schemas.microsoft.com/office/drawing/2014/main" val="1777540252"/>
                  </a:ext>
                </a:extLst>
              </a:tr>
              <a:tr h="445414">
                <a:tc>
                  <a:txBody>
                    <a:bodyPr/>
                    <a:lstStyle/>
                    <a:p>
                      <a:r>
                        <a:rPr lang="ru-RU" sz="1050" b="1" cap="none" spc="0" dirty="0">
                          <a:ln w="0"/>
                          <a:solidFill>
                            <a:sysClr val="windowText" lastClr="000000"/>
                          </a:solidFill>
                          <a:effectLst>
                            <a:outerShdw blurRad="38100" dist="19050" dir="2700000" algn="tl" rotWithShape="0">
                              <a:schemeClr val="dk1">
                                <a:alpha val="40000"/>
                              </a:schemeClr>
                            </a:outerShdw>
                          </a:effectLst>
                        </a:rPr>
                        <a:t>Google </a:t>
                      </a:r>
                      <a:r>
                        <a:rPr lang="ru-RU" sz="1050" b="1" cap="none" spc="0" dirty="0" err="1">
                          <a:ln w="0"/>
                          <a:solidFill>
                            <a:sysClr val="windowText" lastClr="000000"/>
                          </a:solidFill>
                          <a:effectLst>
                            <a:outerShdw blurRad="38100" dist="19050" dir="2700000" algn="tl" rotWithShape="0">
                              <a:schemeClr val="dk1">
                                <a:alpha val="40000"/>
                              </a:schemeClr>
                            </a:outerShdw>
                          </a:effectLst>
                        </a:rPr>
                        <a:t>Sheets</a:t>
                      </a:r>
                      <a:r>
                        <a:rPr lang="ru-RU" sz="1050" b="1" cap="none" spc="0" dirty="0">
                          <a:ln w="0"/>
                          <a:solidFill>
                            <a:sysClr val="windowText" lastClr="000000"/>
                          </a:solidFill>
                          <a:effectLst>
                            <a:outerShdw blurRad="38100" dist="19050" dir="2700000" algn="tl" rotWithShape="0">
                              <a:schemeClr val="dk1">
                                <a:alpha val="40000"/>
                              </a:schemeClr>
                            </a:outerShdw>
                          </a:effectLst>
                        </a:rPr>
                        <a:t> (используется старыми отделами)</a:t>
                      </a:r>
                    </a:p>
                  </a:txBody>
                  <a:tcPr marL="27462" marR="22885" marT="22885" marB="2288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FD0"/>
                    </a:solidFill>
                  </a:tcPr>
                </a:tc>
                <a:tc>
                  <a:txBody>
                    <a:bodyPr/>
                    <a:lstStyle/>
                    <a:p>
                      <a:r>
                        <a:rPr lang="ru-RU" sz="1050" b="0" cap="none" spc="0" dirty="0">
                          <a:ln w="0"/>
                          <a:solidFill>
                            <a:sysClr val="windowText" lastClr="000000"/>
                          </a:solidFill>
                          <a:effectLst>
                            <a:outerShdw blurRad="38100" dist="19050" dir="2700000" algn="tl" rotWithShape="0">
                              <a:schemeClr val="dk1">
                                <a:alpha val="40000"/>
                              </a:schemeClr>
                            </a:outerShdw>
                          </a:effectLst>
                        </a:rPr>
                        <a:t>Импорт старых Excel/</a:t>
                      </a:r>
                      <a:r>
                        <a:rPr lang="ru-RU" sz="1050" b="0" cap="none" spc="0" dirty="0" err="1">
                          <a:ln w="0"/>
                          <a:solidFill>
                            <a:sysClr val="windowText" lastClr="000000"/>
                          </a:solidFill>
                          <a:effectLst>
                            <a:outerShdw blurRad="38100" dist="19050" dir="2700000" algn="tl" rotWithShape="0">
                              <a:schemeClr val="dk1">
                                <a:alpha val="40000"/>
                              </a:schemeClr>
                            </a:outerShdw>
                          </a:effectLst>
                        </a:rPr>
                        <a:t>Sheets</a:t>
                      </a:r>
                      <a:r>
                        <a:rPr lang="ru-RU" sz="1050" b="0" cap="none" spc="0" dirty="0">
                          <a:ln w="0"/>
                          <a:solidFill>
                            <a:sysClr val="windowText" lastClr="000000"/>
                          </a:solidFill>
                          <a:effectLst>
                            <a:outerShdw blurRad="38100" dist="19050" dir="2700000" algn="tl" rotWithShape="0">
                              <a:schemeClr val="dk1">
                                <a:alpha val="40000"/>
                              </a:schemeClr>
                            </a:outerShdw>
                          </a:effectLst>
                        </a:rPr>
                        <a:t> в новую систему</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ru-RU" sz="1050" b="0" cap="none" spc="0" dirty="0">
                          <a:ln w="0"/>
                          <a:solidFill>
                            <a:sysClr val="windowText" lastClr="000000"/>
                          </a:solidFill>
                          <a:effectLst>
                            <a:outerShdw blurRad="38100" dist="19050" dir="2700000" algn="tl" rotWithShape="0">
                              <a:schemeClr val="dk1">
                                <a:alpha val="40000"/>
                              </a:schemeClr>
                            </a:outerShdw>
                          </a:effectLst>
                        </a:rPr>
                        <a:t>✅ Поддерживается</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ru-RU" sz="1050" b="0" cap="none" spc="0">
                          <a:ln w="0"/>
                          <a:solidFill>
                            <a:sysClr val="windowText" lastClr="000000"/>
                          </a:solidFill>
                          <a:effectLst>
                            <a:outerShdw blurRad="38100" dist="19050" dir="2700000" algn="tl" rotWithShape="0">
                              <a:schemeClr val="dk1">
                                <a:alpha val="40000"/>
                              </a:schemeClr>
                            </a:outerShdw>
                          </a:effectLst>
                        </a:rPr>
                        <a:t>Импорт файлов .</a:t>
                      </a:r>
                      <a:r>
                        <a:rPr lang="en-US" sz="1050" b="0" cap="none" spc="0">
                          <a:ln w="0"/>
                          <a:solidFill>
                            <a:sysClr val="windowText" lastClr="000000"/>
                          </a:solidFill>
                          <a:effectLst>
                            <a:outerShdw blurRad="38100" dist="19050" dir="2700000" algn="tl" rotWithShape="0">
                              <a:schemeClr val="dk1">
                                <a:alpha val="40000"/>
                              </a:schemeClr>
                            </a:outerShdw>
                          </a:effectLst>
                        </a:rPr>
                        <a:t>xls/.csv</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ru-RU" sz="1050" b="0" cap="none" spc="0" dirty="0">
                          <a:ln w="0"/>
                          <a:solidFill>
                            <a:sysClr val="windowText" lastClr="000000"/>
                          </a:solidFill>
                          <a:effectLst>
                            <a:outerShdw blurRad="38100" dist="19050" dir="2700000" algn="tl" rotWithShape="0">
                              <a:schemeClr val="dk1">
                                <a:alpha val="40000"/>
                              </a:schemeClr>
                            </a:outerShdw>
                          </a:effectLst>
                        </a:rPr>
                        <a:t>Есть инструмент конвертации форматов</a:t>
                      </a:r>
                    </a:p>
                  </a:txBody>
                  <a:tcPr marL="22885" marR="22885" marT="22885" marB="2288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extLst>
                  <a:ext uri="{0D108BD9-81ED-4DB2-BD59-A6C34878D82A}">
                    <a16:rowId xmlns:a16="http://schemas.microsoft.com/office/drawing/2014/main" val="3938610379"/>
                  </a:ext>
                </a:extLst>
              </a:tr>
              <a:tr h="643352">
                <a:tc>
                  <a:txBody>
                    <a:bodyPr/>
                    <a:lstStyle/>
                    <a:p>
                      <a:r>
                        <a:rPr lang="ru-RU" sz="1050" b="1" cap="none" spc="0" dirty="0">
                          <a:ln w="0"/>
                          <a:solidFill>
                            <a:sysClr val="windowText" lastClr="000000"/>
                          </a:solidFill>
                          <a:effectLst>
                            <a:outerShdw blurRad="38100" dist="19050" dir="2700000" algn="tl" rotWithShape="0">
                              <a:schemeClr val="dk1">
                                <a:alpha val="40000"/>
                              </a:schemeClr>
                            </a:outerShdw>
                          </a:effectLst>
                        </a:rPr>
                        <a:t>Порталы найма (</a:t>
                      </a:r>
                      <a:r>
                        <a:rPr lang="en-US" sz="1050" b="1" cap="none" spc="0" dirty="0">
                          <a:ln w="0"/>
                          <a:solidFill>
                            <a:sysClr val="windowText" lastClr="000000"/>
                          </a:solidFill>
                          <a:effectLst>
                            <a:outerShdw blurRad="38100" dist="19050" dir="2700000" algn="tl" rotWithShape="0">
                              <a:schemeClr val="dk1">
                                <a:alpha val="40000"/>
                              </a:schemeClr>
                            </a:outerShdw>
                          </a:effectLst>
                        </a:rPr>
                        <a:t>Career Builder / TopCV)</a:t>
                      </a:r>
                    </a:p>
                  </a:txBody>
                  <a:tcPr marL="27462" marR="22885" marT="22885" marB="2288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FD0"/>
                    </a:solidFill>
                  </a:tcPr>
                </a:tc>
                <a:tc>
                  <a:txBody>
                    <a:bodyPr/>
                    <a:lstStyle/>
                    <a:p>
                      <a:r>
                        <a:rPr lang="ru-RU" sz="1050" b="0" cap="none" spc="0">
                          <a:ln w="0"/>
                          <a:solidFill>
                            <a:sysClr val="windowText" lastClr="000000"/>
                          </a:solidFill>
                          <a:effectLst>
                            <a:outerShdw blurRad="38100" dist="19050" dir="2700000" algn="tl" rotWithShape="0">
                              <a:schemeClr val="dk1">
                                <a:alpha val="40000"/>
                              </a:schemeClr>
                            </a:outerShdw>
                          </a:effectLst>
                        </a:rPr>
                        <a:t>Перенос резюме кандидатов в HRM-систему</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ru-RU" sz="1050" b="0" cap="none" spc="0" dirty="0">
                          <a:ln w="0"/>
                          <a:solidFill>
                            <a:sysClr val="windowText" lastClr="000000"/>
                          </a:solidFill>
                          <a:effectLst>
                            <a:outerShdw blurRad="38100" dist="19050" dir="2700000" algn="tl" rotWithShape="0">
                              <a:schemeClr val="dk1">
                                <a:alpha val="40000"/>
                              </a:schemeClr>
                            </a:outerShdw>
                          </a:effectLst>
                        </a:rPr>
                        <a:t>⚠ Прямой интеграции нет</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ru-RU" sz="1050" b="0" cap="none" spc="0" dirty="0">
                          <a:ln w="0"/>
                          <a:solidFill>
                            <a:sysClr val="windowText" lastClr="000000"/>
                          </a:solidFill>
                          <a:effectLst>
                            <a:outerShdw blurRad="38100" dist="19050" dir="2700000" algn="tl" rotWithShape="0">
                              <a:schemeClr val="dk1">
                                <a:alpha val="40000"/>
                              </a:schemeClr>
                            </a:outerShdw>
                          </a:effectLst>
                        </a:rPr>
                        <a:t>Вручную или через API (резервный вариант)</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ru-RU" sz="1050" b="0" cap="none" spc="0" dirty="0">
                          <a:ln w="0"/>
                          <a:solidFill>
                            <a:sysClr val="windowText" lastClr="000000"/>
                          </a:solidFill>
                          <a:effectLst>
                            <a:outerShdw blurRad="38100" dist="19050" dir="2700000" algn="tl" rotWithShape="0">
                              <a:schemeClr val="dk1">
                                <a:alpha val="40000"/>
                              </a:schemeClr>
                            </a:outerShdw>
                          </a:effectLst>
                        </a:rPr>
                        <a:t>Можно настроить через </a:t>
                      </a:r>
                      <a:r>
                        <a:rPr lang="ru-RU" sz="1050" b="0" cap="none" spc="0" dirty="0" err="1">
                          <a:ln w="0"/>
                          <a:solidFill>
                            <a:sysClr val="windowText" lastClr="000000"/>
                          </a:solidFill>
                          <a:effectLst>
                            <a:outerShdw blurRad="38100" dist="19050" dir="2700000" algn="tl" rotWithShape="0">
                              <a:schemeClr val="dk1">
                                <a:alpha val="40000"/>
                              </a:schemeClr>
                            </a:outerShdw>
                          </a:effectLst>
                        </a:rPr>
                        <a:t>Zapier</a:t>
                      </a:r>
                      <a:r>
                        <a:rPr lang="ru-RU" sz="1050" b="0" cap="none" spc="0" dirty="0">
                          <a:ln w="0"/>
                          <a:solidFill>
                            <a:sysClr val="windowText" lastClr="000000"/>
                          </a:solidFill>
                          <a:effectLst>
                            <a:outerShdw blurRad="38100" dist="19050" dir="2700000" algn="tl" rotWithShape="0">
                              <a:schemeClr val="dk1">
                                <a:alpha val="40000"/>
                              </a:schemeClr>
                            </a:outerShdw>
                          </a:effectLst>
                        </a:rPr>
                        <a:t> или промежуточную форму</a:t>
                      </a:r>
                    </a:p>
                  </a:txBody>
                  <a:tcPr marL="22885" marR="22885" marT="22885" marB="2288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extLst>
                  <a:ext uri="{0D108BD9-81ED-4DB2-BD59-A6C34878D82A}">
                    <a16:rowId xmlns:a16="http://schemas.microsoft.com/office/drawing/2014/main" val="2461544744"/>
                  </a:ext>
                </a:extLst>
              </a:tr>
              <a:tr h="544383">
                <a:tc>
                  <a:txBody>
                    <a:bodyPr/>
                    <a:lstStyle/>
                    <a:p>
                      <a:r>
                        <a:rPr lang="ru-RU" sz="1050" b="1" cap="none" spc="0" dirty="0">
                          <a:ln w="0"/>
                          <a:solidFill>
                            <a:sysClr val="windowText" lastClr="000000"/>
                          </a:solidFill>
                          <a:effectLst>
                            <a:outerShdw blurRad="38100" dist="19050" dir="2700000" algn="tl" rotWithShape="0">
                              <a:schemeClr val="dk1">
                                <a:alpha val="40000"/>
                              </a:schemeClr>
                            </a:outerShdw>
                          </a:effectLst>
                        </a:rPr>
                        <a:t>Корпоративная сеть (Интранет)</a:t>
                      </a:r>
                    </a:p>
                  </a:txBody>
                  <a:tcPr marL="27462" marR="22885" marT="22885" marB="2288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FD0"/>
                    </a:solidFill>
                  </a:tcPr>
                </a:tc>
                <a:tc>
                  <a:txBody>
                    <a:bodyPr/>
                    <a:lstStyle/>
                    <a:p>
                      <a:r>
                        <a:rPr lang="ru-RU" sz="1050" b="0" cap="none" spc="0">
                          <a:ln w="0"/>
                          <a:solidFill>
                            <a:sysClr val="windowText" lastClr="000000"/>
                          </a:solidFill>
                          <a:effectLst>
                            <a:outerShdw blurRad="38100" dist="19050" dir="2700000" algn="tl" rotWithShape="0">
                              <a:schemeClr val="dk1">
                                <a:alpha val="40000"/>
                              </a:schemeClr>
                            </a:outerShdw>
                          </a:effectLst>
                        </a:rPr>
                        <a:t>Отображение </a:t>
                      </a:r>
                      <a:r>
                        <a:rPr lang="en-US" sz="1050" b="0" cap="none" spc="0">
                          <a:ln w="0"/>
                          <a:solidFill>
                            <a:sysClr val="windowText" lastClr="000000"/>
                          </a:solidFill>
                          <a:effectLst>
                            <a:outerShdw blurRad="38100" dist="19050" dir="2700000" algn="tl" rotWithShape="0">
                              <a:schemeClr val="dk1">
                                <a:alpha val="40000"/>
                              </a:schemeClr>
                            </a:outerShdw>
                          </a:effectLst>
                        </a:rPr>
                        <a:t>HR-</a:t>
                      </a:r>
                      <a:r>
                        <a:rPr lang="ru-RU" sz="1050" b="0" cap="none" spc="0">
                          <a:ln w="0"/>
                          <a:solidFill>
                            <a:sysClr val="windowText" lastClr="000000"/>
                          </a:solidFill>
                          <a:effectLst>
                            <a:outerShdw blurRad="38100" dist="19050" dir="2700000" algn="tl" rotWithShape="0">
                              <a:schemeClr val="dk1">
                                <a:alpha val="40000"/>
                              </a:schemeClr>
                            </a:outerShdw>
                          </a:effectLst>
                        </a:rPr>
                        <a:t>уведомлений, зарплаты, льгот</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ru-RU" sz="1050" b="0" cap="none" spc="0" dirty="0">
                          <a:ln w="0"/>
                          <a:solidFill>
                            <a:sysClr val="windowText" lastClr="000000"/>
                          </a:solidFill>
                          <a:effectLst>
                            <a:outerShdw blurRad="38100" dist="19050" dir="2700000" algn="tl" rotWithShape="0">
                              <a:schemeClr val="dk1">
                                <a:alpha val="40000"/>
                              </a:schemeClr>
                            </a:outerShdw>
                          </a:effectLst>
                        </a:rPr>
                        <a:t>✅ Возможно встраивание</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en-US" sz="1050" b="0" cap="none" spc="0" dirty="0" err="1">
                          <a:ln w="0"/>
                          <a:solidFill>
                            <a:sysClr val="windowText" lastClr="000000"/>
                          </a:solidFill>
                          <a:effectLst>
                            <a:outerShdw blurRad="38100" dist="19050" dir="2700000" algn="tl" rotWithShape="0">
                              <a:schemeClr val="dk1">
                                <a:alpha val="40000"/>
                              </a:schemeClr>
                            </a:outerShdw>
                          </a:effectLst>
                        </a:rPr>
                        <a:t>Iframe</a:t>
                      </a:r>
                      <a:r>
                        <a:rPr lang="en-US" sz="1050" b="0" cap="none" spc="0" dirty="0">
                          <a:ln w="0"/>
                          <a:solidFill>
                            <a:sysClr val="windowText" lastClr="000000"/>
                          </a:solidFill>
                          <a:effectLst>
                            <a:outerShdw blurRad="38100" dist="19050" dir="2700000" algn="tl" rotWithShape="0">
                              <a:schemeClr val="dk1">
                                <a:alpha val="40000"/>
                              </a:schemeClr>
                            </a:outerShdw>
                          </a:effectLst>
                        </a:rPr>
                        <a:t>-</a:t>
                      </a:r>
                      <a:r>
                        <a:rPr lang="ru-RU" sz="1050" b="0" cap="none" spc="0" dirty="0">
                          <a:ln w="0"/>
                          <a:solidFill>
                            <a:sysClr val="windowText" lastClr="000000"/>
                          </a:solidFill>
                          <a:effectLst>
                            <a:outerShdw blurRad="38100" dist="19050" dir="2700000" algn="tl" rotWithShape="0">
                              <a:schemeClr val="dk1">
                                <a:alpha val="40000"/>
                              </a:schemeClr>
                            </a:outerShdw>
                          </a:effectLst>
                        </a:rPr>
                        <a:t>ссылка на </a:t>
                      </a:r>
                      <a:r>
                        <a:rPr lang="en-US" sz="1050" b="0" cap="none" spc="0" dirty="0" err="1">
                          <a:ln w="0"/>
                          <a:solidFill>
                            <a:sysClr val="windowText" lastClr="000000"/>
                          </a:solidFill>
                          <a:effectLst>
                            <a:outerShdw blurRad="38100" dist="19050" dir="2700000" algn="tl" rotWithShape="0">
                              <a:schemeClr val="dk1">
                                <a:alpha val="40000"/>
                              </a:schemeClr>
                            </a:outerShdw>
                          </a:effectLst>
                        </a:rPr>
                        <a:t>Experium</a:t>
                      </a:r>
                      <a:endParaRPr lang="en-US" sz="1050" b="0" cap="none" spc="0" dirty="0">
                        <a:ln w="0"/>
                        <a:solidFill>
                          <a:sysClr val="windowText" lastClr="000000"/>
                        </a:solidFill>
                        <a:effectLst>
                          <a:outerShdw blurRad="38100" dist="19050" dir="2700000" algn="tl" rotWithShape="0">
                            <a:schemeClr val="dk1">
                              <a:alpha val="40000"/>
                            </a:schemeClr>
                          </a:outerShdw>
                        </a:effectLst>
                      </a:endParaRP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ru-RU" sz="1050" b="0" cap="none" spc="0" dirty="0">
                          <a:ln w="0"/>
                          <a:solidFill>
                            <a:sysClr val="windowText" lastClr="000000"/>
                          </a:solidFill>
                          <a:effectLst>
                            <a:outerShdw blurRad="38100" dist="19050" dir="2700000" algn="tl" rotWithShape="0">
                              <a:schemeClr val="dk1">
                                <a:alpha val="40000"/>
                              </a:schemeClr>
                            </a:outerShdw>
                          </a:effectLst>
                        </a:rPr>
                        <a:t>Требуется </a:t>
                      </a:r>
                      <a:r>
                        <a:rPr lang="en-US" sz="1050" b="0" cap="none" spc="0" dirty="0">
                          <a:ln w="0"/>
                          <a:solidFill>
                            <a:sysClr val="windowText" lastClr="000000"/>
                          </a:solidFill>
                          <a:effectLst>
                            <a:outerShdw blurRad="38100" dist="19050" dir="2700000" algn="tl" rotWithShape="0">
                              <a:schemeClr val="dk1">
                                <a:alpha val="40000"/>
                              </a:schemeClr>
                            </a:outerShdw>
                          </a:effectLst>
                        </a:rPr>
                        <a:t>SSL-</a:t>
                      </a:r>
                      <a:r>
                        <a:rPr lang="ru-RU" sz="1050" b="0" cap="none" spc="0" dirty="0">
                          <a:ln w="0"/>
                          <a:solidFill>
                            <a:sysClr val="windowText" lastClr="000000"/>
                          </a:solidFill>
                          <a:effectLst>
                            <a:outerShdw blurRad="38100" dist="19050" dir="2700000" algn="tl" rotWithShape="0">
                              <a:schemeClr val="dk1">
                                <a:alpha val="40000"/>
                              </a:schemeClr>
                            </a:outerShdw>
                          </a:effectLst>
                        </a:rPr>
                        <a:t>шифрование</a:t>
                      </a:r>
                    </a:p>
                  </a:txBody>
                  <a:tcPr marL="22885" marR="22885" marT="22885" marB="2288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extLst>
                  <a:ext uri="{0D108BD9-81ED-4DB2-BD59-A6C34878D82A}">
                    <a16:rowId xmlns:a16="http://schemas.microsoft.com/office/drawing/2014/main" val="2772427309"/>
                  </a:ext>
                </a:extLst>
              </a:tr>
              <a:tr h="643352">
                <a:tc>
                  <a:txBody>
                    <a:bodyPr/>
                    <a:lstStyle/>
                    <a:p>
                      <a:r>
                        <a:rPr lang="ru-RU" sz="1050" b="1" cap="none" spc="0" dirty="0">
                          <a:ln w="0"/>
                          <a:solidFill>
                            <a:sysClr val="windowText" lastClr="000000"/>
                          </a:solidFill>
                          <a:effectLst>
                            <a:outerShdw blurRad="38100" dist="19050" dir="2700000" algn="tl" rotWithShape="0">
                              <a:schemeClr val="dk1">
                                <a:alpha val="40000"/>
                              </a:schemeClr>
                            </a:outerShdw>
                          </a:effectLst>
                        </a:rPr>
                        <a:t>Мобильное приложение (</a:t>
                      </a:r>
                      <a:r>
                        <a:rPr lang="en-US" sz="1050" b="1" cap="none" spc="0" dirty="0">
                          <a:ln w="0"/>
                          <a:solidFill>
                            <a:sysClr val="windowText" lastClr="000000"/>
                          </a:solidFill>
                          <a:effectLst>
                            <a:outerShdw blurRad="38100" dist="19050" dir="2700000" algn="tl" rotWithShape="0">
                              <a:schemeClr val="dk1">
                                <a:alpha val="40000"/>
                              </a:schemeClr>
                            </a:outerShdw>
                          </a:effectLst>
                        </a:rPr>
                        <a:t>HRM App)</a:t>
                      </a:r>
                    </a:p>
                  </a:txBody>
                  <a:tcPr marL="27462" marR="22885" marT="22885" marB="2288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FD0"/>
                    </a:solidFill>
                  </a:tcPr>
                </a:tc>
                <a:tc>
                  <a:txBody>
                    <a:bodyPr/>
                    <a:lstStyle/>
                    <a:p>
                      <a:r>
                        <a:rPr lang="ru-RU" sz="1050" b="0" cap="none" spc="0">
                          <a:ln w="0"/>
                          <a:solidFill>
                            <a:sysClr val="windowText" lastClr="000000"/>
                          </a:solidFill>
                          <a:effectLst>
                            <a:outerShdw blurRad="38100" dist="19050" dir="2700000" algn="tl" rotWithShape="0">
                              <a:schemeClr val="dk1">
                                <a:alpha val="40000"/>
                              </a:schemeClr>
                            </a:outerShdw>
                          </a:effectLst>
                        </a:rPr>
                        <a:t>Просмотр графика, заявок на отпуск, зарплаты</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ru-RU" sz="1050" b="0" cap="none" spc="0">
                          <a:ln w="0"/>
                          <a:solidFill>
                            <a:sysClr val="windowText" lastClr="000000"/>
                          </a:solidFill>
                          <a:effectLst>
                            <a:outerShdw blurRad="38100" dist="19050" dir="2700000" algn="tl" rotWithShape="0">
                              <a:schemeClr val="dk1">
                                <a:alpha val="40000"/>
                              </a:schemeClr>
                            </a:outerShdw>
                          </a:effectLst>
                        </a:rPr>
                        <a:t>✅ Есть приложение для iOS/Android</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ru-RU" sz="1050" b="0" cap="none" spc="0" dirty="0">
                          <a:ln w="0"/>
                          <a:solidFill>
                            <a:sysClr val="windowText" lastClr="000000"/>
                          </a:solidFill>
                          <a:effectLst>
                            <a:outerShdw blurRad="38100" dist="19050" dir="2700000" algn="tl" rotWithShape="0">
                              <a:schemeClr val="dk1">
                                <a:alpha val="40000"/>
                              </a:schemeClr>
                            </a:outerShdw>
                          </a:effectLst>
                        </a:rPr>
                        <a:t>Установка через </a:t>
                      </a:r>
                      <a:r>
                        <a:rPr lang="en-US" sz="1050" b="0" cap="none" spc="0" dirty="0">
                          <a:ln w="0"/>
                          <a:solidFill>
                            <a:sysClr val="windowText" lastClr="000000"/>
                          </a:solidFill>
                          <a:effectLst>
                            <a:outerShdw blurRad="38100" dist="19050" dir="2700000" algn="tl" rotWithShape="0">
                              <a:schemeClr val="dk1">
                                <a:alpha val="40000"/>
                              </a:schemeClr>
                            </a:outerShdw>
                          </a:effectLst>
                        </a:rPr>
                        <a:t>App Store / Google Play, </a:t>
                      </a:r>
                      <a:r>
                        <a:rPr lang="ru-RU" sz="1050" b="0" cap="none" spc="0" dirty="0">
                          <a:ln w="0"/>
                          <a:solidFill>
                            <a:sysClr val="windowText" lastClr="000000"/>
                          </a:solidFill>
                          <a:effectLst>
                            <a:outerShdw blurRad="38100" dist="19050" dir="2700000" algn="tl" rotWithShape="0">
                              <a:schemeClr val="dk1">
                                <a:alpha val="40000"/>
                              </a:schemeClr>
                            </a:outerShdw>
                          </a:effectLst>
                        </a:rPr>
                        <a:t>вход через </a:t>
                      </a:r>
                      <a:r>
                        <a:rPr lang="en-US" sz="1050" b="0" cap="none" spc="0" dirty="0">
                          <a:ln w="0"/>
                          <a:solidFill>
                            <a:sysClr val="windowText" lastClr="000000"/>
                          </a:solidFill>
                          <a:effectLst>
                            <a:outerShdw blurRad="38100" dist="19050" dir="2700000" algn="tl" rotWithShape="0">
                              <a:schemeClr val="dk1">
                                <a:alpha val="40000"/>
                              </a:schemeClr>
                            </a:outerShdw>
                          </a:effectLst>
                        </a:rPr>
                        <a:t>HRM-</a:t>
                      </a:r>
                      <a:r>
                        <a:rPr lang="ru-RU" sz="1050" b="0" cap="none" spc="0" dirty="0">
                          <a:ln w="0"/>
                          <a:solidFill>
                            <a:sysClr val="windowText" lastClr="000000"/>
                          </a:solidFill>
                          <a:effectLst>
                            <a:outerShdw blurRad="38100" dist="19050" dir="2700000" algn="tl" rotWithShape="0">
                              <a:schemeClr val="dk1">
                                <a:alpha val="40000"/>
                              </a:schemeClr>
                            </a:outerShdw>
                          </a:effectLst>
                        </a:rPr>
                        <a:t>аккаунт</a:t>
                      </a:r>
                    </a:p>
                  </a:txBody>
                  <a:tcPr marL="22885" marR="22885" marT="22885" marB="228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r>
                        <a:rPr lang="ru-RU" sz="1050" b="0" cap="none" spc="0" dirty="0">
                          <a:ln w="0"/>
                          <a:solidFill>
                            <a:sysClr val="windowText" lastClr="000000"/>
                          </a:solidFill>
                          <a:effectLst>
                            <a:outerShdw blurRad="38100" dist="19050" dir="2700000" algn="tl" rotWithShape="0">
                              <a:schemeClr val="dk1">
                                <a:alpha val="40000"/>
                              </a:schemeClr>
                            </a:outerShdw>
                          </a:effectLst>
                        </a:rPr>
                        <a:t>Требуется настройка устройства и подтверждение </a:t>
                      </a:r>
                      <a:r>
                        <a:rPr lang="ru-RU" sz="1050" b="0" cap="none" spc="0" dirty="0" err="1">
                          <a:ln w="0"/>
                          <a:solidFill>
                            <a:sysClr val="windowText" lastClr="000000"/>
                          </a:solidFill>
                          <a:effectLst>
                            <a:outerShdw blurRad="38100" dist="19050" dir="2700000" algn="tl" rotWithShape="0">
                              <a:schemeClr val="dk1">
                                <a:alpha val="40000"/>
                              </a:schemeClr>
                            </a:outerShdw>
                          </a:effectLst>
                        </a:rPr>
                        <a:t>email</a:t>
                      </a:r>
                      <a:endParaRPr lang="ru-RU" sz="1050" b="0" cap="none" spc="0" dirty="0">
                        <a:ln w="0"/>
                        <a:solidFill>
                          <a:sysClr val="windowText" lastClr="000000"/>
                        </a:solidFill>
                        <a:effectLst>
                          <a:outerShdw blurRad="38100" dist="19050" dir="2700000" algn="tl" rotWithShape="0">
                            <a:schemeClr val="dk1">
                              <a:alpha val="40000"/>
                            </a:schemeClr>
                          </a:outerShdw>
                        </a:effectLst>
                      </a:endParaRPr>
                    </a:p>
                  </a:txBody>
                  <a:tcPr marL="22885" marR="22885" marT="22885" marB="2288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extLst>
                  <a:ext uri="{0D108BD9-81ED-4DB2-BD59-A6C34878D82A}">
                    <a16:rowId xmlns:a16="http://schemas.microsoft.com/office/drawing/2014/main" val="3018539923"/>
                  </a:ext>
                </a:extLst>
              </a:tr>
            </a:tbl>
          </a:graphicData>
        </a:graphic>
      </p:graphicFrame>
      <p:sp>
        <p:nvSpPr>
          <p:cNvPr id="8" name="TextBox 7">
            <a:extLst>
              <a:ext uri="{FF2B5EF4-FFF2-40B4-BE49-F238E27FC236}">
                <a16:creationId xmlns:a16="http://schemas.microsoft.com/office/drawing/2014/main" id="{093EFF62-689D-C48C-41E4-050ACCB1F16A}"/>
              </a:ext>
            </a:extLst>
          </p:cNvPr>
          <p:cNvSpPr txBox="1"/>
          <p:nvPr/>
        </p:nvSpPr>
        <p:spPr>
          <a:xfrm>
            <a:off x="4208526" y="126230"/>
            <a:ext cx="6094476" cy="461665"/>
          </a:xfrm>
          <a:prstGeom prst="rect">
            <a:avLst/>
          </a:prstGeom>
          <a:noFill/>
        </p:spPr>
        <p:txBody>
          <a:bodyPr wrap="square">
            <a:spAutoFit/>
          </a:bodyPr>
          <a:lstStyle/>
          <a:p>
            <a:r>
              <a:rPr lang="ru-RU" sz="2400" b="1" dirty="0">
                <a:ln w="0"/>
                <a:solidFill>
                  <a:schemeClr val="bg1"/>
                </a:solidFill>
                <a:effectLst>
                  <a:outerShdw blurRad="38100" dist="19050" dir="2700000" algn="tl" rotWithShape="0">
                    <a:schemeClr val="dk1">
                      <a:alpha val="40000"/>
                    </a:schemeClr>
                  </a:outerShdw>
                </a:effectLst>
              </a:rPr>
              <a:t>Матрица совместимости</a:t>
            </a:r>
          </a:p>
        </p:txBody>
      </p:sp>
    </p:spTree>
    <p:extLst>
      <p:ext uri="{BB962C8B-B14F-4D97-AF65-F5344CB8AC3E}">
        <p14:creationId xmlns:p14="http://schemas.microsoft.com/office/powerpoint/2010/main" val="20022646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99A5139E-B7B3-5377-3084-550A80F83973}"/>
              </a:ext>
            </a:extLst>
          </p:cNvPr>
          <p:cNvPicPr>
            <a:picLocks noChangeAspect="1"/>
          </p:cNvPicPr>
          <p:nvPr/>
        </p:nvPicPr>
        <p:blipFill>
          <a:blip r:embed="rId2"/>
          <a:stretch>
            <a:fillRect/>
          </a:stretch>
        </p:blipFill>
        <p:spPr>
          <a:xfrm>
            <a:off x="12191" y="0"/>
            <a:ext cx="12179809" cy="6986453"/>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
        <p:nvSpPr>
          <p:cNvPr id="12" name="TextBox 11">
            <a:extLst>
              <a:ext uri="{FF2B5EF4-FFF2-40B4-BE49-F238E27FC236}">
                <a16:creationId xmlns:a16="http://schemas.microsoft.com/office/drawing/2014/main" id="{989971A8-8F42-7F55-26E9-E09590F44CC3}"/>
              </a:ext>
            </a:extLst>
          </p:cNvPr>
          <p:cNvSpPr txBox="1"/>
          <p:nvPr/>
        </p:nvSpPr>
        <p:spPr>
          <a:xfrm>
            <a:off x="679704" y="425071"/>
            <a:ext cx="3074670" cy="2862322"/>
          </a:xfrm>
          <a:prstGeom prst="rect">
            <a:avLst/>
          </a:prstGeom>
          <a:noFill/>
        </p:spPr>
        <p:txBody>
          <a:bodyPr wrap="square">
            <a:spAutoFit/>
          </a:bodyPr>
          <a:lstStyle/>
          <a:p>
            <a:pPr algn="l">
              <a:spcAft>
                <a:spcPts val="1029"/>
              </a:spcAft>
            </a:pPr>
            <a:r>
              <a:rPr lang="ru-RU" sz="3600" b="1" i="0" dirty="0">
                <a:ln w="0"/>
                <a:solidFill>
                  <a:schemeClr val="bg1"/>
                </a:solidFill>
                <a:effectLst>
                  <a:outerShdw blurRad="38100" dist="19050" dir="2700000" algn="tl" rotWithShape="0">
                    <a:schemeClr val="dk1">
                      <a:alpha val="40000"/>
                    </a:schemeClr>
                  </a:outerShdw>
                </a:effectLst>
                <a:latin typeface="quote-cjk-patch"/>
              </a:rPr>
              <a:t>План миграции – План переноса данных</a:t>
            </a:r>
          </a:p>
        </p:txBody>
      </p:sp>
      <p:grpSp>
        <p:nvGrpSpPr>
          <p:cNvPr id="22" name="Группа 21">
            <a:extLst>
              <a:ext uri="{FF2B5EF4-FFF2-40B4-BE49-F238E27FC236}">
                <a16:creationId xmlns:a16="http://schemas.microsoft.com/office/drawing/2014/main" id="{3FE32596-59A6-B2B1-C74A-74EAB8FDC2B1}"/>
              </a:ext>
            </a:extLst>
          </p:cNvPr>
          <p:cNvGrpSpPr/>
          <p:nvPr/>
        </p:nvGrpSpPr>
        <p:grpSpPr>
          <a:xfrm>
            <a:off x="3893317" y="256801"/>
            <a:ext cx="6357027" cy="5783392"/>
            <a:chOff x="3966469" y="846158"/>
            <a:chExt cx="6357027" cy="5783392"/>
          </a:xfrm>
        </p:grpSpPr>
        <p:sp>
          <p:nvSpPr>
            <p:cNvPr id="15" name="Прямоугольник: скругленные углы 14">
              <a:extLst>
                <a:ext uri="{FF2B5EF4-FFF2-40B4-BE49-F238E27FC236}">
                  <a16:creationId xmlns:a16="http://schemas.microsoft.com/office/drawing/2014/main" id="{56E1A23B-6B36-3274-F59A-79366A25905F}"/>
                </a:ext>
              </a:extLst>
            </p:cNvPr>
            <p:cNvSpPr/>
            <p:nvPr/>
          </p:nvSpPr>
          <p:spPr>
            <a:xfrm>
              <a:off x="3975694" y="846158"/>
              <a:ext cx="6329352" cy="1167753"/>
            </a:xfrm>
            <a:prstGeom prst="roundRect">
              <a:avLst/>
            </a:prstGeom>
            <a:solidFill>
              <a:schemeClr val="tx2">
                <a:lumMod val="9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Прямоугольник: скругленные углы 16">
              <a:extLst>
                <a:ext uri="{FF2B5EF4-FFF2-40B4-BE49-F238E27FC236}">
                  <a16:creationId xmlns:a16="http://schemas.microsoft.com/office/drawing/2014/main" id="{CB10FCFC-30B1-1ADA-70AD-BC08BE71BFF9}"/>
                </a:ext>
              </a:extLst>
            </p:cNvPr>
            <p:cNvSpPr/>
            <p:nvPr/>
          </p:nvSpPr>
          <p:spPr>
            <a:xfrm>
              <a:off x="3975694" y="3171146"/>
              <a:ext cx="6338577" cy="1124712"/>
            </a:xfrm>
            <a:prstGeom prst="roundRect">
              <a:avLst/>
            </a:prstGeom>
            <a:solidFill>
              <a:schemeClr val="tx2">
                <a:lumMod val="9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Прямоугольник: скругленные углы 17">
              <a:extLst>
                <a:ext uri="{FF2B5EF4-FFF2-40B4-BE49-F238E27FC236}">
                  <a16:creationId xmlns:a16="http://schemas.microsoft.com/office/drawing/2014/main" id="{2F3C0598-3EBF-A238-2F58-C0A3C313AE13}"/>
                </a:ext>
              </a:extLst>
            </p:cNvPr>
            <p:cNvSpPr/>
            <p:nvPr/>
          </p:nvSpPr>
          <p:spPr>
            <a:xfrm>
              <a:off x="3966469" y="4295857"/>
              <a:ext cx="6338577" cy="1200275"/>
            </a:xfrm>
            <a:prstGeom prst="roundRect">
              <a:avLst/>
            </a:prstGeom>
            <a:solidFill>
              <a:schemeClr val="tx2">
                <a:lumMod val="9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Прямоугольник: скругленные углы 15">
              <a:extLst>
                <a:ext uri="{FF2B5EF4-FFF2-40B4-BE49-F238E27FC236}">
                  <a16:creationId xmlns:a16="http://schemas.microsoft.com/office/drawing/2014/main" id="{93274D09-5AF2-7C3E-0944-7866517BF597}"/>
                </a:ext>
              </a:extLst>
            </p:cNvPr>
            <p:cNvSpPr/>
            <p:nvPr/>
          </p:nvSpPr>
          <p:spPr>
            <a:xfrm>
              <a:off x="3984919" y="2003391"/>
              <a:ext cx="6338576" cy="1167754"/>
            </a:xfrm>
            <a:prstGeom prst="roundRect">
              <a:avLst/>
            </a:prstGeom>
            <a:solidFill>
              <a:schemeClr val="tx2">
                <a:lumMod val="9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Прямоугольник: скругленные углы 18">
              <a:extLst>
                <a:ext uri="{FF2B5EF4-FFF2-40B4-BE49-F238E27FC236}">
                  <a16:creationId xmlns:a16="http://schemas.microsoft.com/office/drawing/2014/main" id="{19C8A9B7-1585-E794-515E-43FB5AFA1072}"/>
                </a:ext>
              </a:extLst>
            </p:cNvPr>
            <p:cNvSpPr/>
            <p:nvPr/>
          </p:nvSpPr>
          <p:spPr>
            <a:xfrm>
              <a:off x="3984919" y="5477837"/>
              <a:ext cx="6338577" cy="1124712"/>
            </a:xfrm>
            <a:prstGeom prst="roundRect">
              <a:avLst/>
            </a:prstGeom>
            <a:solidFill>
              <a:schemeClr val="tx2">
                <a:lumMod val="9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4" name="TextBox 13">
              <a:extLst>
                <a:ext uri="{FF2B5EF4-FFF2-40B4-BE49-F238E27FC236}">
                  <a16:creationId xmlns:a16="http://schemas.microsoft.com/office/drawing/2014/main" id="{085B71E8-D732-1989-6A27-D0C4D414A4EA}"/>
                </a:ext>
              </a:extLst>
            </p:cNvPr>
            <p:cNvSpPr txBox="1"/>
            <p:nvPr/>
          </p:nvSpPr>
          <p:spPr>
            <a:xfrm>
              <a:off x="4086044" y="997239"/>
              <a:ext cx="6163056" cy="5632311"/>
            </a:xfrm>
            <a:prstGeom prst="rect">
              <a:avLst/>
            </a:prstGeom>
            <a:noFill/>
          </p:spPr>
          <p:txBody>
            <a:bodyPr wrap="square">
              <a:spAutoFit/>
            </a:bodyPr>
            <a:lstStyle/>
            <a:p>
              <a:r>
                <a:rPr lang="ru-RU" dirty="0">
                  <a:ln w="0"/>
                  <a:effectLst>
                    <a:outerShdw blurRad="38100" dist="19050" dir="2700000" algn="tl" rotWithShape="0">
                      <a:schemeClr val="dk1">
                        <a:alpha val="40000"/>
                      </a:schemeClr>
                    </a:outerShdw>
                  </a:effectLst>
                </a:rPr>
                <a:t>Шаг 1: Обследование и инвентаризация всех HR-данных в каждом отделе (Excel, внутренние системы, бумажные документы).</a:t>
              </a:r>
            </a:p>
            <a:p>
              <a:endParaRPr lang="ru-RU" dirty="0">
                <a:ln w="0"/>
                <a:effectLst>
                  <a:outerShdw blurRad="38100" dist="19050" dir="2700000" algn="tl" rotWithShape="0">
                    <a:schemeClr val="dk1">
                      <a:alpha val="40000"/>
                    </a:schemeClr>
                  </a:outerShdw>
                </a:effectLst>
              </a:endParaRPr>
            </a:p>
            <a:p>
              <a:r>
                <a:rPr lang="ru-RU" dirty="0">
                  <a:ln w="0"/>
                  <a:effectLst>
                    <a:outerShdw blurRad="38100" dist="19050" dir="2700000" algn="tl" rotWithShape="0">
                      <a:schemeClr val="dk1">
                        <a:alpha val="40000"/>
                      </a:schemeClr>
                    </a:outerShdw>
                  </a:effectLst>
                </a:rPr>
                <a:t>Шаг 2: Стандартизация данных и устранение дубликатов. Классификация по категориям: кадры, зарплата, учет рабочего времени, отпуска.</a:t>
              </a:r>
            </a:p>
            <a:p>
              <a:endParaRPr lang="ru-RU" dirty="0">
                <a:ln w="0"/>
                <a:effectLst>
                  <a:outerShdw blurRad="38100" dist="19050" dir="2700000" algn="tl" rotWithShape="0">
                    <a:schemeClr val="dk1">
                      <a:alpha val="40000"/>
                    </a:schemeClr>
                  </a:outerShdw>
                </a:effectLst>
              </a:endParaRPr>
            </a:p>
            <a:p>
              <a:r>
                <a:rPr lang="ru-RU" dirty="0">
                  <a:ln w="0"/>
                  <a:effectLst>
                    <a:outerShdw blurRad="38100" dist="19050" dir="2700000" algn="tl" rotWithShape="0">
                      <a:schemeClr val="dk1">
                        <a:alpha val="40000"/>
                      </a:schemeClr>
                    </a:outerShdw>
                  </a:effectLst>
                </a:rPr>
                <a:t>Шаг 3: Пробный импорт 5% данных на одном заводе (пилотный проект). Проверка полноты и отсутствия ошибок кодировки.</a:t>
              </a:r>
            </a:p>
            <a:p>
              <a:endParaRPr lang="ru-RU" dirty="0">
                <a:ln w="0"/>
                <a:effectLst>
                  <a:outerShdw blurRad="38100" dist="19050" dir="2700000" algn="tl" rotWithShape="0">
                    <a:schemeClr val="dk1">
                      <a:alpha val="40000"/>
                    </a:schemeClr>
                  </a:outerShdw>
                </a:effectLst>
              </a:endParaRPr>
            </a:p>
            <a:p>
              <a:endParaRPr lang="vi-VN" dirty="0">
                <a:ln w="0"/>
                <a:effectLst>
                  <a:outerShdw blurRad="38100" dist="19050" dir="2700000" algn="tl" rotWithShape="0">
                    <a:schemeClr val="dk1">
                      <a:alpha val="40000"/>
                    </a:schemeClr>
                  </a:outerShdw>
                </a:effectLst>
              </a:endParaRPr>
            </a:p>
            <a:p>
              <a:r>
                <a:rPr lang="ru-RU" dirty="0">
                  <a:ln w="0"/>
                  <a:effectLst>
                    <a:outerShdw blurRad="38100" dist="19050" dir="2700000" algn="tl" rotWithShape="0">
                      <a:schemeClr val="dk1">
                        <a:alpha val="40000"/>
                      </a:schemeClr>
                    </a:outerShdw>
                  </a:effectLst>
                </a:rPr>
                <a:t>Шаг 4: Полный импорт данных партиями. После каждой загрузки – сверка и тестирование.</a:t>
              </a:r>
            </a:p>
            <a:p>
              <a:endParaRPr lang="vi-VN" dirty="0">
                <a:ln w="0"/>
                <a:effectLst>
                  <a:outerShdw blurRad="38100" dist="19050" dir="2700000" algn="tl" rotWithShape="0">
                    <a:schemeClr val="dk1">
                      <a:alpha val="40000"/>
                    </a:schemeClr>
                  </a:outerShdw>
                </a:effectLst>
              </a:endParaRPr>
            </a:p>
            <a:p>
              <a:endParaRPr lang="ru-RU" dirty="0">
                <a:ln w="0"/>
                <a:effectLst>
                  <a:outerShdw blurRad="38100" dist="19050" dir="2700000" algn="tl" rotWithShape="0">
                    <a:schemeClr val="dk1">
                      <a:alpha val="40000"/>
                    </a:schemeClr>
                  </a:outerShdw>
                </a:effectLst>
              </a:endParaRPr>
            </a:p>
            <a:p>
              <a:r>
                <a:rPr lang="ru-RU" dirty="0">
                  <a:ln w="0"/>
                  <a:effectLst>
                    <a:outerShdw blurRad="38100" dist="19050" dir="2700000" algn="tl" rotWithShape="0">
                      <a:schemeClr val="dk1">
                        <a:alpha val="40000"/>
                      </a:schemeClr>
                    </a:outerShdw>
                  </a:effectLst>
                </a:rPr>
                <a:t>Шаг 5: После подтверждения стабильности данных – отключение старой системы. Полный переход на </a:t>
              </a:r>
              <a:r>
                <a:rPr lang="ru-RU" dirty="0" err="1">
                  <a:ln w="0"/>
                  <a:effectLst>
                    <a:outerShdw blurRad="38100" dist="19050" dir="2700000" algn="tl" rotWithShape="0">
                      <a:schemeClr val="dk1">
                        <a:alpha val="40000"/>
                      </a:schemeClr>
                    </a:outerShdw>
                  </a:effectLst>
                </a:rPr>
                <a:t>Experium</a:t>
              </a:r>
              <a:r>
                <a:rPr lang="ru-RU" dirty="0">
                  <a:ln w="0"/>
                  <a:effectLst>
                    <a:outerShdw blurRad="38100" dist="19050" dir="2700000" algn="tl" rotWithShape="0">
                      <a:schemeClr val="dk1">
                        <a:alpha val="40000"/>
                      </a:schemeClr>
                    </a:outerShdw>
                  </a:effectLst>
                </a:rPr>
                <a:t> (100%).</a:t>
              </a:r>
            </a:p>
          </p:txBody>
        </p:sp>
      </p:grpSp>
      <p:sp>
        <p:nvSpPr>
          <p:cNvPr id="21" name="TextBox 20">
            <a:extLst>
              <a:ext uri="{FF2B5EF4-FFF2-40B4-BE49-F238E27FC236}">
                <a16:creationId xmlns:a16="http://schemas.microsoft.com/office/drawing/2014/main" id="{8D07AADC-5BA9-6F5A-E592-596E13440C13}"/>
              </a:ext>
            </a:extLst>
          </p:cNvPr>
          <p:cNvSpPr txBox="1"/>
          <p:nvPr/>
        </p:nvSpPr>
        <p:spPr>
          <a:xfrm>
            <a:off x="2217039" y="6328657"/>
            <a:ext cx="8960639" cy="369332"/>
          </a:xfrm>
          <a:prstGeom prst="rect">
            <a:avLst/>
          </a:prstGeom>
          <a:noFill/>
        </p:spPr>
        <p:txBody>
          <a:bodyPr wrap="square">
            <a:spAutoFit/>
          </a:bodyPr>
          <a:lstStyle/>
          <a:p>
            <a:r>
              <a:rPr lang="en-US" dirty="0"/>
              <a:t>📌</a:t>
            </a:r>
            <a:r>
              <a:rPr lang="ru-RU" i="0" dirty="0">
                <a:ln w="0"/>
                <a:solidFill>
                  <a:schemeClr val="bg1"/>
                </a:solidFill>
                <a:effectLst>
                  <a:outerShdw blurRad="38100" dist="19050" dir="2700000" algn="tl" rotWithShape="0">
                    <a:schemeClr val="dk1">
                      <a:alpha val="40000"/>
                    </a:schemeClr>
                  </a:outerShdw>
                </a:effectLst>
                <a:latin typeface="quote-cjk-patch"/>
              </a:rPr>
              <a:t>Каждый этап имеет ответственного и контрольный чек-лист для приемки.</a:t>
            </a:r>
            <a:endParaRPr lang="ru-RU" dirty="0">
              <a:solidFill>
                <a:schemeClr val="bg1"/>
              </a:solidFill>
            </a:endParaRPr>
          </a:p>
        </p:txBody>
      </p:sp>
    </p:spTree>
    <p:extLst>
      <p:ext uri="{BB962C8B-B14F-4D97-AF65-F5344CB8AC3E}">
        <p14:creationId xmlns:p14="http://schemas.microsoft.com/office/powerpoint/2010/main" val="31524974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Рисунок 5">
            <a:extLst>
              <a:ext uri="{FF2B5EF4-FFF2-40B4-BE49-F238E27FC236}">
                <a16:creationId xmlns:a16="http://schemas.microsoft.com/office/drawing/2014/main" id="{1B2E3933-4BD7-CA70-2389-602CBD598759}"/>
              </a:ext>
            </a:extLst>
          </p:cNvPr>
          <p:cNvPicPr>
            <a:picLocks noChangeAspect="1"/>
          </p:cNvPicPr>
          <p:nvPr/>
        </p:nvPicPr>
        <p:blipFill>
          <a:blip r:embed="rId2"/>
          <a:stretch>
            <a:fillRect/>
          </a:stretch>
        </p:blipFill>
        <p:spPr>
          <a:xfrm>
            <a:off x="-10044" y="0"/>
            <a:ext cx="12196686" cy="6858000"/>
          </a:xfrm>
          <a:prstGeom prst="rect">
            <a:avLst/>
          </a:prstGeom>
        </p:spPr>
      </p:pic>
      <p:graphicFrame>
        <p:nvGraphicFramePr>
          <p:cNvPr id="4" name="Таблица 3">
            <a:extLst>
              <a:ext uri="{FF2B5EF4-FFF2-40B4-BE49-F238E27FC236}">
                <a16:creationId xmlns:a16="http://schemas.microsoft.com/office/drawing/2014/main" id="{886A15A6-5179-463E-1A07-7A9CA6F66DBD}"/>
              </a:ext>
            </a:extLst>
          </p:cNvPr>
          <p:cNvGraphicFramePr>
            <a:graphicFrameLocks noGrp="1"/>
          </p:cNvGraphicFramePr>
          <p:nvPr>
            <p:extLst>
              <p:ext uri="{D42A27DB-BD31-4B8C-83A1-F6EECF244321}">
                <p14:modId xmlns:p14="http://schemas.microsoft.com/office/powerpoint/2010/main" val="398315497"/>
              </p:ext>
            </p:extLst>
          </p:nvPr>
        </p:nvGraphicFramePr>
        <p:xfrm>
          <a:off x="143833" y="171726"/>
          <a:ext cx="9194413" cy="6514547"/>
        </p:xfrm>
        <a:graphic>
          <a:graphicData uri="http://schemas.openxmlformats.org/drawingml/2006/table">
            <a:tbl>
              <a:tblPr>
                <a:tableStyleId>{793D81CF-94F2-401A-BA57-92F5A7B2D0C5}</a:tableStyleId>
              </a:tblPr>
              <a:tblGrid>
                <a:gridCol w="4736592">
                  <a:extLst>
                    <a:ext uri="{9D8B030D-6E8A-4147-A177-3AD203B41FA5}">
                      <a16:colId xmlns:a16="http://schemas.microsoft.com/office/drawing/2014/main" val="3606037649"/>
                    </a:ext>
                  </a:extLst>
                </a:gridCol>
                <a:gridCol w="493773">
                  <a:extLst>
                    <a:ext uri="{9D8B030D-6E8A-4147-A177-3AD203B41FA5}">
                      <a16:colId xmlns:a16="http://schemas.microsoft.com/office/drawing/2014/main" val="1215753694"/>
                    </a:ext>
                  </a:extLst>
                </a:gridCol>
                <a:gridCol w="3964048">
                  <a:extLst>
                    <a:ext uri="{9D8B030D-6E8A-4147-A177-3AD203B41FA5}">
                      <a16:colId xmlns:a16="http://schemas.microsoft.com/office/drawing/2014/main" val="1093747581"/>
                    </a:ext>
                  </a:extLst>
                </a:gridCol>
              </a:tblGrid>
              <a:tr h="131756">
                <a:tc>
                  <a:txBody>
                    <a:bodyPr/>
                    <a:lstStyle/>
                    <a:p>
                      <a:pPr algn="l"/>
                      <a:r>
                        <a:rPr lang="ru-RU" sz="1000" b="1" cap="none" spc="0">
                          <a:ln w="0"/>
                          <a:solidFill>
                            <a:schemeClr val="tx1"/>
                          </a:solidFill>
                          <a:effectLst>
                            <a:outerShdw blurRad="38100" dist="19050" dir="2700000" algn="tl" rotWithShape="0">
                              <a:schemeClr val="dk1">
                                <a:alpha val="40000"/>
                              </a:schemeClr>
                            </a:outerShdw>
                          </a:effectLst>
                        </a:rPr>
                        <a:t>Пункт проверки</a:t>
                      </a:r>
                    </a:p>
                  </a:txBody>
                  <a:tcPr marL="20039" marR="16699" marT="16699" marB="16699" anchor="ctr">
                    <a:solidFill>
                      <a:srgbClr val="FFB7B9"/>
                    </a:solidFill>
                  </a:tcPr>
                </a:tc>
                <a:tc>
                  <a:txBody>
                    <a:bodyPr/>
                    <a:lstStyle/>
                    <a:p>
                      <a:pPr algn="l"/>
                      <a:r>
                        <a:rPr lang="ru-RU" sz="1000" b="1" cap="none" spc="0">
                          <a:ln w="0"/>
                          <a:solidFill>
                            <a:schemeClr val="tx1"/>
                          </a:solidFill>
                          <a:effectLst>
                            <a:outerShdw blurRad="38100" dist="19050" dir="2700000" algn="tl" rotWithShape="0">
                              <a:schemeClr val="dk1">
                                <a:alpha val="40000"/>
                              </a:schemeClr>
                            </a:outerShdw>
                          </a:effectLst>
                        </a:rPr>
                        <a:t>Статус</a:t>
                      </a:r>
                    </a:p>
                  </a:txBody>
                  <a:tcPr marL="16699" marR="16699" marT="16699" marB="16699" anchor="ctr">
                    <a:solidFill>
                      <a:srgbClr val="FFB7B9"/>
                    </a:solidFill>
                  </a:tcPr>
                </a:tc>
                <a:tc>
                  <a:txBody>
                    <a:bodyPr/>
                    <a:lstStyle/>
                    <a:p>
                      <a:pPr algn="l"/>
                      <a:r>
                        <a:rPr lang="ru-RU" sz="1000" b="1" cap="none" spc="0" dirty="0">
                          <a:ln w="0"/>
                          <a:solidFill>
                            <a:schemeClr val="tx1"/>
                          </a:solidFill>
                          <a:effectLst>
                            <a:outerShdw blurRad="38100" dist="19050" dir="2700000" algn="tl" rotWithShape="0">
                              <a:schemeClr val="dk1">
                                <a:alpha val="40000"/>
                              </a:schemeClr>
                            </a:outerShdw>
                          </a:effectLst>
                        </a:rPr>
                        <a:t>Примечания</a:t>
                      </a:r>
                    </a:p>
                  </a:txBody>
                  <a:tcPr marL="16699" marR="16699" marT="16699" marB="16699" anchor="ctr">
                    <a:solidFill>
                      <a:srgbClr val="FFB7B9"/>
                    </a:solidFill>
                  </a:tcPr>
                </a:tc>
                <a:extLst>
                  <a:ext uri="{0D108BD9-81ED-4DB2-BD59-A6C34878D82A}">
                    <a16:rowId xmlns:a16="http://schemas.microsoft.com/office/drawing/2014/main" val="3798348023"/>
                  </a:ext>
                </a:extLst>
              </a:tr>
              <a:tr h="217557">
                <a:tc>
                  <a:txBody>
                    <a:bodyPr/>
                    <a:lstStyle/>
                    <a:p>
                      <a:r>
                        <a:rPr lang="ru-RU" sz="1000" b="1" cap="none" spc="0" dirty="0">
                          <a:ln w="0"/>
                          <a:solidFill>
                            <a:schemeClr val="tx1"/>
                          </a:solidFill>
                          <a:effectLst>
                            <a:outerShdw blurRad="38100" dist="19050" dir="2700000" algn="tl" rotWithShape="0">
                              <a:schemeClr val="dk1">
                                <a:alpha val="40000"/>
                              </a:schemeClr>
                            </a:outerShdw>
                          </a:effectLst>
                        </a:rPr>
                        <a:t>1. Данные и учетные записи пользователей</a:t>
                      </a:r>
                    </a:p>
                  </a:txBody>
                  <a:tcPr marL="20039" marR="16699" marT="16699" marB="16699" anchor="ctr">
                    <a:solidFill>
                      <a:srgbClr val="FFCFD0"/>
                    </a:solidFill>
                  </a:tcPr>
                </a:tc>
                <a:tc>
                  <a:txBody>
                    <a:bodyPr/>
                    <a:lstStyle/>
                    <a:p>
                      <a:endParaRPr lang="ru-RU" sz="1000" b="1" cap="none" spc="0">
                        <a:ln w="0"/>
                        <a:solidFill>
                          <a:schemeClr val="tx1"/>
                        </a:solidFill>
                        <a:effectLst>
                          <a:outerShdw blurRad="38100" dist="19050" dir="2700000" algn="tl" rotWithShape="0">
                            <a:schemeClr val="dk1">
                              <a:alpha val="40000"/>
                            </a:schemeClr>
                          </a:outerShdw>
                        </a:effectLst>
                      </a:endParaRPr>
                    </a:p>
                  </a:txBody>
                  <a:tcPr marL="20039" marR="20039" marT="10019" marB="10019">
                    <a:solidFill>
                      <a:srgbClr val="FFCFD0"/>
                    </a:solidFill>
                  </a:tcPr>
                </a:tc>
                <a:tc>
                  <a:txBody>
                    <a:bodyPr/>
                    <a:lstStyle/>
                    <a:p>
                      <a:endParaRPr lang="ru-RU" sz="1000" b="1" cap="none" spc="0" dirty="0">
                        <a:ln w="0"/>
                        <a:solidFill>
                          <a:schemeClr val="tx1"/>
                        </a:solidFill>
                        <a:effectLst>
                          <a:outerShdw blurRad="38100" dist="19050" dir="2700000" algn="tl" rotWithShape="0">
                            <a:schemeClr val="dk1">
                              <a:alpha val="40000"/>
                            </a:schemeClr>
                          </a:outerShdw>
                        </a:effectLst>
                      </a:endParaRPr>
                    </a:p>
                  </a:txBody>
                  <a:tcPr marL="20039" marR="20039" marT="10019" marB="10019">
                    <a:solidFill>
                      <a:srgbClr val="FFCFD0"/>
                    </a:solidFill>
                  </a:tcPr>
                </a:tc>
                <a:extLst>
                  <a:ext uri="{0D108BD9-81ED-4DB2-BD59-A6C34878D82A}">
                    <a16:rowId xmlns:a16="http://schemas.microsoft.com/office/drawing/2014/main" val="2631342384"/>
                  </a:ext>
                </a:extLst>
              </a:tr>
              <a:tr h="474962">
                <a:tc>
                  <a:txBody>
                    <a:bodyPr/>
                    <a:lstStyle/>
                    <a:p>
                      <a:r>
                        <a:rPr lang="ru-RU" sz="1000" b="0" cap="none" spc="0" dirty="0">
                          <a:ln w="0"/>
                          <a:solidFill>
                            <a:schemeClr val="tx1"/>
                          </a:solidFill>
                          <a:effectLst>
                            <a:outerShdw blurRad="38100" dist="19050" dir="2700000" algn="tl" rotWithShape="0">
                              <a:schemeClr val="dk1">
                                <a:alpha val="40000"/>
                              </a:schemeClr>
                            </a:outerShdw>
                          </a:effectLst>
                        </a:rPr>
                        <a:t>Кадровые данные полностью загружены и стандартизированы (ФИО, табельный номер, должность...)</a:t>
                      </a:r>
                    </a:p>
                  </a:txBody>
                  <a:tcPr marL="20039" marR="16699" marT="16699" marB="16699" anchor="ctr">
                    <a:solidFill>
                      <a:srgbClr val="FFE7E8"/>
                    </a:solidFill>
                  </a:tcPr>
                </a:tc>
                <a:tc>
                  <a:txBody>
                    <a:bodyPr/>
                    <a:lstStyle/>
                    <a:p>
                      <a:r>
                        <a:rPr lang="ru-RU" sz="1000" b="0" cap="none" spc="0">
                          <a:ln w="0"/>
                          <a:solidFill>
                            <a:schemeClr val="tx1"/>
                          </a:solidFill>
                          <a:effectLst>
                            <a:outerShdw blurRad="38100" dist="19050" dir="2700000" algn="tl" rotWithShape="0">
                              <a:schemeClr val="dk1">
                                <a:alpha val="40000"/>
                              </a:schemeClr>
                            </a:outerShdw>
                          </a:effectLst>
                        </a:rPr>
                        <a:t>✅</a:t>
                      </a:r>
                    </a:p>
                  </a:txBody>
                  <a:tcPr marL="16699" marR="16699" marT="16699" marB="16699" anchor="ctr">
                    <a:solidFill>
                      <a:srgbClr val="FFE7E8"/>
                    </a:solidFill>
                  </a:tcPr>
                </a:tc>
                <a:tc>
                  <a:txBody>
                    <a:bodyPr/>
                    <a:lstStyle/>
                    <a:p>
                      <a:r>
                        <a:rPr lang="ru-RU" sz="1000" b="0" cap="none" spc="0" dirty="0">
                          <a:ln w="0"/>
                          <a:solidFill>
                            <a:schemeClr val="tx1"/>
                          </a:solidFill>
                          <a:effectLst>
                            <a:outerShdw blurRad="38100" dist="19050" dir="2700000" algn="tl" rotWithShape="0">
                              <a:schemeClr val="dk1">
                                <a:alpha val="40000"/>
                              </a:schemeClr>
                            </a:outerShdw>
                          </a:effectLst>
                        </a:rPr>
                        <a:t>Проверены данные с ферм и заводов</a:t>
                      </a:r>
                    </a:p>
                  </a:txBody>
                  <a:tcPr marL="16699" marR="16699" marT="16699" marB="16699" anchor="ctr">
                    <a:solidFill>
                      <a:srgbClr val="FFE7E8"/>
                    </a:solidFill>
                  </a:tcPr>
                </a:tc>
                <a:extLst>
                  <a:ext uri="{0D108BD9-81ED-4DB2-BD59-A6C34878D82A}">
                    <a16:rowId xmlns:a16="http://schemas.microsoft.com/office/drawing/2014/main" val="4156890552"/>
                  </a:ext>
                </a:extLst>
              </a:tr>
              <a:tr h="303358">
                <a:tc>
                  <a:txBody>
                    <a:bodyPr/>
                    <a:lstStyle/>
                    <a:p>
                      <a:r>
                        <a:rPr lang="ru-RU" sz="1000" b="0" cap="none" spc="0">
                          <a:ln w="0"/>
                          <a:solidFill>
                            <a:schemeClr val="tx1"/>
                          </a:solidFill>
                          <a:effectLst>
                            <a:outerShdw blurRad="38100" dist="19050" dir="2700000" algn="tl" rotWithShape="0">
                              <a:schemeClr val="dk1">
                                <a:alpha val="40000"/>
                              </a:schemeClr>
                            </a:outerShdw>
                          </a:effectLst>
                        </a:rPr>
                        <a:t>История отпусков, смен и учета рабочего времени успешно перенесена</a:t>
                      </a:r>
                    </a:p>
                  </a:txBody>
                  <a:tcPr marL="20039" marR="16699" marT="16699" marB="16699" anchor="ctr">
                    <a:solidFill>
                      <a:srgbClr val="FFE7E8"/>
                    </a:solidFill>
                  </a:tcPr>
                </a:tc>
                <a:tc>
                  <a:txBody>
                    <a:bodyPr/>
                    <a:lstStyle/>
                    <a:p>
                      <a:r>
                        <a:rPr lang="ru-RU" sz="1000" b="0" cap="none" spc="0">
                          <a:ln w="0"/>
                          <a:solidFill>
                            <a:schemeClr val="tx1"/>
                          </a:solidFill>
                          <a:effectLst>
                            <a:outerShdw blurRad="38100" dist="19050" dir="2700000" algn="tl" rotWithShape="0">
                              <a:schemeClr val="dk1">
                                <a:alpha val="40000"/>
                              </a:schemeClr>
                            </a:outerShdw>
                          </a:effectLst>
                        </a:rPr>
                        <a:t>✅</a:t>
                      </a:r>
                    </a:p>
                  </a:txBody>
                  <a:tcPr marL="16699" marR="16699" marT="16699" marB="16699" anchor="ctr">
                    <a:solidFill>
                      <a:srgbClr val="FFE7E8"/>
                    </a:solidFill>
                  </a:tcPr>
                </a:tc>
                <a:tc>
                  <a:txBody>
                    <a:bodyPr/>
                    <a:lstStyle/>
                    <a:p>
                      <a:r>
                        <a:rPr lang="ru-RU" sz="1000" b="0" cap="none" spc="0">
                          <a:ln w="0"/>
                          <a:solidFill>
                            <a:schemeClr val="tx1"/>
                          </a:solidFill>
                          <a:effectLst>
                            <a:outerShdw blurRad="38100" dist="19050" dir="2700000" algn="tl" rotWithShape="0">
                              <a:schemeClr val="dk1">
                                <a:alpha val="40000"/>
                              </a:schemeClr>
                            </a:outerShdw>
                          </a:effectLst>
                        </a:rPr>
                        <a:t>Выборочная проверка 5 сотрудников</a:t>
                      </a:r>
                    </a:p>
                  </a:txBody>
                  <a:tcPr marL="16699" marR="16699" marT="16699" marB="16699" anchor="ctr">
                    <a:solidFill>
                      <a:srgbClr val="FFE7E8"/>
                    </a:solidFill>
                  </a:tcPr>
                </a:tc>
                <a:extLst>
                  <a:ext uri="{0D108BD9-81ED-4DB2-BD59-A6C34878D82A}">
                    <a16:rowId xmlns:a16="http://schemas.microsoft.com/office/drawing/2014/main" val="3279041682"/>
                  </a:ext>
                </a:extLst>
              </a:tr>
              <a:tr h="303358">
                <a:tc>
                  <a:txBody>
                    <a:bodyPr/>
                    <a:lstStyle/>
                    <a:p>
                      <a:r>
                        <a:rPr lang="ru-RU" sz="1000" b="0" cap="none" spc="0">
                          <a:ln w="0"/>
                          <a:solidFill>
                            <a:schemeClr val="tx1"/>
                          </a:solidFill>
                          <a:effectLst>
                            <a:outerShdw blurRad="38100" dist="19050" dir="2700000" algn="tl" rotWithShape="0">
                              <a:schemeClr val="dk1">
                                <a:alpha val="40000"/>
                              </a:schemeClr>
                            </a:outerShdw>
                          </a:effectLst>
                        </a:rPr>
                        <a:t>Учетные записи HR/менеджеров созданы и активированы</a:t>
                      </a:r>
                    </a:p>
                  </a:txBody>
                  <a:tcPr marL="20039" marR="16699" marT="16699" marB="16699" anchor="ctr">
                    <a:solidFill>
                      <a:srgbClr val="FFE7E8"/>
                    </a:solidFill>
                  </a:tcPr>
                </a:tc>
                <a:tc>
                  <a:txBody>
                    <a:bodyPr/>
                    <a:lstStyle/>
                    <a:p>
                      <a:r>
                        <a:rPr lang="ru-RU" sz="1000" b="0" cap="none" spc="0">
                          <a:ln w="0"/>
                          <a:solidFill>
                            <a:schemeClr val="tx1"/>
                          </a:solidFill>
                          <a:effectLst>
                            <a:outerShdw blurRad="38100" dist="19050" dir="2700000" algn="tl" rotWithShape="0">
                              <a:schemeClr val="dk1">
                                <a:alpha val="40000"/>
                              </a:schemeClr>
                            </a:outerShdw>
                          </a:effectLst>
                        </a:rPr>
                        <a:t>✅</a:t>
                      </a:r>
                    </a:p>
                  </a:txBody>
                  <a:tcPr marL="16699" marR="16699" marT="16699" marB="16699" anchor="ctr">
                    <a:solidFill>
                      <a:srgbClr val="FFE7E8"/>
                    </a:solidFill>
                  </a:tcPr>
                </a:tc>
                <a:tc>
                  <a:txBody>
                    <a:bodyPr/>
                    <a:lstStyle/>
                    <a:p>
                      <a:r>
                        <a:rPr lang="ru-RU" sz="1000" b="0" cap="none" spc="0">
                          <a:ln w="0"/>
                          <a:solidFill>
                            <a:schemeClr val="tx1"/>
                          </a:solidFill>
                          <a:effectLst>
                            <a:outerShdw blurRad="38100" dist="19050" dir="2700000" algn="tl" rotWithShape="0">
                              <a:schemeClr val="dk1">
                                <a:alpha val="40000"/>
                              </a:schemeClr>
                            </a:outerShdw>
                          </a:effectLst>
                        </a:rPr>
                        <a:t>У каждого пользователя есть подтвержденный email и права доступа</a:t>
                      </a:r>
                    </a:p>
                  </a:txBody>
                  <a:tcPr marL="16699" marR="16699" marT="16699" marB="16699" anchor="ctr">
                    <a:solidFill>
                      <a:srgbClr val="FFE7E8"/>
                    </a:solidFill>
                  </a:tcPr>
                </a:tc>
                <a:extLst>
                  <a:ext uri="{0D108BD9-81ED-4DB2-BD59-A6C34878D82A}">
                    <a16:rowId xmlns:a16="http://schemas.microsoft.com/office/drawing/2014/main" val="3252726468"/>
                  </a:ext>
                </a:extLst>
              </a:tr>
              <a:tr h="303358">
                <a:tc>
                  <a:txBody>
                    <a:bodyPr/>
                    <a:lstStyle/>
                    <a:p>
                      <a:r>
                        <a:rPr lang="ru-RU" sz="1000" b="0" cap="none" spc="0">
                          <a:ln w="0"/>
                          <a:solidFill>
                            <a:schemeClr val="tx1"/>
                          </a:solidFill>
                          <a:effectLst>
                            <a:outerShdw blurRad="38100" dist="19050" dir="2700000" algn="tl" rotWithShape="0">
                              <a:schemeClr val="dk1">
                                <a:alpha val="40000"/>
                              </a:schemeClr>
                            </a:outerShdw>
                          </a:effectLst>
                        </a:rPr>
                        <a:t>Права доступа по ролям настроены корректно (self-service, HR, менеджмент...)</a:t>
                      </a:r>
                    </a:p>
                  </a:txBody>
                  <a:tcPr marL="20039" marR="16699" marT="16699" marB="16699" anchor="ctr">
                    <a:solidFill>
                      <a:srgbClr val="FFE7E8"/>
                    </a:solidFill>
                  </a:tcPr>
                </a:tc>
                <a:tc>
                  <a:txBody>
                    <a:bodyPr/>
                    <a:lstStyle/>
                    <a:p>
                      <a:r>
                        <a:rPr lang="ru-RU" sz="1000" b="0" cap="none" spc="0">
                          <a:ln w="0"/>
                          <a:solidFill>
                            <a:schemeClr val="tx1"/>
                          </a:solidFill>
                          <a:effectLst>
                            <a:outerShdw blurRad="38100" dist="19050" dir="2700000" algn="tl" rotWithShape="0">
                              <a:schemeClr val="dk1">
                                <a:alpha val="40000"/>
                              </a:schemeClr>
                            </a:outerShdw>
                          </a:effectLst>
                        </a:rPr>
                        <a:t>✅</a:t>
                      </a:r>
                    </a:p>
                  </a:txBody>
                  <a:tcPr marL="16699" marR="16699" marT="16699" marB="16699" anchor="ctr">
                    <a:solidFill>
                      <a:srgbClr val="FFE7E8"/>
                    </a:solidFill>
                  </a:tcPr>
                </a:tc>
                <a:tc>
                  <a:txBody>
                    <a:bodyPr/>
                    <a:lstStyle/>
                    <a:p>
                      <a:r>
                        <a:rPr lang="ru-RU" sz="1000" b="0" cap="none" spc="0" dirty="0">
                          <a:ln w="0"/>
                          <a:solidFill>
                            <a:schemeClr val="tx1"/>
                          </a:solidFill>
                          <a:effectLst>
                            <a:outerShdw blurRad="38100" dist="19050" dir="2700000" algn="tl" rotWithShape="0">
                              <a:schemeClr val="dk1">
                                <a:alpha val="40000"/>
                              </a:schemeClr>
                            </a:outerShdw>
                          </a:effectLst>
                        </a:rPr>
                        <a:t>Матрица прав проверена перекрестно</a:t>
                      </a:r>
                    </a:p>
                  </a:txBody>
                  <a:tcPr marL="16699" marR="16699" marT="16699" marB="16699" anchor="ctr">
                    <a:solidFill>
                      <a:srgbClr val="FFE7E8"/>
                    </a:solidFill>
                  </a:tcPr>
                </a:tc>
                <a:extLst>
                  <a:ext uri="{0D108BD9-81ED-4DB2-BD59-A6C34878D82A}">
                    <a16:rowId xmlns:a16="http://schemas.microsoft.com/office/drawing/2014/main" val="385101721"/>
                  </a:ext>
                </a:extLst>
              </a:tr>
              <a:tr h="303358">
                <a:tc>
                  <a:txBody>
                    <a:bodyPr/>
                    <a:lstStyle/>
                    <a:p>
                      <a:r>
                        <a:rPr lang="ru-RU" sz="1000" b="1" cap="none" spc="0" dirty="0">
                          <a:ln w="0"/>
                          <a:solidFill>
                            <a:schemeClr val="tx1"/>
                          </a:solidFill>
                          <a:effectLst>
                            <a:outerShdw blurRad="38100" dist="19050" dir="2700000" algn="tl" rotWithShape="0">
                              <a:schemeClr val="dk1">
                                <a:alpha val="40000"/>
                              </a:schemeClr>
                            </a:outerShdw>
                          </a:effectLst>
                        </a:rPr>
                        <a:t>2. Тестирование ключевых функций и процессов</a:t>
                      </a:r>
                    </a:p>
                  </a:txBody>
                  <a:tcPr marL="20039" marR="16699" marT="16699" marB="16699" anchor="ctr">
                    <a:solidFill>
                      <a:srgbClr val="FFCFD0"/>
                    </a:solidFill>
                  </a:tcPr>
                </a:tc>
                <a:tc>
                  <a:txBody>
                    <a:bodyPr/>
                    <a:lstStyle/>
                    <a:p>
                      <a:endParaRPr lang="ru-RU" sz="1000" b="0" cap="none" spc="0">
                        <a:ln w="0"/>
                        <a:solidFill>
                          <a:schemeClr val="tx1"/>
                        </a:solidFill>
                        <a:effectLst>
                          <a:outerShdw blurRad="38100" dist="19050" dir="2700000" algn="tl" rotWithShape="0">
                            <a:schemeClr val="dk1">
                              <a:alpha val="40000"/>
                            </a:schemeClr>
                          </a:outerShdw>
                        </a:effectLst>
                      </a:endParaRPr>
                    </a:p>
                  </a:txBody>
                  <a:tcPr marL="20039" marR="20039" marT="10019" marB="10019">
                    <a:solidFill>
                      <a:srgbClr val="FFCFD0"/>
                    </a:solidFill>
                  </a:tcPr>
                </a:tc>
                <a:tc>
                  <a:txBody>
                    <a:bodyPr/>
                    <a:lstStyle/>
                    <a:p>
                      <a:endParaRPr lang="ru-RU" sz="1000" b="0" cap="none" spc="0" dirty="0">
                        <a:ln w="0"/>
                        <a:solidFill>
                          <a:schemeClr val="tx1"/>
                        </a:solidFill>
                        <a:effectLst>
                          <a:outerShdw blurRad="38100" dist="19050" dir="2700000" algn="tl" rotWithShape="0">
                            <a:schemeClr val="dk1">
                              <a:alpha val="40000"/>
                            </a:schemeClr>
                          </a:outerShdw>
                        </a:effectLst>
                      </a:endParaRPr>
                    </a:p>
                  </a:txBody>
                  <a:tcPr marL="20039" marR="20039" marT="10019" marB="10019">
                    <a:solidFill>
                      <a:srgbClr val="FFCFD0"/>
                    </a:solidFill>
                  </a:tcPr>
                </a:tc>
                <a:extLst>
                  <a:ext uri="{0D108BD9-81ED-4DB2-BD59-A6C34878D82A}">
                    <a16:rowId xmlns:a16="http://schemas.microsoft.com/office/drawing/2014/main" val="1485561786"/>
                  </a:ext>
                </a:extLst>
              </a:tr>
              <a:tr h="303358">
                <a:tc>
                  <a:txBody>
                    <a:bodyPr/>
                    <a:lstStyle/>
                    <a:p>
                      <a:r>
                        <a:rPr lang="ru-RU" sz="1000" b="0" cap="none" spc="0" dirty="0">
                          <a:ln w="0"/>
                          <a:solidFill>
                            <a:schemeClr val="tx1"/>
                          </a:solidFill>
                          <a:effectLst>
                            <a:outerShdw blurRad="38100" dist="19050" dir="2700000" algn="tl" rotWithShape="0">
                              <a:schemeClr val="dk1">
                                <a:alpha val="40000"/>
                              </a:schemeClr>
                            </a:outerShdw>
                          </a:effectLst>
                        </a:rPr>
                        <a:t>Тестовая работа с графиком смен</a:t>
                      </a:r>
                    </a:p>
                  </a:txBody>
                  <a:tcPr marL="20039" marR="16699" marT="16699" marB="16699" anchor="ctr">
                    <a:solidFill>
                      <a:srgbClr val="FFE7E8"/>
                    </a:solidFill>
                  </a:tcPr>
                </a:tc>
                <a:tc>
                  <a:txBody>
                    <a:bodyPr/>
                    <a:lstStyle/>
                    <a:p>
                      <a:r>
                        <a:rPr lang="ru-RU" sz="1000" b="0" cap="none" spc="0">
                          <a:ln w="0"/>
                          <a:solidFill>
                            <a:schemeClr val="tx1"/>
                          </a:solidFill>
                          <a:effectLst>
                            <a:outerShdw blurRad="38100" dist="19050" dir="2700000" algn="tl" rotWithShape="0">
                              <a:schemeClr val="dk1">
                                <a:alpha val="40000"/>
                              </a:schemeClr>
                            </a:outerShdw>
                          </a:effectLst>
                        </a:rPr>
                        <a:t>✅</a:t>
                      </a:r>
                    </a:p>
                  </a:txBody>
                  <a:tcPr marL="16699" marR="16699" marT="16699" marB="16699" anchor="ctr">
                    <a:solidFill>
                      <a:srgbClr val="FFE7E8"/>
                    </a:solidFill>
                  </a:tcPr>
                </a:tc>
                <a:tc>
                  <a:txBody>
                    <a:bodyPr/>
                    <a:lstStyle/>
                    <a:p>
                      <a:r>
                        <a:rPr lang="ru-RU" sz="1000" b="0" cap="none" spc="0" dirty="0">
                          <a:ln w="0"/>
                          <a:solidFill>
                            <a:schemeClr val="tx1"/>
                          </a:solidFill>
                          <a:effectLst>
                            <a:outerShdw blurRad="38100" dist="19050" dir="2700000" algn="tl" rotWithShape="0">
                              <a:schemeClr val="dk1">
                                <a:alpha val="40000"/>
                              </a:schemeClr>
                            </a:outerShdw>
                          </a:effectLst>
                        </a:rPr>
                        <a:t>Мастер создает смену → HR утверждает → сотрудник видит расписание</a:t>
                      </a:r>
                    </a:p>
                  </a:txBody>
                  <a:tcPr marL="16699" marR="16699" marT="16699" marB="16699" anchor="ctr">
                    <a:solidFill>
                      <a:srgbClr val="FFE7E8"/>
                    </a:solidFill>
                  </a:tcPr>
                </a:tc>
                <a:extLst>
                  <a:ext uri="{0D108BD9-81ED-4DB2-BD59-A6C34878D82A}">
                    <a16:rowId xmlns:a16="http://schemas.microsoft.com/office/drawing/2014/main" val="1625817570"/>
                  </a:ext>
                </a:extLst>
              </a:tr>
              <a:tr h="303358">
                <a:tc>
                  <a:txBody>
                    <a:bodyPr/>
                    <a:lstStyle/>
                    <a:p>
                      <a:r>
                        <a:rPr lang="ru-RU" sz="1000" b="0" cap="none" spc="0">
                          <a:ln w="0"/>
                          <a:solidFill>
                            <a:schemeClr val="tx1"/>
                          </a:solidFill>
                          <a:effectLst>
                            <a:outerShdw blurRad="38100" dist="19050" dir="2700000" algn="tl" rotWithShape="0">
                              <a:schemeClr val="dk1">
                                <a:alpha val="40000"/>
                              </a:schemeClr>
                            </a:outerShdw>
                          </a:effectLst>
                        </a:rPr>
                        <a:t>Тестовая подача и утверждение заявок на отпуск</a:t>
                      </a:r>
                    </a:p>
                  </a:txBody>
                  <a:tcPr marL="20039" marR="16699" marT="16699" marB="16699" anchor="ctr">
                    <a:solidFill>
                      <a:srgbClr val="FFE7E8"/>
                    </a:solidFill>
                  </a:tcPr>
                </a:tc>
                <a:tc>
                  <a:txBody>
                    <a:bodyPr/>
                    <a:lstStyle/>
                    <a:p>
                      <a:r>
                        <a:rPr lang="ru-RU" sz="1000" b="0" cap="none" spc="0">
                          <a:ln w="0"/>
                          <a:solidFill>
                            <a:schemeClr val="tx1"/>
                          </a:solidFill>
                          <a:effectLst>
                            <a:outerShdw blurRad="38100" dist="19050" dir="2700000" algn="tl" rotWithShape="0">
                              <a:schemeClr val="dk1">
                                <a:alpha val="40000"/>
                              </a:schemeClr>
                            </a:outerShdw>
                          </a:effectLst>
                        </a:rPr>
                        <a:t>✅</a:t>
                      </a:r>
                    </a:p>
                  </a:txBody>
                  <a:tcPr marL="16699" marR="16699" marT="16699" marB="16699" anchor="ctr">
                    <a:solidFill>
                      <a:srgbClr val="FFE7E8"/>
                    </a:solidFill>
                  </a:tcPr>
                </a:tc>
                <a:tc>
                  <a:txBody>
                    <a:bodyPr/>
                    <a:lstStyle/>
                    <a:p>
                      <a:r>
                        <a:rPr lang="ru-RU" sz="1000" b="0" cap="none" spc="0">
                          <a:ln w="0"/>
                          <a:solidFill>
                            <a:schemeClr val="tx1"/>
                          </a:solidFill>
                          <a:effectLst>
                            <a:outerShdw blurRad="38100" dist="19050" dir="2700000" algn="tl" rotWithShape="0">
                              <a:schemeClr val="dk1">
                                <a:alpha val="40000"/>
                              </a:schemeClr>
                            </a:outerShdw>
                          </a:effectLst>
                        </a:rPr>
                        <a:t>Процесс без ошибок</a:t>
                      </a:r>
                    </a:p>
                  </a:txBody>
                  <a:tcPr marL="16699" marR="16699" marT="16699" marB="16699" anchor="ctr">
                    <a:solidFill>
                      <a:srgbClr val="FFE7E8"/>
                    </a:solidFill>
                  </a:tcPr>
                </a:tc>
                <a:extLst>
                  <a:ext uri="{0D108BD9-81ED-4DB2-BD59-A6C34878D82A}">
                    <a16:rowId xmlns:a16="http://schemas.microsoft.com/office/drawing/2014/main" val="1702945957"/>
                  </a:ext>
                </a:extLst>
              </a:tr>
              <a:tr h="217557">
                <a:tc>
                  <a:txBody>
                    <a:bodyPr/>
                    <a:lstStyle/>
                    <a:p>
                      <a:r>
                        <a:rPr lang="ru-RU" sz="1000" b="0" cap="none" spc="0">
                          <a:ln w="0"/>
                          <a:solidFill>
                            <a:schemeClr val="tx1"/>
                          </a:solidFill>
                          <a:effectLst>
                            <a:outerShdw blurRad="38100" dist="19050" dir="2700000" algn="tl" rotWithShape="0">
                              <a:schemeClr val="dk1">
                                <a:alpha val="40000"/>
                              </a:schemeClr>
                            </a:outerShdw>
                          </a:effectLst>
                        </a:rPr>
                        <a:t>Пробный расчет зарплаты за последний месяц</a:t>
                      </a:r>
                    </a:p>
                  </a:txBody>
                  <a:tcPr marL="20039" marR="16699" marT="16699" marB="16699" anchor="ctr">
                    <a:solidFill>
                      <a:srgbClr val="FFE7E8"/>
                    </a:solidFill>
                  </a:tcPr>
                </a:tc>
                <a:tc>
                  <a:txBody>
                    <a:bodyPr/>
                    <a:lstStyle/>
                    <a:p>
                      <a:r>
                        <a:rPr lang="ru-RU" sz="1000" b="0" cap="none" spc="0">
                          <a:ln w="0"/>
                          <a:solidFill>
                            <a:schemeClr val="tx1"/>
                          </a:solidFill>
                          <a:effectLst>
                            <a:outerShdw blurRad="38100" dist="19050" dir="2700000" algn="tl" rotWithShape="0">
                              <a:schemeClr val="dk1">
                                <a:alpha val="40000"/>
                              </a:schemeClr>
                            </a:outerShdw>
                          </a:effectLst>
                        </a:rPr>
                        <a:t>✅</a:t>
                      </a:r>
                    </a:p>
                  </a:txBody>
                  <a:tcPr marL="16699" marR="16699" marT="16699" marB="16699" anchor="ctr">
                    <a:solidFill>
                      <a:srgbClr val="FFE7E8"/>
                    </a:solidFill>
                  </a:tcPr>
                </a:tc>
                <a:tc>
                  <a:txBody>
                    <a:bodyPr/>
                    <a:lstStyle/>
                    <a:p>
                      <a:r>
                        <a:rPr lang="ru-RU" sz="1000" b="0" cap="none" spc="0" dirty="0">
                          <a:ln w="0"/>
                          <a:solidFill>
                            <a:schemeClr val="tx1"/>
                          </a:solidFill>
                          <a:effectLst>
                            <a:outerShdw blurRad="38100" dist="19050" dir="2700000" algn="tl" rotWithShape="0">
                              <a:schemeClr val="dk1">
                                <a:alpha val="40000"/>
                              </a:schemeClr>
                            </a:outerShdw>
                          </a:effectLst>
                        </a:rPr>
                        <a:t>Сравнение с </a:t>
                      </a:r>
                      <a:r>
                        <a:rPr lang="en-US" sz="1000" b="0" cap="none" spc="0" dirty="0">
                          <a:ln w="0"/>
                          <a:solidFill>
                            <a:schemeClr val="tx1"/>
                          </a:solidFill>
                          <a:effectLst>
                            <a:outerShdw blurRad="38100" dist="19050" dir="2700000" algn="tl" rotWithShape="0">
                              <a:schemeClr val="dk1">
                                <a:alpha val="40000"/>
                              </a:schemeClr>
                            </a:outerShdw>
                          </a:effectLst>
                        </a:rPr>
                        <a:t>Excel-</a:t>
                      </a:r>
                      <a:r>
                        <a:rPr lang="ru-RU" sz="1000" b="0" cap="none" spc="0" dirty="0">
                          <a:ln w="0"/>
                          <a:solidFill>
                            <a:schemeClr val="tx1"/>
                          </a:solidFill>
                          <a:effectLst>
                            <a:outerShdw blurRad="38100" dist="19050" dir="2700000" algn="tl" rotWithShape="0">
                              <a:schemeClr val="dk1">
                                <a:alpha val="40000"/>
                              </a:schemeClr>
                            </a:outerShdw>
                          </a:effectLst>
                        </a:rPr>
                        <a:t>файлом</a:t>
                      </a:r>
                    </a:p>
                  </a:txBody>
                  <a:tcPr marL="16699" marR="16699" marT="16699" marB="16699" anchor="ctr">
                    <a:solidFill>
                      <a:srgbClr val="FFE7E8"/>
                    </a:solidFill>
                  </a:tcPr>
                </a:tc>
                <a:extLst>
                  <a:ext uri="{0D108BD9-81ED-4DB2-BD59-A6C34878D82A}">
                    <a16:rowId xmlns:a16="http://schemas.microsoft.com/office/drawing/2014/main" val="1681613003"/>
                  </a:ext>
                </a:extLst>
              </a:tr>
              <a:tr h="303358">
                <a:tc>
                  <a:txBody>
                    <a:bodyPr/>
                    <a:lstStyle/>
                    <a:p>
                      <a:r>
                        <a:rPr lang="ru-RU" sz="1000" b="0" cap="none" spc="0">
                          <a:ln w="0"/>
                          <a:solidFill>
                            <a:schemeClr val="tx1"/>
                          </a:solidFill>
                          <a:effectLst>
                            <a:outerShdw blurRad="38100" dist="19050" dir="2700000" algn="tl" rotWithShape="0">
                              <a:schemeClr val="dk1">
                                <a:alpha val="40000"/>
                              </a:schemeClr>
                            </a:outerShdw>
                          </a:effectLst>
                        </a:rPr>
                        <a:t>Тестовая отправка уведомлений сотрудникам (email/Zalo)</a:t>
                      </a:r>
                    </a:p>
                  </a:txBody>
                  <a:tcPr marL="20039" marR="16699" marT="16699" marB="16699" anchor="ctr">
                    <a:solidFill>
                      <a:srgbClr val="FFE7E8"/>
                    </a:solidFill>
                  </a:tcPr>
                </a:tc>
                <a:tc>
                  <a:txBody>
                    <a:bodyPr/>
                    <a:lstStyle/>
                    <a:p>
                      <a:r>
                        <a:rPr lang="ru-RU" sz="1000" b="0" cap="none" spc="0" dirty="0">
                          <a:ln w="0"/>
                          <a:solidFill>
                            <a:schemeClr val="tx1"/>
                          </a:solidFill>
                          <a:effectLst>
                            <a:outerShdw blurRad="38100" dist="19050" dir="2700000" algn="tl" rotWithShape="0">
                              <a:schemeClr val="dk1">
                                <a:alpha val="40000"/>
                              </a:schemeClr>
                            </a:outerShdw>
                          </a:effectLst>
                        </a:rPr>
                        <a:t>✅</a:t>
                      </a:r>
                    </a:p>
                  </a:txBody>
                  <a:tcPr marL="16699" marR="16699" marT="16699" marB="16699" anchor="ctr">
                    <a:solidFill>
                      <a:srgbClr val="FFE7E8"/>
                    </a:solidFill>
                  </a:tcPr>
                </a:tc>
                <a:tc>
                  <a:txBody>
                    <a:bodyPr/>
                    <a:lstStyle/>
                    <a:p>
                      <a:r>
                        <a:rPr lang="ru-RU" sz="1000" b="0" cap="none" spc="0">
                          <a:ln w="0"/>
                          <a:solidFill>
                            <a:schemeClr val="tx1"/>
                          </a:solidFill>
                          <a:effectLst>
                            <a:outerShdw blurRad="38100" dist="19050" dir="2700000" algn="tl" rotWithShape="0">
                              <a:schemeClr val="dk1">
                                <a:alpha val="40000"/>
                              </a:schemeClr>
                            </a:outerShdw>
                          </a:effectLst>
                        </a:rPr>
                        <a:t>Уведомления о сменах и отпусках получены</a:t>
                      </a:r>
                    </a:p>
                  </a:txBody>
                  <a:tcPr marL="16699" marR="16699" marT="16699" marB="16699" anchor="ctr">
                    <a:solidFill>
                      <a:srgbClr val="FFE7E8"/>
                    </a:solidFill>
                  </a:tcPr>
                </a:tc>
                <a:extLst>
                  <a:ext uri="{0D108BD9-81ED-4DB2-BD59-A6C34878D82A}">
                    <a16:rowId xmlns:a16="http://schemas.microsoft.com/office/drawing/2014/main" val="595798319"/>
                  </a:ext>
                </a:extLst>
              </a:tr>
              <a:tr h="217557">
                <a:tc>
                  <a:txBody>
                    <a:bodyPr/>
                    <a:lstStyle/>
                    <a:p>
                      <a:r>
                        <a:rPr lang="ru-RU" sz="1000" b="0" cap="none" spc="0">
                          <a:ln w="0"/>
                          <a:solidFill>
                            <a:schemeClr val="tx1"/>
                          </a:solidFill>
                          <a:effectLst>
                            <a:outerShdw blurRad="38100" dist="19050" dir="2700000" algn="tl" rotWithShape="0">
                              <a:schemeClr val="dk1">
                                <a:alpha val="40000"/>
                              </a:schemeClr>
                            </a:outerShdw>
                          </a:effectLst>
                        </a:rPr>
                        <a:t>Тестовая выгрузка отчетов KPI для мастеров</a:t>
                      </a:r>
                    </a:p>
                  </a:txBody>
                  <a:tcPr marL="20039" marR="16699" marT="16699" marB="16699" anchor="ctr">
                    <a:solidFill>
                      <a:srgbClr val="FFE7E8"/>
                    </a:solidFill>
                  </a:tcPr>
                </a:tc>
                <a:tc>
                  <a:txBody>
                    <a:bodyPr/>
                    <a:lstStyle/>
                    <a:p>
                      <a:r>
                        <a:rPr lang="ru-RU" sz="1000" b="0" cap="none" spc="0">
                          <a:ln w="0"/>
                          <a:solidFill>
                            <a:schemeClr val="tx1"/>
                          </a:solidFill>
                          <a:effectLst>
                            <a:outerShdw blurRad="38100" dist="19050" dir="2700000" algn="tl" rotWithShape="0">
                              <a:schemeClr val="dk1">
                                <a:alpha val="40000"/>
                              </a:schemeClr>
                            </a:outerShdw>
                          </a:effectLst>
                        </a:rPr>
                        <a:t>✅</a:t>
                      </a:r>
                    </a:p>
                  </a:txBody>
                  <a:tcPr marL="16699" marR="16699" marT="16699" marB="16699" anchor="ctr">
                    <a:solidFill>
                      <a:srgbClr val="FFE7E8"/>
                    </a:solidFill>
                  </a:tcPr>
                </a:tc>
                <a:tc>
                  <a:txBody>
                    <a:bodyPr/>
                    <a:lstStyle/>
                    <a:p>
                      <a:r>
                        <a:rPr lang="ru-RU" sz="1000" b="0" cap="none" spc="0" dirty="0">
                          <a:ln w="0"/>
                          <a:solidFill>
                            <a:schemeClr val="tx1"/>
                          </a:solidFill>
                          <a:effectLst>
                            <a:outerShdw blurRad="38100" dist="19050" dir="2700000" algn="tl" rotWithShape="0">
                              <a:schemeClr val="dk1">
                                <a:alpha val="40000"/>
                              </a:schemeClr>
                            </a:outerShdw>
                          </a:effectLst>
                        </a:rPr>
                        <a:t>Данные корректно отображаются в </a:t>
                      </a:r>
                      <a:r>
                        <a:rPr lang="ru-RU" sz="1000" b="0" cap="none" spc="0" dirty="0" err="1">
                          <a:ln w="0"/>
                          <a:solidFill>
                            <a:schemeClr val="tx1"/>
                          </a:solidFill>
                          <a:effectLst>
                            <a:outerShdw blurRad="38100" dist="19050" dir="2700000" algn="tl" rotWithShape="0">
                              <a:schemeClr val="dk1">
                                <a:alpha val="40000"/>
                              </a:schemeClr>
                            </a:outerShdw>
                          </a:effectLst>
                        </a:rPr>
                        <a:t>дашборде</a:t>
                      </a:r>
                      <a:endParaRPr lang="ru-RU" sz="1000" b="0" cap="none" spc="0" dirty="0">
                        <a:ln w="0"/>
                        <a:solidFill>
                          <a:schemeClr val="tx1"/>
                        </a:solidFill>
                        <a:effectLst>
                          <a:outerShdw blurRad="38100" dist="19050" dir="2700000" algn="tl" rotWithShape="0">
                            <a:schemeClr val="dk1">
                              <a:alpha val="40000"/>
                            </a:schemeClr>
                          </a:outerShdw>
                        </a:effectLst>
                      </a:endParaRPr>
                    </a:p>
                  </a:txBody>
                  <a:tcPr marL="16699" marR="16699" marT="16699" marB="16699" anchor="ctr">
                    <a:solidFill>
                      <a:srgbClr val="FFE7E8"/>
                    </a:solidFill>
                  </a:tcPr>
                </a:tc>
                <a:extLst>
                  <a:ext uri="{0D108BD9-81ED-4DB2-BD59-A6C34878D82A}">
                    <a16:rowId xmlns:a16="http://schemas.microsoft.com/office/drawing/2014/main" val="463431825"/>
                  </a:ext>
                </a:extLst>
              </a:tr>
              <a:tr h="303358">
                <a:tc>
                  <a:txBody>
                    <a:bodyPr/>
                    <a:lstStyle/>
                    <a:p>
                      <a:r>
                        <a:rPr lang="ru-RU" sz="1000" b="1" cap="none" spc="0" dirty="0">
                          <a:ln w="0"/>
                          <a:solidFill>
                            <a:schemeClr val="tx1"/>
                          </a:solidFill>
                          <a:effectLst>
                            <a:outerShdw blurRad="38100" dist="19050" dir="2700000" algn="tl" rotWithShape="0">
                              <a:schemeClr val="dk1">
                                <a:alpha val="40000"/>
                              </a:schemeClr>
                            </a:outerShdw>
                          </a:effectLst>
                        </a:rPr>
                        <a:t>3. Документация и инструкции для пользователей</a:t>
                      </a:r>
                    </a:p>
                  </a:txBody>
                  <a:tcPr marL="20039" marR="16699" marT="16699" marB="16699" anchor="ctr">
                    <a:solidFill>
                      <a:srgbClr val="FFCFD0"/>
                    </a:solidFill>
                  </a:tcPr>
                </a:tc>
                <a:tc>
                  <a:txBody>
                    <a:bodyPr/>
                    <a:lstStyle/>
                    <a:p>
                      <a:endParaRPr lang="ru-RU" sz="1000" b="0" cap="none" spc="0">
                        <a:ln w="0"/>
                        <a:solidFill>
                          <a:schemeClr val="tx1"/>
                        </a:solidFill>
                        <a:effectLst>
                          <a:outerShdw blurRad="38100" dist="19050" dir="2700000" algn="tl" rotWithShape="0">
                            <a:schemeClr val="dk1">
                              <a:alpha val="40000"/>
                            </a:schemeClr>
                          </a:outerShdw>
                        </a:effectLst>
                      </a:endParaRPr>
                    </a:p>
                  </a:txBody>
                  <a:tcPr marL="20039" marR="20039" marT="10019" marB="10019">
                    <a:solidFill>
                      <a:srgbClr val="FFCFD0"/>
                    </a:solidFill>
                  </a:tcPr>
                </a:tc>
                <a:tc>
                  <a:txBody>
                    <a:bodyPr/>
                    <a:lstStyle/>
                    <a:p>
                      <a:endParaRPr lang="ru-RU" sz="1000" b="0" cap="none" spc="0" dirty="0">
                        <a:ln w="0"/>
                        <a:solidFill>
                          <a:schemeClr val="tx1"/>
                        </a:solidFill>
                        <a:effectLst>
                          <a:outerShdw blurRad="38100" dist="19050" dir="2700000" algn="tl" rotWithShape="0">
                            <a:schemeClr val="dk1">
                              <a:alpha val="40000"/>
                            </a:schemeClr>
                          </a:outerShdw>
                        </a:effectLst>
                      </a:endParaRPr>
                    </a:p>
                  </a:txBody>
                  <a:tcPr marL="20039" marR="20039" marT="10019" marB="10019">
                    <a:solidFill>
                      <a:srgbClr val="FFCFD0"/>
                    </a:solidFill>
                  </a:tcPr>
                </a:tc>
                <a:extLst>
                  <a:ext uri="{0D108BD9-81ED-4DB2-BD59-A6C34878D82A}">
                    <a16:rowId xmlns:a16="http://schemas.microsoft.com/office/drawing/2014/main" val="819628634"/>
                  </a:ext>
                </a:extLst>
              </a:tr>
              <a:tr h="217557">
                <a:tc>
                  <a:txBody>
                    <a:bodyPr/>
                    <a:lstStyle/>
                    <a:p>
                      <a:r>
                        <a:rPr lang="ru-RU" sz="1000" b="0" cap="none" spc="0">
                          <a:ln w="0"/>
                          <a:solidFill>
                            <a:schemeClr val="tx1"/>
                          </a:solidFill>
                          <a:effectLst>
                            <a:outerShdw blurRad="38100" dist="19050" dir="2700000" algn="tl" rotWithShape="0">
                              <a:schemeClr val="dk1">
                                <a:alpha val="40000"/>
                              </a:schemeClr>
                            </a:outerShdw>
                          </a:effectLst>
                        </a:rPr>
                        <a:t>Руководства розданы всем участникам тестирования</a:t>
                      </a:r>
                    </a:p>
                  </a:txBody>
                  <a:tcPr marL="20039" marR="16699" marT="16699" marB="16699" anchor="ctr">
                    <a:solidFill>
                      <a:srgbClr val="FFE7E8"/>
                    </a:solidFill>
                  </a:tcPr>
                </a:tc>
                <a:tc>
                  <a:txBody>
                    <a:bodyPr/>
                    <a:lstStyle/>
                    <a:p>
                      <a:r>
                        <a:rPr lang="ru-RU" sz="1000" b="0" cap="none" spc="0">
                          <a:ln w="0"/>
                          <a:solidFill>
                            <a:schemeClr val="tx1"/>
                          </a:solidFill>
                          <a:effectLst>
                            <a:outerShdw blurRad="38100" dist="19050" dir="2700000" algn="tl" rotWithShape="0">
                              <a:schemeClr val="dk1">
                                <a:alpha val="40000"/>
                              </a:schemeClr>
                            </a:outerShdw>
                          </a:effectLst>
                        </a:rPr>
                        <a:t>✅</a:t>
                      </a:r>
                    </a:p>
                  </a:txBody>
                  <a:tcPr marL="16699" marR="16699" marT="16699" marB="16699" anchor="ctr">
                    <a:solidFill>
                      <a:srgbClr val="FFE7E8"/>
                    </a:solidFill>
                  </a:tcPr>
                </a:tc>
                <a:tc>
                  <a:txBody>
                    <a:bodyPr/>
                    <a:lstStyle/>
                    <a:p>
                      <a:r>
                        <a:rPr lang="en-US" sz="1000" b="0" cap="none" spc="0" dirty="0">
                          <a:ln w="0"/>
                          <a:solidFill>
                            <a:schemeClr val="tx1"/>
                          </a:solidFill>
                          <a:effectLst>
                            <a:outerShdw blurRad="38100" dist="19050" dir="2700000" algn="tl" rotWithShape="0">
                              <a:schemeClr val="dk1">
                                <a:alpha val="40000"/>
                              </a:schemeClr>
                            </a:outerShdw>
                          </a:effectLst>
                        </a:rPr>
                        <a:t>PDF + </a:t>
                      </a:r>
                      <a:r>
                        <a:rPr lang="ru-RU" sz="1000" b="0" cap="none" spc="0" dirty="0">
                          <a:ln w="0"/>
                          <a:solidFill>
                            <a:schemeClr val="tx1"/>
                          </a:solidFill>
                          <a:effectLst>
                            <a:outerShdw blurRad="38100" dist="19050" dir="2700000" algn="tl" rotWithShape="0">
                              <a:schemeClr val="dk1">
                                <a:alpha val="40000"/>
                              </a:schemeClr>
                            </a:outerShdw>
                          </a:effectLst>
                        </a:rPr>
                        <a:t>видеоинструкции в </a:t>
                      </a:r>
                      <a:r>
                        <a:rPr lang="en-US" sz="1000" b="0" cap="none" spc="0" dirty="0" err="1">
                          <a:ln w="0"/>
                          <a:solidFill>
                            <a:schemeClr val="tx1"/>
                          </a:solidFill>
                          <a:effectLst>
                            <a:outerShdw blurRad="38100" dist="19050" dir="2700000" algn="tl" rotWithShape="0">
                              <a:schemeClr val="dk1">
                                <a:alpha val="40000"/>
                              </a:schemeClr>
                            </a:outerShdw>
                          </a:effectLst>
                        </a:rPr>
                        <a:t>Zalo</a:t>
                      </a:r>
                      <a:endParaRPr lang="en-US" sz="1000" b="0" cap="none" spc="0" dirty="0">
                        <a:ln w="0"/>
                        <a:solidFill>
                          <a:schemeClr val="tx1"/>
                        </a:solidFill>
                        <a:effectLst>
                          <a:outerShdw blurRad="38100" dist="19050" dir="2700000" algn="tl" rotWithShape="0">
                            <a:schemeClr val="dk1">
                              <a:alpha val="40000"/>
                            </a:schemeClr>
                          </a:outerShdw>
                        </a:effectLst>
                      </a:endParaRPr>
                    </a:p>
                  </a:txBody>
                  <a:tcPr marL="16699" marR="16699" marT="16699" marB="16699" anchor="ctr">
                    <a:solidFill>
                      <a:srgbClr val="FFE7E8"/>
                    </a:solidFill>
                  </a:tcPr>
                </a:tc>
                <a:extLst>
                  <a:ext uri="{0D108BD9-81ED-4DB2-BD59-A6C34878D82A}">
                    <a16:rowId xmlns:a16="http://schemas.microsoft.com/office/drawing/2014/main" val="3644423769"/>
                  </a:ext>
                </a:extLst>
              </a:tr>
              <a:tr h="217557">
                <a:tc>
                  <a:txBody>
                    <a:bodyPr/>
                    <a:lstStyle/>
                    <a:p>
                      <a:r>
                        <a:rPr lang="ru-RU" sz="1000" b="0" cap="none" spc="0">
                          <a:ln w="0"/>
                          <a:solidFill>
                            <a:schemeClr val="tx1"/>
                          </a:solidFill>
                          <a:effectLst>
                            <a:outerShdw blurRad="38100" dist="19050" dir="2700000" algn="tl" rotWithShape="0">
                              <a:schemeClr val="dk1">
                                <a:alpha val="40000"/>
                              </a:schemeClr>
                            </a:outerShdw>
                          </a:effectLst>
                        </a:rPr>
                        <a:t>Список частых ошибок и способы их устранения</a:t>
                      </a:r>
                    </a:p>
                  </a:txBody>
                  <a:tcPr marL="20039" marR="16699" marT="16699" marB="16699" anchor="ctr">
                    <a:solidFill>
                      <a:srgbClr val="FFE7E8"/>
                    </a:solidFill>
                  </a:tcPr>
                </a:tc>
                <a:tc>
                  <a:txBody>
                    <a:bodyPr/>
                    <a:lstStyle/>
                    <a:p>
                      <a:r>
                        <a:rPr lang="ru-RU" sz="1000" b="0" cap="none" spc="0">
                          <a:ln w="0"/>
                          <a:solidFill>
                            <a:schemeClr val="tx1"/>
                          </a:solidFill>
                          <a:effectLst>
                            <a:outerShdw blurRad="38100" dist="19050" dir="2700000" algn="tl" rotWithShape="0">
                              <a:schemeClr val="dk1">
                                <a:alpha val="40000"/>
                              </a:schemeClr>
                            </a:outerShdw>
                          </a:effectLst>
                        </a:rPr>
                        <a:t>✅</a:t>
                      </a:r>
                    </a:p>
                  </a:txBody>
                  <a:tcPr marL="16699" marR="16699" marT="16699" marB="16699" anchor="ctr">
                    <a:solidFill>
                      <a:srgbClr val="FFE7E8"/>
                    </a:solidFill>
                  </a:tcPr>
                </a:tc>
                <a:tc>
                  <a:txBody>
                    <a:bodyPr/>
                    <a:lstStyle/>
                    <a:p>
                      <a:r>
                        <a:rPr lang="ru-RU" sz="1000" b="0" cap="none" spc="0">
                          <a:ln w="0"/>
                          <a:solidFill>
                            <a:schemeClr val="tx1"/>
                          </a:solidFill>
                          <a:effectLst>
                            <a:outerShdw blurRad="38100" dist="19050" dir="2700000" algn="tl" rotWithShape="0">
                              <a:schemeClr val="dk1">
                                <a:alpha val="40000"/>
                              </a:schemeClr>
                            </a:outerShdw>
                          </a:effectLst>
                        </a:rPr>
                        <a:t>Одностраничный </a:t>
                      </a:r>
                      <a:r>
                        <a:rPr lang="en-US" sz="1000" b="0" cap="none" spc="0">
                          <a:ln w="0"/>
                          <a:solidFill>
                            <a:schemeClr val="tx1"/>
                          </a:solidFill>
                          <a:effectLst>
                            <a:outerShdw blurRad="38100" dist="19050" dir="2700000" algn="tl" rotWithShape="0">
                              <a:schemeClr val="dk1">
                                <a:alpha val="40000"/>
                              </a:schemeClr>
                            </a:outerShdw>
                          </a:effectLst>
                        </a:rPr>
                        <a:t>PDF </a:t>
                      </a:r>
                      <a:r>
                        <a:rPr lang="ru-RU" sz="1000" b="0" cap="none" spc="0">
                          <a:ln w="0"/>
                          <a:solidFill>
                            <a:schemeClr val="tx1"/>
                          </a:solidFill>
                          <a:effectLst>
                            <a:outerShdw blurRad="38100" dist="19050" dir="2700000" algn="tl" rotWithShape="0">
                              <a:schemeClr val="dk1">
                                <a:alpha val="40000"/>
                              </a:schemeClr>
                            </a:outerShdw>
                          </a:effectLst>
                        </a:rPr>
                        <a:t>в </a:t>
                      </a:r>
                      <a:r>
                        <a:rPr lang="en-US" sz="1000" b="0" cap="none" spc="0">
                          <a:ln w="0"/>
                          <a:solidFill>
                            <a:schemeClr val="tx1"/>
                          </a:solidFill>
                          <a:effectLst>
                            <a:outerShdw blurRad="38100" dist="19050" dir="2700000" algn="tl" rotWithShape="0">
                              <a:schemeClr val="dk1">
                                <a:alpha val="40000"/>
                              </a:schemeClr>
                            </a:outerShdw>
                          </a:effectLst>
                        </a:rPr>
                        <a:t>HR-</a:t>
                      </a:r>
                      <a:r>
                        <a:rPr lang="ru-RU" sz="1000" b="0" cap="none" spc="0">
                          <a:ln w="0"/>
                          <a:solidFill>
                            <a:schemeClr val="tx1"/>
                          </a:solidFill>
                          <a:effectLst>
                            <a:outerShdw blurRad="38100" dist="19050" dir="2700000" algn="tl" rotWithShape="0">
                              <a:schemeClr val="dk1">
                                <a:alpha val="40000"/>
                              </a:schemeClr>
                            </a:outerShdw>
                          </a:effectLst>
                        </a:rPr>
                        <a:t>офисе</a:t>
                      </a:r>
                    </a:p>
                  </a:txBody>
                  <a:tcPr marL="16699" marR="16699" marT="16699" marB="16699" anchor="ctr">
                    <a:solidFill>
                      <a:srgbClr val="FFE7E8"/>
                    </a:solidFill>
                  </a:tcPr>
                </a:tc>
                <a:extLst>
                  <a:ext uri="{0D108BD9-81ED-4DB2-BD59-A6C34878D82A}">
                    <a16:rowId xmlns:a16="http://schemas.microsoft.com/office/drawing/2014/main" val="1467926538"/>
                  </a:ext>
                </a:extLst>
              </a:tr>
              <a:tr h="217557">
                <a:tc>
                  <a:txBody>
                    <a:bodyPr/>
                    <a:lstStyle/>
                    <a:p>
                      <a:r>
                        <a:rPr lang="ru-RU" sz="1000" b="0" cap="none" spc="0" dirty="0">
                          <a:ln w="0"/>
                          <a:solidFill>
                            <a:schemeClr val="tx1"/>
                          </a:solidFill>
                          <a:effectLst>
                            <a:outerShdw blurRad="38100" dist="19050" dir="2700000" algn="tl" rotWithShape="0">
                              <a:schemeClr val="dk1">
                                <a:alpha val="40000"/>
                              </a:schemeClr>
                            </a:outerShdw>
                          </a:effectLst>
                        </a:rPr>
                        <a:t>Горячая линия/</a:t>
                      </a:r>
                      <a:r>
                        <a:rPr lang="ru-RU" sz="1000" b="0" cap="none" spc="0" dirty="0" err="1">
                          <a:ln w="0"/>
                          <a:solidFill>
                            <a:schemeClr val="tx1"/>
                          </a:solidFill>
                          <a:effectLst>
                            <a:outerShdw blurRad="38100" dist="19050" dir="2700000" algn="tl" rotWithShape="0">
                              <a:schemeClr val="dk1">
                                <a:alpha val="40000"/>
                              </a:schemeClr>
                            </a:outerShdw>
                          </a:effectLst>
                        </a:rPr>
                        <a:t>Zalo</a:t>
                      </a:r>
                      <a:r>
                        <a:rPr lang="ru-RU" sz="1000" b="0" cap="none" spc="0" dirty="0">
                          <a:ln w="0"/>
                          <a:solidFill>
                            <a:schemeClr val="tx1"/>
                          </a:solidFill>
                          <a:effectLst>
                            <a:outerShdw blurRad="38100" dist="19050" dir="2700000" algn="tl" rotWithShape="0">
                              <a:schemeClr val="dk1">
                                <a:alpha val="40000"/>
                              </a:schemeClr>
                            </a:outerShdw>
                          </a:effectLst>
                        </a:rPr>
                        <a:t> поддержки работает</a:t>
                      </a:r>
                    </a:p>
                  </a:txBody>
                  <a:tcPr marL="20039" marR="16699" marT="16699" marB="16699" anchor="ctr">
                    <a:solidFill>
                      <a:srgbClr val="FFE7E8"/>
                    </a:solidFill>
                  </a:tcPr>
                </a:tc>
                <a:tc>
                  <a:txBody>
                    <a:bodyPr/>
                    <a:lstStyle/>
                    <a:p>
                      <a:r>
                        <a:rPr lang="ru-RU" sz="1000" b="0" cap="none" spc="0">
                          <a:ln w="0"/>
                          <a:solidFill>
                            <a:schemeClr val="tx1"/>
                          </a:solidFill>
                          <a:effectLst>
                            <a:outerShdw blurRad="38100" dist="19050" dir="2700000" algn="tl" rotWithShape="0">
                              <a:schemeClr val="dk1">
                                <a:alpha val="40000"/>
                              </a:schemeClr>
                            </a:outerShdw>
                          </a:effectLst>
                        </a:rPr>
                        <a:t>✅</a:t>
                      </a:r>
                    </a:p>
                  </a:txBody>
                  <a:tcPr marL="16699" marR="16699" marT="16699" marB="16699" anchor="ctr">
                    <a:solidFill>
                      <a:srgbClr val="FFE7E8"/>
                    </a:solidFill>
                  </a:tcPr>
                </a:tc>
                <a:tc>
                  <a:txBody>
                    <a:bodyPr/>
                    <a:lstStyle/>
                    <a:p>
                      <a:r>
                        <a:rPr lang="ru-RU" sz="1000" b="0" cap="none" spc="0" dirty="0">
                          <a:ln w="0"/>
                          <a:solidFill>
                            <a:schemeClr val="tx1"/>
                          </a:solidFill>
                          <a:effectLst>
                            <a:outerShdw blurRad="38100" dist="19050" dir="2700000" algn="tl" rotWithShape="0">
                              <a:schemeClr val="dk1">
                                <a:alpha val="40000"/>
                              </a:schemeClr>
                            </a:outerShdw>
                          </a:effectLst>
                        </a:rPr>
                        <a:t>Минимум 2 запроса обработаны в </a:t>
                      </a:r>
                      <a:r>
                        <a:rPr lang="ru-RU" sz="1000" b="0" cap="none" spc="0" dirty="0" err="1">
                          <a:ln w="0"/>
                          <a:solidFill>
                            <a:schemeClr val="tx1"/>
                          </a:solidFill>
                          <a:effectLst>
                            <a:outerShdw blurRad="38100" dist="19050" dir="2700000" algn="tl" rotWithShape="0">
                              <a:schemeClr val="dk1">
                                <a:alpha val="40000"/>
                              </a:schemeClr>
                            </a:outerShdw>
                          </a:effectLst>
                        </a:rPr>
                        <a:t>Zalo</a:t>
                      </a:r>
                      <a:r>
                        <a:rPr lang="ru-RU" sz="1000" b="0" cap="none" spc="0" dirty="0">
                          <a:ln w="0"/>
                          <a:solidFill>
                            <a:schemeClr val="tx1"/>
                          </a:solidFill>
                          <a:effectLst>
                            <a:outerShdw blurRad="38100" dist="19050" dir="2700000" algn="tl" rotWithShape="0">
                              <a:schemeClr val="dk1">
                                <a:alpha val="40000"/>
                              </a:schemeClr>
                            </a:outerShdw>
                          </a:effectLst>
                        </a:rPr>
                        <a:t>-группе</a:t>
                      </a:r>
                    </a:p>
                  </a:txBody>
                  <a:tcPr marL="16699" marR="16699" marT="16699" marB="16699" anchor="ctr">
                    <a:solidFill>
                      <a:srgbClr val="FFE7E8"/>
                    </a:solidFill>
                  </a:tcPr>
                </a:tc>
                <a:extLst>
                  <a:ext uri="{0D108BD9-81ED-4DB2-BD59-A6C34878D82A}">
                    <a16:rowId xmlns:a16="http://schemas.microsoft.com/office/drawing/2014/main" val="691169433"/>
                  </a:ext>
                </a:extLst>
              </a:tr>
              <a:tr h="217557">
                <a:tc>
                  <a:txBody>
                    <a:bodyPr/>
                    <a:lstStyle/>
                    <a:p>
                      <a:r>
                        <a:rPr lang="ru-RU" sz="1000" b="1" cap="none" spc="0" dirty="0">
                          <a:ln w="0"/>
                          <a:solidFill>
                            <a:schemeClr val="tx1"/>
                          </a:solidFill>
                          <a:effectLst>
                            <a:outerShdw blurRad="38100" dist="19050" dir="2700000" algn="tl" rotWithShape="0">
                              <a:schemeClr val="dk1">
                                <a:alpha val="40000"/>
                              </a:schemeClr>
                            </a:outerShdw>
                          </a:effectLst>
                        </a:rPr>
                        <a:t>4. Обратная связь от пользователей</a:t>
                      </a:r>
                    </a:p>
                  </a:txBody>
                  <a:tcPr marL="20039" marR="16699" marT="16699" marB="16699" anchor="ctr">
                    <a:solidFill>
                      <a:srgbClr val="FFCFD0"/>
                    </a:solidFill>
                  </a:tcPr>
                </a:tc>
                <a:tc>
                  <a:txBody>
                    <a:bodyPr/>
                    <a:lstStyle/>
                    <a:p>
                      <a:endParaRPr lang="ru-RU" sz="1000" b="0" cap="none" spc="0">
                        <a:ln w="0"/>
                        <a:solidFill>
                          <a:schemeClr val="tx1"/>
                        </a:solidFill>
                        <a:effectLst>
                          <a:outerShdw blurRad="38100" dist="19050" dir="2700000" algn="tl" rotWithShape="0">
                            <a:schemeClr val="dk1">
                              <a:alpha val="40000"/>
                            </a:schemeClr>
                          </a:outerShdw>
                        </a:effectLst>
                      </a:endParaRPr>
                    </a:p>
                  </a:txBody>
                  <a:tcPr marL="20039" marR="20039" marT="10019" marB="10019">
                    <a:solidFill>
                      <a:srgbClr val="FFCFD0"/>
                    </a:solidFill>
                  </a:tcPr>
                </a:tc>
                <a:tc>
                  <a:txBody>
                    <a:bodyPr/>
                    <a:lstStyle/>
                    <a:p>
                      <a:endParaRPr lang="ru-RU" sz="1000" b="0" cap="none" spc="0" dirty="0">
                        <a:ln w="0"/>
                        <a:solidFill>
                          <a:schemeClr val="tx1"/>
                        </a:solidFill>
                        <a:effectLst>
                          <a:outerShdw blurRad="38100" dist="19050" dir="2700000" algn="tl" rotWithShape="0">
                            <a:schemeClr val="dk1">
                              <a:alpha val="40000"/>
                            </a:schemeClr>
                          </a:outerShdw>
                        </a:effectLst>
                      </a:endParaRPr>
                    </a:p>
                  </a:txBody>
                  <a:tcPr marL="20039" marR="20039" marT="10019" marB="10019">
                    <a:solidFill>
                      <a:srgbClr val="FFCFD0"/>
                    </a:solidFill>
                  </a:tcPr>
                </a:tc>
                <a:extLst>
                  <a:ext uri="{0D108BD9-81ED-4DB2-BD59-A6C34878D82A}">
                    <a16:rowId xmlns:a16="http://schemas.microsoft.com/office/drawing/2014/main" val="1913724377"/>
                  </a:ext>
                </a:extLst>
              </a:tr>
              <a:tr h="131756">
                <a:tc>
                  <a:txBody>
                    <a:bodyPr/>
                    <a:lstStyle/>
                    <a:p>
                      <a:r>
                        <a:rPr lang="ru-RU" sz="1000" b="0" cap="none" spc="0">
                          <a:ln w="0"/>
                          <a:solidFill>
                            <a:schemeClr val="tx1"/>
                          </a:solidFill>
                          <a:effectLst>
                            <a:outerShdw blurRad="38100" dist="19050" dir="2700000" algn="tl" rotWithShape="0">
                              <a:schemeClr val="dk1">
                                <a:alpha val="40000"/>
                              </a:schemeClr>
                            </a:outerShdw>
                          </a:effectLst>
                        </a:rPr>
                        <a:t>Отзывы от HR на местах</a:t>
                      </a:r>
                    </a:p>
                  </a:txBody>
                  <a:tcPr marL="20039" marR="16699" marT="16699" marB="16699" anchor="ctr">
                    <a:solidFill>
                      <a:srgbClr val="FFE7E8"/>
                    </a:solidFill>
                  </a:tcPr>
                </a:tc>
                <a:tc>
                  <a:txBody>
                    <a:bodyPr/>
                    <a:lstStyle/>
                    <a:p>
                      <a:r>
                        <a:rPr lang="ru-RU" sz="1000" b="0" cap="none" spc="0" dirty="0">
                          <a:ln w="0"/>
                          <a:solidFill>
                            <a:schemeClr val="tx1"/>
                          </a:solidFill>
                          <a:effectLst>
                            <a:outerShdw blurRad="38100" dist="19050" dir="2700000" algn="tl" rotWithShape="0">
                              <a:schemeClr val="dk1">
                                <a:alpha val="40000"/>
                              </a:schemeClr>
                            </a:outerShdw>
                          </a:effectLst>
                        </a:rPr>
                        <a:t>✅</a:t>
                      </a:r>
                    </a:p>
                  </a:txBody>
                  <a:tcPr marL="16699" marR="16699" marT="16699" marB="16699" anchor="ctr">
                    <a:solidFill>
                      <a:srgbClr val="FFE7E8"/>
                    </a:solidFill>
                  </a:tcPr>
                </a:tc>
                <a:tc>
                  <a:txBody>
                    <a:bodyPr/>
                    <a:lstStyle/>
                    <a:p>
                      <a:r>
                        <a:rPr lang="ru-RU" sz="1000" b="0" cap="none" spc="0" dirty="0">
                          <a:ln w="0"/>
                          <a:solidFill>
                            <a:schemeClr val="tx1"/>
                          </a:solidFill>
                          <a:effectLst>
                            <a:outerShdw blurRad="38100" dist="19050" dir="2700000" algn="tl" rotWithShape="0">
                              <a:schemeClr val="dk1">
                                <a:alpha val="40000"/>
                              </a:schemeClr>
                            </a:outerShdw>
                          </a:effectLst>
                        </a:rPr>
                        <a:t>"Ввод отпусков стал удобнее"</a:t>
                      </a:r>
                    </a:p>
                  </a:txBody>
                  <a:tcPr marL="16699" marR="16699" marT="16699" marB="16699" anchor="ctr">
                    <a:solidFill>
                      <a:srgbClr val="FFE7E8"/>
                    </a:solidFill>
                  </a:tcPr>
                </a:tc>
                <a:extLst>
                  <a:ext uri="{0D108BD9-81ED-4DB2-BD59-A6C34878D82A}">
                    <a16:rowId xmlns:a16="http://schemas.microsoft.com/office/drawing/2014/main" val="4244227588"/>
                  </a:ext>
                </a:extLst>
              </a:tr>
              <a:tr h="303358">
                <a:tc>
                  <a:txBody>
                    <a:bodyPr/>
                    <a:lstStyle/>
                    <a:p>
                      <a:r>
                        <a:rPr lang="ru-RU" sz="1000" b="0" cap="none" spc="0">
                          <a:ln w="0"/>
                          <a:solidFill>
                            <a:schemeClr val="tx1"/>
                          </a:solidFill>
                          <a:effectLst>
                            <a:outerShdw blurRad="38100" dist="19050" dir="2700000" algn="tl" rotWithShape="0">
                              <a:schemeClr val="dk1">
                                <a:alpha val="40000"/>
                              </a:schemeClr>
                            </a:outerShdw>
                          </a:effectLst>
                        </a:rPr>
                        <a:t>Отзывы от мастеров</a:t>
                      </a:r>
                    </a:p>
                  </a:txBody>
                  <a:tcPr marL="20039" marR="16699" marT="16699" marB="16699" anchor="ctr">
                    <a:solidFill>
                      <a:srgbClr val="FFE7E8"/>
                    </a:solidFill>
                  </a:tcPr>
                </a:tc>
                <a:tc>
                  <a:txBody>
                    <a:bodyPr/>
                    <a:lstStyle/>
                    <a:p>
                      <a:r>
                        <a:rPr lang="ru-RU" sz="1000" b="0" cap="none" spc="0">
                          <a:ln w="0"/>
                          <a:solidFill>
                            <a:schemeClr val="tx1"/>
                          </a:solidFill>
                          <a:effectLst>
                            <a:outerShdw blurRad="38100" dist="19050" dir="2700000" algn="tl" rotWithShape="0">
                              <a:schemeClr val="dk1">
                                <a:alpha val="40000"/>
                              </a:schemeClr>
                            </a:outerShdw>
                          </a:effectLst>
                        </a:rPr>
                        <a:t>✅</a:t>
                      </a:r>
                    </a:p>
                  </a:txBody>
                  <a:tcPr marL="16699" marR="16699" marT="16699" marB="16699" anchor="ctr">
                    <a:solidFill>
                      <a:srgbClr val="FFE7E8"/>
                    </a:solidFill>
                  </a:tcPr>
                </a:tc>
                <a:tc>
                  <a:txBody>
                    <a:bodyPr/>
                    <a:lstStyle/>
                    <a:p>
                      <a:r>
                        <a:rPr lang="ru-RU" sz="1000" b="0" cap="none" spc="0">
                          <a:ln w="0"/>
                          <a:solidFill>
                            <a:schemeClr val="tx1"/>
                          </a:solidFill>
                          <a:effectLst>
                            <a:outerShdw blurRad="38100" dist="19050" dir="2700000" algn="tl" rotWithShape="0">
                              <a:schemeClr val="dk1">
                                <a:alpha val="40000"/>
                              </a:schemeClr>
                            </a:outerShdw>
                          </a:effectLst>
                        </a:rPr>
                        <a:t>"Смены распределяются равномернее, видно в телефоне"</a:t>
                      </a:r>
                    </a:p>
                  </a:txBody>
                  <a:tcPr marL="16699" marR="16699" marT="16699" marB="16699" anchor="ctr">
                    <a:solidFill>
                      <a:srgbClr val="FFE7E8"/>
                    </a:solidFill>
                  </a:tcPr>
                </a:tc>
                <a:extLst>
                  <a:ext uri="{0D108BD9-81ED-4DB2-BD59-A6C34878D82A}">
                    <a16:rowId xmlns:a16="http://schemas.microsoft.com/office/drawing/2014/main" val="4230924255"/>
                  </a:ext>
                </a:extLst>
              </a:tr>
              <a:tr h="303358">
                <a:tc>
                  <a:txBody>
                    <a:bodyPr/>
                    <a:lstStyle/>
                    <a:p>
                      <a:r>
                        <a:rPr lang="ru-RU" sz="1000" b="0" cap="none" spc="0">
                          <a:ln w="0"/>
                          <a:solidFill>
                            <a:schemeClr val="tx1"/>
                          </a:solidFill>
                          <a:effectLst>
                            <a:outerShdw blurRad="38100" dist="19050" dir="2700000" algn="tl" rotWithShape="0">
                              <a:schemeClr val="dk1">
                                <a:alpha val="40000"/>
                              </a:schemeClr>
                            </a:outerShdw>
                          </a:effectLst>
                        </a:rPr>
                        <a:t>Отзывы от тестовых сотрудников</a:t>
                      </a:r>
                    </a:p>
                  </a:txBody>
                  <a:tcPr marL="20039" marR="16699" marT="16699" marB="16699" anchor="ctr">
                    <a:solidFill>
                      <a:srgbClr val="FFE7E8"/>
                    </a:solidFill>
                  </a:tcPr>
                </a:tc>
                <a:tc>
                  <a:txBody>
                    <a:bodyPr/>
                    <a:lstStyle/>
                    <a:p>
                      <a:r>
                        <a:rPr lang="ru-RU" sz="1000" b="0" cap="none" spc="0">
                          <a:ln w="0"/>
                          <a:solidFill>
                            <a:schemeClr val="tx1"/>
                          </a:solidFill>
                          <a:effectLst>
                            <a:outerShdw blurRad="38100" dist="19050" dir="2700000" algn="tl" rotWithShape="0">
                              <a:schemeClr val="dk1">
                                <a:alpha val="40000"/>
                              </a:schemeClr>
                            </a:outerShdw>
                          </a:effectLst>
                        </a:rPr>
                        <a:t>✅</a:t>
                      </a:r>
                    </a:p>
                  </a:txBody>
                  <a:tcPr marL="16699" marR="16699" marT="16699" marB="16699" anchor="ctr">
                    <a:solidFill>
                      <a:srgbClr val="FFE7E8"/>
                    </a:solidFill>
                  </a:tcPr>
                </a:tc>
                <a:tc>
                  <a:txBody>
                    <a:bodyPr/>
                    <a:lstStyle/>
                    <a:p>
                      <a:r>
                        <a:rPr lang="ru-RU" sz="1000" b="0" cap="none" spc="0" dirty="0">
                          <a:ln w="0"/>
                          <a:solidFill>
                            <a:schemeClr val="tx1"/>
                          </a:solidFill>
                          <a:effectLst>
                            <a:outerShdw blurRad="38100" dist="19050" dir="2700000" algn="tl" rotWithShape="0">
                              <a:schemeClr val="dk1">
                                <a:alpha val="40000"/>
                              </a:schemeClr>
                            </a:outerShdw>
                          </a:effectLst>
                        </a:rPr>
                        <a:t>"Интерфейс удобный, не нужно постоянно спрашивать HR"</a:t>
                      </a:r>
                    </a:p>
                  </a:txBody>
                  <a:tcPr marL="16699" marR="16699" marT="16699" marB="16699" anchor="ctr">
                    <a:solidFill>
                      <a:srgbClr val="FFE7E8"/>
                    </a:solidFill>
                  </a:tcPr>
                </a:tc>
                <a:extLst>
                  <a:ext uri="{0D108BD9-81ED-4DB2-BD59-A6C34878D82A}">
                    <a16:rowId xmlns:a16="http://schemas.microsoft.com/office/drawing/2014/main" val="3605445614"/>
                  </a:ext>
                </a:extLst>
              </a:tr>
              <a:tr h="217557">
                <a:tc>
                  <a:txBody>
                    <a:bodyPr/>
                    <a:lstStyle/>
                    <a:p>
                      <a:r>
                        <a:rPr lang="ru-RU" sz="1000" b="1" cap="none" spc="0" dirty="0">
                          <a:ln w="0"/>
                          <a:solidFill>
                            <a:schemeClr val="tx1"/>
                          </a:solidFill>
                          <a:effectLst>
                            <a:outerShdw blurRad="38100" dist="19050" dir="2700000" algn="tl" rotWithShape="0">
                              <a:schemeClr val="dk1">
                                <a:alpha val="40000"/>
                              </a:schemeClr>
                            </a:outerShdw>
                          </a:effectLst>
                        </a:rPr>
                        <a:t>5. Стабильность работы системы</a:t>
                      </a:r>
                    </a:p>
                  </a:txBody>
                  <a:tcPr marL="20039" marR="16699" marT="16699" marB="16699" anchor="ctr">
                    <a:solidFill>
                      <a:srgbClr val="FFCFD0"/>
                    </a:solidFill>
                  </a:tcPr>
                </a:tc>
                <a:tc>
                  <a:txBody>
                    <a:bodyPr/>
                    <a:lstStyle/>
                    <a:p>
                      <a:endParaRPr lang="ru-RU" sz="1000" b="0" cap="none" spc="0">
                        <a:ln w="0"/>
                        <a:solidFill>
                          <a:schemeClr val="tx1"/>
                        </a:solidFill>
                        <a:effectLst>
                          <a:outerShdw blurRad="38100" dist="19050" dir="2700000" algn="tl" rotWithShape="0">
                            <a:schemeClr val="dk1">
                              <a:alpha val="40000"/>
                            </a:schemeClr>
                          </a:outerShdw>
                        </a:effectLst>
                      </a:endParaRPr>
                    </a:p>
                  </a:txBody>
                  <a:tcPr marL="20039" marR="20039" marT="10019" marB="10019">
                    <a:solidFill>
                      <a:srgbClr val="FFCFD0"/>
                    </a:solidFill>
                  </a:tcPr>
                </a:tc>
                <a:tc>
                  <a:txBody>
                    <a:bodyPr/>
                    <a:lstStyle/>
                    <a:p>
                      <a:endParaRPr lang="ru-RU" sz="1000" b="0" cap="none" spc="0" dirty="0">
                        <a:ln w="0"/>
                        <a:solidFill>
                          <a:schemeClr val="tx1"/>
                        </a:solidFill>
                        <a:effectLst>
                          <a:outerShdw blurRad="38100" dist="19050" dir="2700000" algn="tl" rotWithShape="0">
                            <a:schemeClr val="dk1">
                              <a:alpha val="40000"/>
                            </a:schemeClr>
                          </a:outerShdw>
                        </a:effectLst>
                      </a:endParaRPr>
                    </a:p>
                  </a:txBody>
                  <a:tcPr marL="20039" marR="20039" marT="10019" marB="10019">
                    <a:solidFill>
                      <a:srgbClr val="FFCFD0"/>
                    </a:solidFill>
                  </a:tcPr>
                </a:tc>
                <a:extLst>
                  <a:ext uri="{0D108BD9-81ED-4DB2-BD59-A6C34878D82A}">
                    <a16:rowId xmlns:a16="http://schemas.microsoft.com/office/drawing/2014/main" val="1350248299"/>
                  </a:ext>
                </a:extLst>
              </a:tr>
              <a:tr h="217557">
                <a:tc>
                  <a:txBody>
                    <a:bodyPr/>
                    <a:lstStyle/>
                    <a:p>
                      <a:r>
                        <a:rPr lang="ru-RU" sz="1000" b="0" cap="none" spc="0">
                          <a:ln w="0"/>
                          <a:solidFill>
                            <a:schemeClr val="tx1"/>
                          </a:solidFill>
                          <a:effectLst>
                            <a:outerShdw blurRad="38100" dist="19050" dir="2700000" algn="tl" rotWithShape="0">
                              <a:schemeClr val="dk1">
                                <a:alpha val="40000"/>
                              </a:schemeClr>
                            </a:outerShdw>
                          </a:effectLst>
                        </a:rPr>
                        <a:t>Отсутствие сбоев за 3 дня тестирования</a:t>
                      </a:r>
                    </a:p>
                  </a:txBody>
                  <a:tcPr marL="20039" marR="16699" marT="16699" marB="16699" anchor="ctr">
                    <a:solidFill>
                      <a:srgbClr val="FFE7E8"/>
                    </a:solidFill>
                  </a:tcPr>
                </a:tc>
                <a:tc>
                  <a:txBody>
                    <a:bodyPr/>
                    <a:lstStyle/>
                    <a:p>
                      <a:r>
                        <a:rPr lang="ru-RU" sz="1000" b="0" cap="none" spc="0" dirty="0">
                          <a:ln w="0"/>
                          <a:solidFill>
                            <a:schemeClr val="tx1"/>
                          </a:solidFill>
                          <a:effectLst>
                            <a:outerShdw blurRad="38100" dist="19050" dir="2700000" algn="tl" rotWithShape="0">
                              <a:schemeClr val="dk1">
                                <a:alpha val="40000"/>
                              </a:schemeClr>
                            </a:outerShdw>
                          </a:effectLst>
                        </a:rPr>
                        <a:t>✅</a:t>
                      </a:r>
                    </a:p>
                  </a:txBody>
                  <a:tcPr marL="16699" marR="16699" marT="16699" marB="16699" anchor="ctr">
                    <a:solidFill>
                      <a:srgbClr val="FFE7E8"/>
                    </a:solidFill>
                  </a:tcPr>
                </a:tc>
                <a:tc>
                  <a:txBody>
                    <a:bodyPr/>
                    <a:lstStyle/>
                    <a:p>
                      <a:r>
                        <a:rPr lang="ru-RU" sz="1000" b="0" cap="none" spc="0" dirty="0">
                          <a:ln w="0"/>
                          <a:solidFill>
                            <a:schemeClr val="tx1"/>
                          </a:solidFill>
                          <a:effectLst>
                            <a:outerShdw blurRad="38100" dist="19050" dir="2700000" algn="tl" rotWithShape="0">
                              <a:schemeClr val="dk1">
                                <a:alpha val="40000"/>
                              </a:schemeClr>
                            </a:outerShdw>
                          </a:effectLst>
                        </a:rPr>
                        <a:t>Логи подтверждают </a:t>
                      </a:r>
                      <a:r>
                        <a:rPr lang="en-US" sz="1000" b="0" cap="none" spc="0" dirty="0">
                          <a:ln w="0"/>
                          <a:solidFill>
                            <a:schemeClr val="tx1"/>
                          </a:solidFill>
                          <a:effectLst>
                            <a:outerShdw blurRad="38100" dist="19050" dir="2700000" algn="tl" rotWithShape="0">
                              <a:schemeClr val="dk1">
                                <a:alpha val="40000"/>
                              </a:schemeClr>
                            </a:outerShdw>
                          </a:effectLst>
                        </a:rPr>
                        <a:t>uptime 100%</a:t>
                      </a:r>
                    </a:p>
                  </a:txBody>
                  <a:tcPr marL="16699" marR="16699" marT="16699" marB="16699" anchor="ctr">
                    <a:solidFill>
                      <a:srgbClr val="FFE7E8"/>
                    </a:solidFill>
                  </a:tcPr>
                </a:tc>
                <a:extLst>
                  <a:ext uri="{0D108BD9-81ED-4DB2-BD59-A6C34878D82A}">
                    <a16:rowId xmlns:a16="http://schemas.microsoft.com/office/drawing/2014/main" val="2088471728"/>
                  </a:ext>
                </a:extLst>
              </a:tr>
              <a:tr h="303358">
                <a:tc>
                  <a:txBody>
                    <a:bodyPr/>
                    <a:lstStyle/>
                    <a:p>
                      <a:r>
                        <a:rPr lang="ru-RU" sz="1000" b="0" cap="none" spc="0">
                          <a:ln w="0"/>
                          <a:solidFill>
                            <a:schemeClr val="tx1"/>
                          </a:solidFill>
                          <a:effectLst>
                            <a:outerShdw blurRad="38100" dist="19050" dir="2700000" algn="tl" rotWithShape="0">
                              <a:schemeClr val="dk1">
                                <a:alpha val="40000"/>
                              </a:schemeClr>
                            </a:outerShdw>
                          </a:effectLst>
                        </a:rPr>
                        <a:t>Корректное отображение на 3 типах устройств (ПК, планшет, смартфон)</a:t>
                      </a:r>
                    </a:p>
                  </a:txBody>
                  <a:tcPr marL="20039" marR="16699" marT="16699" marB="16699" anchor="ctr">
                    <a:solidFill>
                      <a:srgbClr val="FFE7E8"/>
                    </a:solidFill>
                  </a:tcPr>
                </a:tc>
                <a:tc>
                  <a:txBody>
                    <a:bodyPr/>
                    <a:lstStyle/>
                    <a:p>
                      <a:r>
                        <a:rPr lang="ru-RU" sz="1000" b="0" cap="none" spc="0">
                          <a:ln w="0"/>
                          <a:solidFill>
                            <a:schemeClr val="tx1"/>
                          </a:solidFill>
                          <a:effectLst>
                            <a:outerShdw blurRad="38100" dist="19050" dir="2700000" algn="tl" rotWithShape="0">
                              <a:schemeClr val="dk1">
                                <a:alpha val="40000"/>
                              </a:schemeClr>
                            </a:outerShdw>
                          </a:effectLst>
                        </a:rPr>
                        <a:t>✅</a:t>
                      </a:r>
                    </a:p>
                  </a:txBody>
                  <a:tcPr marL="16699" marR="16699" marT="16699" marB="16699" anchor="ctr">
                    <a:solidFill>
                      <a:srgbClr val="FFE7E8"/>
                    </a:solidFill>
                  </a:tcPr>
                </a:tc>
                <a:tc>
                  <a:txBody>
                    <a:bodyPr/>
                    <a:lstStyle/>
                    <a:p>
                      <a:r>
                        <a:rPr lang="ru-RU" sz="1000" b="0" cap="none" spc="0">
                          <a:ln w="0"/>
                          <a:solidFill>
                            <a:schemeClr val="tx1"/>
                          </a:solidFill>
                          <a:effectLst>
                            <a:outerShdw blurRad="38100" dist="19050" dir="2700000" algn="tl" rotWithShape="0">
                              <a:schemeClr val="dk1">
                                <a:alpha val="40000"/>
                              </a:schemeClr>
                            </a:outerShdw>
                          </a:effectLst>
                        </a:rPr>
                        <a:t>Тест на Android, iPhone, ноутбуке пройден</a:t>
                      </a:r>
                    </a:p>
                  </a:txBody>
                  <a:tcPr marL="16699" marR="16699" marT="16699" marB="16699" anchor="ctr">
                    <a:solidFill>
                      <a:srgbClr val="FFE7E8"/>
                    </a:solidFill>
                  </a:tcPr>
                </a:tc>
                <a:extLst>
                  <a:ext uri="{0D108BD9-81ED-4DB2-BD59-A6C34878D82A}">
                    <a16:rowId xmlns:a16="http://schemas.microsoft.com/office/drawing/2014/main" val="3207037608"/>
                  </a:ext>
                </a:extLst>
              </a:tr>
              <a:tr h="303358">
                <a:tc>
                  <a:txBody>
                    <a:bodyPr/>
                    <a:lstStyle/>
                    <a:p>
                      <a:r>
                        <a:rPr lang="ru-RU" sz="1000" b="0" cap="none" spc="0">
                          <a:ln w="0"/>
                          <a:solidFill>
                            <a:schemeClr val="tx1"/>
                          </a:solidFill>
                          <a:effectLst>
                            <a:outerShdw blurRad="38100" dist="19050" dir="2700000" algn="tl" rotWithShape="0">
                              <a:schemeClr val="dk1">
                                <a:alpha val="40000"/>
                              </a:schemeClr>
                            </a:outerShdw>
                          </a:effectLst>
                        </a:rPr>
                        <a:t>Работа обновлений в реальном времени</a:t>
                      </a:r>
                    </a:p>
                  </a:txBody>
                  <a:tcPr marL="20039" marR="16699" marT="16699" marB="16699" anchor="ctr">
                    <a:solidFill>
                      <a:srgbClr val="FFE7E8"/>
                    </a:solidFill>
                  </a:tcPr>
                </a:tc>
                <a:tc>
                  <a:txBody>
                    <a:bodyPr/>
                    <a:lstStyle/>
                    <a:p>
                      <a:r>
                        <a:rPr lang="ru-RU" sz="1000" b="0" cap="none" spc="0">
                          <a:ln w="0"/>
                          <a:solidFill>
                            <a:schemeClr val="tx1"/>
                          </a:solidFill>
                          <a:effectLst>
                            <a:outerShdw blurRad="38100" dist="19050" dir="2700000" algn="tl" rotWithShape="0">
                              <a:schemeClr val="dk1">
                                <a:alpha val="40000"/>
                              </a:schemeClr>
                            </a:outerShdw>
                          </a:effectLst>
                        </a:rPr>
                        <a:t>✅</a:t>
                      </a:r>
                    </a:p>
                  </a:txBody>
                  <a:tcPr marL="16699" marR="16699" marT="16699" marB="16699" anchor="ctr">
                    <a:solidFill>
                      <a:srgbClr val="FFE7E8"/>
                    </a:solidFill>
                  </a:tcPr>
                </a:tc>
                <a:tc>
                  <a:txBody>
                    <a:bodyPr/>
                    <a:lstStyle/>
                    <a:p>
                      <a:r>
                        <a:rPr lang="ru-RU" sz="1000" b="0" cap="none" spc="0" dirty="0">
                          <a:ln w="0"/>
                          <a:solidFill>
                            <a:schemeClr val="tx1"/>
                          </a:solidFill>
                          <a:effectLst>
                            <a:outerShdw blurRad="38100" dist="19050" dir="2700000" algn="tl" rotWithShape="0">
                              <a:schemeClr val="dk1">
                                <a:alpha val="40000"/>
                              </a:schemeClr>
                            </a:outerShdw>
                          </a:effectLst>
                        </a:rPr>
                        <a:t>Смены, введенные мастером, отображаются у HR мгновенно</a:t>
                      </a:r>
                    </a:p>
                  </a:txBody>
                  <a:tcPr marL="16699" marR="16699" marT="16699" marB="16699" anchor="ctr">
                    <a:solidFill>
                      <a:srgbClr val="FFE7E8"/>
                    </a:solidFill>
                  </a:tcPr>
                </a:tc>
                <a:extLst>
                  <a:ext uri="{0D108BD9-81ED-4DB2-BD59-A6C34878D82A}">
                    <a16:rowId xmlns:a16="http://schemas.microsoft.com/office/drawing/2014/main" val="355140475"/>
                  </a:ext>
                </a:extLst>
              </a:tr>
            </a:tbl>
          </a:graphicData>
        </a:graphic>
      </p:graphicFrame>
      <p:sp>
        <p:nvSpPr>
          <p:cNvPr id="8" name="TextBox 7">
            <a:extLst>
              <a:ext uri="{FF2B5EF4-FFF2-40B4-BE49-F238E27FC236}">
                <a16:creationId xmlns:a16="http://schemas.microsoft.com/office/drawing/2014/main" id="{2C391F9C-8E19-AA21-A922-38EF158C1D91}"/>
              </a:ext>
            </a:extLst>
          </p:cNvPr>
          <p:cNvSpPr txBox="1"/>
          <p:nvPr/>
        </p:nvSpPr>
        <p:spPr>
          <a:xfrm>
            <a:off x="9482079" y="2734056"/>
            <a:ext cx="2709921" cy="1815882"/>
          </a:xfrm>
          <a:prstGeom prst="rect">
            <a:avLst/>
          </a:prstGeom>
          <a:noFill/>
        </p:spPr>
        <p:txBody>
          <a:bodyPr wrap="square">
            <a:spAutoFit/>
          </a:bodyPr>
          <a:lstStyle/>
          <a:p>
            <a:r>
              <a:rPr lang="ru-RU" sz="2800" b="1" dirty="0">
                <a:ln w="0"/>
                <a:solidFill>
                  <a:schemeClr val="bg1"/>
                </a:solidFill>
                <a:effectLst>
                  <a:outerShdw blurRad="38100" dist="19050" dir="2700000" algn="tl" rotWithShape="0">
                    <a:schemeClr val="dk1">
                      <a:alpha val="40000"/>
                    </a:schemeClr>
                  </a:outerShdw>
                </a:effectLst>
              </a:rPr>
              <a:t>Контрольный список запуска в эксплуатацию</a:t>
            </a:r>
          </a:p>
        </p:txBody>
      </p:sp>
    </p:spTree>
    <p:extLst>
      <p:ext uri="{BB962C8B-B14F-4D97-AF65-F5344CB8AC3E}">
        <p14:creationId xmlns:p14="http://schemas.microsoft.com/office/powerpoint/2010/main" val="10260600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88">
          <a:extLst>
            <a:ext uri="{FF2B5EF4-FFF2-40B4-BE49-F238E27FC236}">
              <a16:creationId xmlns:a16="http://schemas.microsoft.com/office/drawing/2014/main" id="{1F8417CA-7046-6F76-EADC-3AF443DFA087}"/>
            </a:ext>
          </a:extLst>
        </p:cNvPr>
        <p:cNvGrpSpPr/>
        <p:nvPr/>
      </p:nvGrpSpPr>
      <p:grpSpPr>
        <a:xfrm>
          <a:off x="0" y="0"/>
          <a:ext cx="0" cy="0"/>
          <a:chOff x="0" y="0"/>
          <a:chExt cx="0" cy="0"/>
        </a:xfrm>
      </p:grpSpPr>
      <p:cxnSp>
        <p:nvCxnSpPr>
          <p:cNvPr id="389" name="Google Shape;389;p56">
            <a:extLst>
              <a:ext uri="{FF2B5EF4-FFF2-40B4-BE49-F238E27FC236}">
                <a16:creationId xmlns:a16="http://schemas.microsoft.com/office/drawing/2014/main" id="{918FB9E2-0754-A1CE-F312-73C2DAEBD066}"/>
              </a:ext>
            </a:extLst>
          </p:cNvPr>
          <p:cNvCxnSpPr/>
          <p:nvPr/>
        </p:nvCxnSpPr>
        <p:spPr>
          <a:xfrm>
            <a:off x="-23600" y="4292017"/>
            <a:ext cx="12239200" cy="0"/>
          </a:xfrm>
          <a:prstGeom prst="straightConnector1">
            <a:avLst/>
          </a:prstGeom>
          <a:noFill/>
          <a:ln w="19050" cap="flat" cmpd="sng">
            <a:solidFill>
              <a:schemeClr val="accent1"/>
            </a:solidFill>
            <a:prstDash val="solid"/>
            <a:round/>
            <a:headEnd type="none" w="med" len="med"/>
            <a:tailEnd type="none" w="med" len="med"/>
          </a:ln>
        </p:spPr>
      </p:cxnSp>
      <p:sp>
        <p:nvSpPr>
          <p:cNvPr id="390" name="Google Shape;390;p56">
            <a:extLst>
              <a:ext uri="{FF2B5EF4-FFF2-40B4-BE49-F238E27FC236}">
                <a16:creationId xmlns:a16="http://schemas.microsoft.com/office/drawing/2014/main" id="{3644187C-2151-D478-8298-1FE3721A650E}"/>
              </a:ext>
            </a:extLst>
          </p:cNvPr>
          <p:cNvSpPr/>
          <p:nvPr/>
        </p:nvSpPr>
        <p:spPr>
          <a:xfrm>
            <a:off x="2713800" y="549651"/>
            <a:ext cx="6764400" cy="11600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91" name="Google Shape;391;p56">
            <a:extLst>
              <a:ext uri="{FF2B5EF4-FFF2-40B4-BE49-F238E27FC236}">
                <a16:creationId xmlns:a16="http://schemas.microsoft.com/office/drawing/2014/main" id="{B6F95E51-7772-4114-7BFA-FCBF9A560790}"/>
              </a:ext>
            </a:extLst>
          </p:cNvPr>
          <p:cNvSpPr txBox="1">
            <a:spLocks noGrp="1"/>
          </p:cNvSpPr>
          <p:nvPr>
            <p:ph type="title"/>
          </p:nvPr>
        </p:nvSpPr>
        <p:spPr>
          <a:xfrm>
            <a:off x="3411600" y="603939"/>
            <a:ext cx="5368800" cy="1077200"/>
          </a:xfrm>
          <a:prstGeom prst="rect">
            <a:avLst/>
          </a:prstGeom>
        </p:spPr>
        <p:txBody>
          <a:bodyPr spcFirstLastPara="1" wrap="square" lIns="121900" tIns="121900" rIns="121900" bIns="121900" anchor="ctr" anchorCtr="0">
            <a:noAutofit/>
          </a:bodyPr>
          <a:lstStyle/>
          <a:p>
            <a:r>
              <a:rPr lang="vi-VN" dirty="0"/>
              <a:t>VINAMILK</a:t>
            </a:r>
            <a:endParaRPr dirty="0"/>
          </a:p>
        </p:txBody>
      </p:sp>
      <p:sp>
        <p:nvSpPr>
          <p:cNvPr id="392" name="Google Shape;392;p56">
            <a:extLst>
              <a:ext uri="{FF2B5EF4-FFF2-40B4-BE49-F238E27FC236}">
                <a16:creationId xmlns:a16="http://schemas.microsoft.com/office/drawing/2014/main" id="{4AB68AE0-8217-5AA0-3434-44F492CA6032}"/>
              </a:ext>
            </a:extLst>
          </p:cNvPr>
          <p:cNvSpPr txBox="1">
            <a:spLocks noGrp="1"/>
          </p:cNvSpPr>
          <p:nvPr>
            <p:ph type="title" idx="5"/>
          </p:nvPr>
        </p:nvSpPr>
        <p:spPr>
          <a:xfrm>
            <a:off x="2764799" y="1827891"/>
            <a:ext cx="3331201" cy="528000"/>
          </a:xfrm>
          <a:prstGeom prst="rect">
            <a:avLst/>
          </a:prstGeom>
        </p:spPr>
        <p:txBody>
          <a:bodyPr spcFirstLastPara="1" wrap="square" lIns="121900" tIns="121900" rIns="121900" bIns="121900" anchor="b" anchorCtr="0">
            <a:noAutofit/>
          </a:bodyPr>
          <a:lstStyle/>
          <a:p>
            <a:r>
              <a:rPr lang="ru-RU" sz="1600" dirty="0"/>
              <a:t>Непосредственные руководители</a:t>
            </a:r>
            <a:endParaRPr lang="ru-RU" sz="1600" b="0" dirty="0"/>
          </a:p>
        </p:txBody>
      </p:sp>
      <p:sp>
        <p:nvSpPr>
          <p:cNvPr id="393" name="Google Shape;393;p56">
            <a:extLst>
              <a:ext uri="{FF2B5EF4-FFF2-40B4-BE49-F238E27FC236}">
                <a16:creationId xmlns:a16="http://schemas.microsoft.com/office/drawing/2014/main" id="{BE1F8219-A3DB-F7F0-3DF1-6032D08CA62F}"/>
              </a:ext>
            </a:extLst>
          </p:cNvPr>
          <p:cNvSpPr txBox="1">
            <a:spLocks noGrp="1"/>
          </p:cNvSpPr>
          <p:nvPr>
            <p:ph type="title" idx="2"/>
          </p:nvPr>
        </p:nvSpPr>
        <p:spPr>
          <a:xfrm>
            <a:off x="7202651" y="1875068"/>
            <a:ext cx="3769727" cy="528000"/>
          </a:xfrm>
          <a:prstGeom prst="rect">
            <a:avLst/>
          </a:prstGeom>
        </p:spPr>
        <p:txBody>
          <a:bodyPr spcFirstLastPara="1" wrap="square" lIns="121900" tIns="121900" rIns="121900" bIns="121900" anchor="b" anchorCtr="0">
            <a:noAutofit/>
          </a:bodyPr>
          <a:lstStyle/>
          <a:p>
            <a:r>
              <a:rPr lang="ru-RU" dirty="0"/>
              <a:t>Формат обучения</a:t>
            </a:r>
            <a:endParaRPr lang="ru-RU" b="0" dirty="0"/>
          </a:p>
        </p:txBody>
      </p:sp>
      <p:sp>
        <p:nvSpPr>
          <p:cNvPr id="394" name="Google Shape;394;p56">
            <a:extLst>
              <a:ext uri="{FF2B5EF4-FFF2-40B4-BE49-F238E27FC236}">
                <a16:creationId xmlns:a16="http://schemas.microsoft.com/office/drawing/2014/main" id="{763BF88D-2D7B-5A3A-E2FA-396BF231E61C}"/>
              </a:ext>
            </a:extLst>
          </p:cNvPr>
          <p:cNvSpPr txBox="1">
            <a:spLocks noGrp="1"/>
          </p:cNvSpPr>
          <p:nvPr>
            <p:ph type="subTitle" idx="1"/>
          </p:nvPr>
        </p:nvSpPr>
        <p:spPr>
          <a:xfrm>
            <a:off x="6956827" y="2518282"/>
            <a:ext cx="4651587" cy="824400"/>
          </a:xfrm>
          <a:prstGeom prst="rect">
            <a:avLst/>
          </a:prstGeom>
        </p:spPr>
        <p:txBody>
          <a:bodyPr spcFirstLastPara="1" wrap="square" lIns="121900" tIns="121900" rIns="121900" bIns="121900" anchor="t" anchorCtr="0">
            <a:noAutofit/>
          </a:bodyPr>
          <a:lstStyle/>
          <a:p>
            <a:r>
              <a:rPr lang="ru-RU" sz="1600" dirty="0"/>
              <a:t>Очные сессии на местах (по 1 занятию для каждой группы)</a:t>
            </a:r>
            <a:endParaRPr lang="vi-VN" sz="1600" dirty="0"/>
          </a:p>
          <a:p>
            <a:endParaRPr lang="vi-VN" sz="1600" dirty="0"/>
          </a:p>
          <a:p>
            <a:r>
              <a:rPr lang="ru-RU" sz="1600" dirty="0"/>
              <a:t>Онлайн-поддержка через Zoom при необходимости</a:t>
            </a:r>
          </a:p>
        </p:txBody>
      </p:sp>
      <p:sp>
        <p:nvSpPr>
          <p:cNvPr id="395" name="Google Shape;395;p56">
            <a:extLst>
              <a:ext uri="{FF2B5EF4-FFF2-40B4-BE49-F238E27FC236}">
                <a16:creationId xmlns:a16="http://schemas.microsoft.com/office/drawing/2014/main" id="{0C5C8C07-DE5A-DC7C-678B-59C4C4D85ACD}"/>
              </a:ext>
            </a:extLst>
          </p:cNvPr>
          <p:cNvSpPr txBox="1">
            <a:spLocks noGrp="1"/>
          </p:cNvSpPr>
          <p:nvPr>
            <p:ph type="title" idx="3"/>
          </p:nvPr>
        </p:nvSpPr>
        <p:spPr>
          <a:xfrm>
            <a:off x="5300200" y="5041224"/>
            <a:ext cx="3117200" cy="528000"/>
          </a:xfrm>
          <a:prstGeom prst="rect">
            <a:avLst/>
          </a:prstGeom>
        </p:spPr>
        <p:txBody>
          <a:bodyPr spcFirstLastPara="1" wrap="square" lIns="121900" tIns="121900" rIns="121900" bIns="121900" anchor="b" anchorCtr="0">
            <a:noAutofit/>
          </a:bodyPr>
          <a:lstStyle/>
          <a:p>
            <a:r>
              <a:rPr lang="ru-RU" dirty="0"/>
              <a:t>Бухгалтеры</a:t>
            </a:r>
            <a:endParaRPr lang="ru-RU" b="0" dirty="0"/>
          </a:p>
        </p:txBody>
      </p:sp>
      <p:sp>
        <p:nvSpPr>
          <p:cNvPr id="396" name="Google Shape;396;p56">
            <a:extLst>
              <a:ext uri="{FF2B5EF4-FFF2-40B4-BE49-F238E27FC236}">
                <a16:creationId xmlns:a16="http://schemas.microsoft.com/office/drawing/2014/main" id="{D31BB5D8-F0F1-A4DC-C401-37E7CA669036}"/>
              </a:ext>
            </a:extLst>
          </p:cNvPr>
          <p:cNvSpPr txBox="1">
            <a:spLocks noGrp="1"/>
          </p:cNvSpPr>
          <p:nvPr>
            <p:ph type="subTitle" idx="4"/>
          </p:nvPr>
        </p:nvSpPr>
        <p:spPr>
          <a:xfrm>
            <a:off x="5890462" y="5841861"/>
            <a:ext cx="3117200" cy="824400"/>
          </a:xfrm>
          <a:prstGeom prst="rect">
            <a:avLst/>
          </a:prstGeom>
        </p:spPr>
        <p:txBody>
          <a:bodyPr spcFirstLastPara="1" wrap="square" lIns="121900" tIns="121900" rIns="121900" bIns="121900" anchor="t" anchorCtr="0">
            <a:noAutofit/>
          </a:bodyPr>
          <a:lstStyle/>
          <a:p>
            <a:pPr marL="0" indent="0" algn="l"/>
            <a:r>
              <a:rPr lang="ru-RU" sz="1600" dirty="0"/>
              <a:t>Подтверждение расчетных ведомостей.</a:t>
            </a:r>
            <a:endParaRPr lang="vi-VN" sz="1600" dirty="0"/>
          </a:p>
          <a:p>
            <a:pPr marL="0" indent="0" algn="l"/>
            <a:endParaRPr lang="vi-VN" sz="1600" dirty="0"/>
          </a:p>
          <a:p>
            <a:pPr marL="0" indent="0" algn="l"/>
            <a:r>
              <a:rPr lang="ru-RU" sz="1600" dirty="0"/>
              <a:t>Экспорт данных для отчетности</a:t>
            </a:r>
            <a:endParaRPr sz="1600" dirty="0"/>
          </a:p>
        </p:txBody>
      </p:sp>
      <p:sp>
        <p:nvSpPr>
          <p:cNvPr id="397" name="Google Shape;397;p56">
            <a:extLst>
              <a:ext uri="{FF2B5EF4-FFF2-40B4-BE49-F238E27FC236}">
                <a16:creationId xmlns:a16="http://schemas.microsoft.com/office/drawing/2014/main" id="{770B8EB4-B77E-4ABA-D691-790DCF578367}"/>
              </a:ext>
            </a:extLst>
          </p:cNvPr>
          <p:cNvSpPr/>
          <p:nvPr/>
        </p:nvSpPr>
        <p:spPr>
          <a:xfrm rot="5400000">
            <a:off x="4223867" y="4030400"/>
            <a:ext cx="528000" cy="528000"/>
          </a:xfrm>
          <a:prstGeom prst="ellipse">
            <a:avLst/>
          </a:prstGeom>
          <a:solidFill>
            <a:schemeClr val="accent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98" name="Google Shape;398;p56">
            <a:extLst>
              <a:ext uri="{FF2B5EF4-FFF2-40B4-BE49-F238E27FC236}">
                <a16:creationId xmlns:a16="http://schemas.microsoft.com/office/drawing/2014/main" id="{1BE81FF2-7430-ABFB-AF46-4B4D466256D8}"/>
              </a:ext>
            </a:extLst>
          </p:cNvPr>
          <p:cNvSpPr/>
          <p:nvPr/>
        </p:nvSpPr>
        <p:spPr>
          <a:xfrm rot="5400000">
            <a:off x="6594800" y="4030400"/>
            <a:ext cx="528000" cy="528000"/>
          </a:xfrm>
          <a:prstGeom prst="ellipse">
            <a:avLst/>
          </a:prstGeom>
          <a:solidFill>
            <a:schemeClr val="accent4"/>
          </a:solidFill>
          <a:ln>
            <a:noFill/>
          </a:ln>
        </p:spPr>
        <p:txBody>
          <a:bodyPr spcFirstLastPara="1" wrap="square" lIns="121900" tIns="121900" rIns="121900" bIns="121900" anchor="ctr"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endParaRPr kumimoji="0" sz="533"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99" name="Google Shape;399;p56">
            <a:extLst>
              <a:ext uri="{FF2B5EF4-FFF2-40B4-BE49-F238E27FC236}">
                <a16:creationId xmlns:a16="http://schemas.microsoft.com/office/drawing/2014/main" id="{166DBD4F-9E42-F986-E530-80439B96D132}"/>
              </a:ext>
            </a:extLst>
          </p:cNvPr>
          <p:cNvSpPr/>
          <p:nvPr/>
        </p:nvSpPr>
        <p:spPr>
          <a:xfrm rot="5400000">
            <a:off x="1852933" y="4030400"/>
            <a:ext cx="528000" cy="528000"/>
          </a:xfrm>
          <a:prstGeom prst="ellipse">
            <a:avLst/>
          </a:prstGeom>
          <a:solidFill>
            <a:schemeClr val="accent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400" name="Google Shape;400;p56">
            <a:extLst>
              <a:ext uri="{FF2B5EF4-FFF2-40B4-BE49-F238E27FC236}">
                <a16:creationId xmlns:a16="http://schemas.microsoft.com/office/drawing/2014/main" id="{C81EC01D-CE0F-EA79-EC28-DD316857088C}"/>
              </a:ext>
            </a:extLst>
          </p:cNvPr>
          <p:cNvCxnSpPr/>
          <p:nvPr/>
        </p:nvCxnSpPr>
        <p:spPr>
          <a:xfrm rot="5400000">
            <a:off x="6664000" y="4753200"/>
            <a:ext cx="389600" cy="0"/>
          </a:xfrm>
          <a:prstGeom prst="straightConnector1">
            <a:avLst/>
          </a:prstGeom>
          <a:noFill/>
          <a:ln w="19050" cap="flat" cmpd="sng">
            <a:solidFill>
              <a:schemeClr val="accent1"/>
            </a:solidFill>
            <a:prstDash val="solid"/>
            <a:round/>
            <a:headEnd type="none" w="med" len="med"/>
            <a:tailEnd type="none" w="med" len="med"/>
          </a:ln>
        </p:spPr>
      </p:cxnSp>
      <p:cxnSp>
        <p:nvCxnSpPr>
          <p:cNvPr id="401" name="Google Shape;401;p56">
            <a:extLst>
              <a:ext uri="{FF2B5EF4-FFF2-40B4-BE49-F238E27FC236}">
                <a16:creationId xmlns:a16="http://schemas.microsoft.com/office/drawing/2014/main" id="{FF48B416-65B0-D436-47D4-CF3382098A6B}"/>
              </a:ext>
            </a:extLst>
          </p:cNvPr>
          <p:cNvCxnSpPr/>
          <p:nvPr/>
        </p:nvCxnSpPr>
        <p:spPr>
          <a:xfrm rot="5400000">
            <a:off x="4293067" y="3835600"/>
            <a:ext cx="389600" cy="0"/>
          </a:xfrm>
          <a:prstGeom prst="straightConnector1">
            <a:avLst/>
          </a:prstGeom>
          <a:noFill/>
          <a:ln w="19050" cap="flat" cmpd="sng">
            <a:solidFill>
              <a:schemeClr val="accent1"/>
            </a:solidFill>
            <a:prstDash val="solid"/>
            <a:round/>
            <a:headEnd type="none" w="med" len="med"/>
            <a:tailEnd type="none" w="med" len="med"/>
          </a:ln>
        </p:spPr>
      </p:cxnSp>
      <p:cxnSp>
        <p:nvCxnSpPr>
          <p:cNvPr id="402" name="Google Shape;402;p56">
            <a:extLst>
              <a:ext uri="{FF2B5EF4-FFF2-40B4-BE49-F238E27FC236}">
                <a16:creationId xmlns:a16="http://schemas.microsoft.com/office/drawing/2014/main" id="{0022BA6B-B9E1-8827-264A-911DC42A4E24}"/>
              </a:ext>
            </a:extLst>
          </p:cNvPr>
          <p:cNvCxnSpPr/>
          <p:nvPr/>
        </p:nvCxnSpPr>
        <p:spPr>
          <a:xfrm rot="5400000">
            <a:off x="1922133" y="4753200"/>
            <a:ext cx="389600" cy="0"/>
          </a:xfrm>
          <a:prstGeom prst="straightConnector1">
            <a:avLst/>
          </a:prstGeom>
          <a:noFill/>
          <a:ln w="19050" cap="flat" cmpd="sng">
            <a:solidFill>
              <a:schemeClr val="accent1"/>
            </a:solidFill>
            <a:prstDash val="solid"/>
            <a:round/>
            <a:headEnd type="none" w="med" len="med"/>
            <a:tailEnd type="none" w="med" len="med"/>
          </a:ln>
        </p:spPr>
      </p:cxnSp>
      <p:grpSp>
        <p:nvGrpSpPr>
          <p:cNvPr id="403" name="Google Shape;403;p56">
            <a:extLst>
              <a:ext uri="{FF2B5EF4-FFF2-40B4-BE49-F238E27FC236}">
                <a16:creationId xmlns:a16="http://schemas.microsoft.com/office/drawing/2014/main" id="{F7F8F1C7-4057-9115-7C6B-39F7303243BC}"/>
              </a:ext>
            </a:extLst>
          </p:cNvPr>
          <p:cNvGrpSpPr/>
          <p:nvPr/>
        </p:nvGrpSpPr>
        <p:grpSpPr>
          <a:xfrm rot="-5400000">
            <a:off x="11290367" y="4008000"/>
            <a:ext cx="550400" cy="550400"/>
            <a:chOff x="4365600" y="4522825"/>
            <a:chExt cx="412800" cy="412800"/>
          </a:xfrm>
        </p:grpSpPr>
        <p:sp>
          <p:nvSpPr>
            <p:cNvPr id="404" name="Google Shape;404;p56">
              <a:extLst>
                <a:ext uri="{FF2B5EF4-FFF2-40B4-BE49-F238E27FC236}">
                  <a16:creationId xmlns:a16="http://schemas.microsoft.com/office/drawing/2014/main" id="{5C421010-3A52-27C9-CF1F-CBFC4FD8351B}"/>
                </a:ext>
              </a:extLst>
            </p:cNvPr>
            <p:cNvSpPr/>
            <p:nvPr/>
          </p:nvSpPr>
          <p:spPr>
            <a:xfrm>
              <a:off x="4365600" y="4522825"/>
              <a:ext cx="412800" cy="412800"/>
            </a:xfrm>
            <a:prstGeom prst="ellipse">
              <a:avLst/>
            </a:prstGeom>
            <a:solidFill>
              <a:schemeClr val="dk1"/>
            </a:solid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05" name="Google Shape;405;p56">
              <a:extLst>
                <a:ext uri="{FF2B5EF4-FFF2-40B4-BE49-F238E27FC236}">
                  <a16:creationId xmlns:a16="http://schemas.microsoft.com/office/drawing/2014/main" id="{4FA9D2E0-0461-F4EF-13E8-39DF4FF01F4D}"/>
                </a:ext>
              </a:extLst>
            </p:cNvPr>
            <p:cNvSpPr/>
            <p:nvPr/>
          </p:nvSpPr>
          <p:spPr>
            <a:xfrm rot="5400000">
              <a:off x="4503000" y="4639391"/>
              <a:ext cx="138000" cy="234900"/>
            </a:xfrm>
            <a:prstGeom prst="chevron">
              <a:avLst>
                <a:gd name="adj" fmla="val 91213"/>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407" name="Google Shape;407;p56">
            <a:extLst>
              <a:ext uri="{FF2B5EF4-FFF2-40B4-BE49-F238E27FC236}">
                <a16:creationId xmlns:a16="http://schemas.microsoft.com/office/drawing/2014/main" id="{9B0EBA6A-1068-F4EF-38E4-653B298F2A1B}"/>
              </a:ext>
            </a:extLst>
          </p:cNvPr>
          <p:cNvSpPr txBox="1">
            <a:spLocks noGrp="1"/>
          </p:cNvSpPr>
          <p:nvPr>
            <p:ph type="subTitle" idx="6"/>
          </p:nvPr>
        </p:nvSpPr>
        <p:spPr>
          <a:xfrm>
            <a:off x="2566901" y="2315764"/>
            <a:ext cx="3841932" cy="824400"/>
          </a:xfrm>
          <a:prstGeom prst="rect">
            <a:avLst/>
          </a:prstGeom>
        </p:spPr>
        <p:txBody>
          <a:bodyPr spcFirstLastPara="1" wrap="square" lIns="121900" tIns="121900" rIns="121900" bIns="121900" anchor="t" anchorCtr="0">
            <a:noAutofit/>
          </a:bodyPr>
          <a:lstStyle/>
          <a:p>
            <a:r>
              <a:rPr lang="ru-RU" sz="1800" dirty="0"/>
              <a:t>Составление графиков смен</a:t>
            </a:r>
            <a:endParaRPr lang="vi-VN" sz="1800" dirty="0"/>
          </a:p>
          <a:p>
            <a:endParaRPr lang="ru-RU" sz="1800" dirty="0"/>
          </a:p>
          <a:p>
            <a:r>
              <a:rPr lang="ru-RU" sz="1600" dirty="0"/>
              <a:t>Утверждение отпусков</a:t>
            </a:r>
          </a:p>
          <a:p>
            <a:pPr marL="0" indent="0"/>
            <a:r>
              <a:rPr lang="ru-RU" sz="1600" dirty="0"/>
              <a:t>.</a:t>
            </a:r>
          </a:p>
          <a:p>
            <a:pPr marL="0" indent="0"/>
            <a:r>
              <a:rPr lang="ru-RU" sz="1600" dirty="0"/>
              <a:t>Управление производительностью</a:t>
            </a:r>
            <a:endParaRPr sz="1600" dirty="0"/>
          </a:p>
        </p:txBody>
      </p:sp>
      <p:sp>
        <p:nvSpPr>
          <p:cNvPr id="408" name="Google Shape;408;p56">
            <a:extLst>
              <a:ext uri="{FF2B5EF4-FFF2-40B4-BE49-F238E27FC236}">
                <a16:creationId xmlns:a16="http://schemas.microsoft.com/office/drawing/2014/main" id="{CB8C1134-937A-0F9A-C215-19A47FBA7F9A}"/>
              </a:ext>
            </a:extLst>
          </p:cNvPr>
          <p:cNvSpPr txBox="1">
            <a:spLocks noGrp="1"/>
          </p:cNvSpPr>
          <p:nvPr>
            <p:ph type="title" idx="7"/>
          </p:nvPr>
        </p:nvSpPr>
        <p:spPr>
          <a:xfrm>
            <a:off x="555872" y="5018332"/>
            <a:ext cx="3117200" cy="528000"/>
          </a:xfrm>
          <a:prstGeom prst="rect">
            <a:avLst/>
          </a:prstGeom>
        </p:spPr>
        <p:txBody>
          <a:bodyPr spcFirstLastPara="1" wrap="square" lIns="121900" tIns="121900" rIns="121900" bIns="121900" anchor="b" anchorCtr="0">
            <a:noAutofit/>
          </a:bodyPr>
          <a:lstStyle/>
          <a:p>
            <a:r>
              <a:rPr lang="ru-RU" sz="1800" dirty="0"/>
              <a:t>Локальные </a:t>
            </a:r>
            <a:r>
              <a:rPr lang="en-US" sz="1800" dirty="0"/>
              <a:t>HR-</a:t>
            </a:r>
            <a:r>
              <a:rPr lang="ru-RU" sz="1800" dirty="0"/>
              <a:t>специалисты</a:t>
            </a:r>
            <a:endParaRPr lang="en-US" sz="1800" dirty="0"/>
          </a:p>
        </p:txBody>
      </p:sp>
      <p:sp>
        <p:nvSpPr>
          <p:cNvPr id="409" name="Google Shape;409;p56">
            <a:extLst>
              <a:ext uri="{FF2B5EF4-FFF2-40B4-BE49-F238E27FC236}">
                <a16:creationId xmlns:a16="http://schemas.microsoft.com/office/drawing/2014/main" id="{2D025378-2AA9-6940-F475-7BA042A02107}"/>
              </a:ext>
            </a:extLst>
          </p:cNvPr>
          <p:cNvSpPr txBox="1">
            <a:spLocks noGrp="1"/>
          </p:cNvSpPr>
          <p:nvPr>
            <p:ph type="subTitle" idx="8"/>
          </p:nvPr>
        </p:nvSpPr>
        <p:spPr>
          <a:xfrm>
            <a:off x="1000608" y="5533574"/>
            <a:ext cx="4299592" cy="824400"/>
          </a:xfrm>
          <a:prstGeom prst="rect">
            <a:avLst/>
          </a:prstGeom>
        </p:spPr>
        <p:txBody>
          <a:bodyPr spcFirstLastPara="1" wrap="square" lIns="121900" tIns="121900" rIns="121900" bIns="121900" anchor="t" anchorCtr="0">
            <a:noAutofit/>
          </a:bodyPr>
          <a:lstStyle/>
          <a:p>
            <a:pPr marL="0" indent="0" algn="l"/>
            <a:r>
              <a:rPr lang="vi-VN" sz="1800" dirty="0"/>
              <a:t>   </a:t>
            </a:r>
            <a:r>
              <a:rPr lang="ru-RU" sz="1800" dirty="0"/>
              <a:t>Начисление зарплаты</a:t>
            </a:r>
            <a:endParaRPr lang="vi-VN" sz="1800" dirty="0"/>
          </a:p>
          <a:p>
            <a:pPr marL="0" indent="0" algn="l"/>
            <a:endParaRPr lang="ru-RU" sz="1800" dirty="0"/>
          </a:p>
          <a:p>
            <a:pPr algn="l"/>
            <a:r>
              <a:rPr lang="ru-RU" sz="1600" dirty="0"/>
              <a:t>Управление отпусками</a:t>
            </a:r>
          </a:p>
          <a:p>
            <a:pPr algn="l"/>
            <a:r>
              <a:rPr lang="ru-RU" sz="1600" dirty="0"/>
              <a:t>Корректировка данных</a:t>
            </a:r>
          </a:p>
        </p:txBody>
      </p:sp>
      <p:sp>
        <p:nvSpPr>
          <p:cNvPr id="410" name="Google Shape;410;p56">
            <a:extLst>
              <a:ext uri="{FF2B5EF4-FFF2-40B4-BE49-F238E27FC236}">
                <a16:creationId xmlns:a16="http://schemas.microsoft.com/office/drawing/2014/main" id="{659FA55C-CBBC-4BDF-95A6-6E60E2119FBA}"/>
              </a:ext>
            </a:extLst>
          </p:cNvPr>
          <p:cNvSpPr/>
          <p:nvPr/>
        </p:nvSpPr>
        <p:spPr>
          <a:xfrm rot="5400000">
            <a:off x="8896667" y="4019200"/>
            <a:ext cx="528000" cy="528000"/>
          </a:xfrm>
          <a:prstGeom prst="ellipse">
            <a:avLst/>
          </a:prstGeom>
          <a:solidFill>
            <a:schemeClr val="accent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411" name="Google Shape;411;p56">
            <a:extLst>
              <a:ext uri="{FF2B5EF4-FFF2-40B4-BE49-F238E27FC236}">
                <a16:creationId xmlns:a16="http://schemas.microsoft.com/office/drawing/2014/main" id="{185E754C-265C-7D07-1942-1DBD587713FA}"/>
              </a:ext>
            </a:extLst>
          </p:cNvPr>
          <p:cNvCxnSpPr/>
          <p:nvPr/>
        </p:nvCxnSpPr>
        <p:spPr>
          <a:xfrm rot="5400000">
            <a:off x="8967867" y="3837445"/>
            <a:ext cx="385600" cy="0"/>
          </a:xfrm>
          <a:prstGeom prst="straightConnector1">
            <a:avLst/>
          </a:prstGeom>
          <a:noFill/>
          <a:ln w="19050" cap="flat" cmpd="sng">
            <a:solidFill>
              <a:schemeClr val="accent1"/>
            </a:solidFill>
            <a:prstDash val="solid"/>
            <a:round/>
            <a:headEnd type="none" w="med" len="med"/>
            <a:tailEnd type="none" w="med" len="med"/>
          </a:ln>
        </p:spPr>
      </p:cxnSp>
      <p:pic>
        <p:nvPicPr>
          <p:cNvPr id="2" name="Рисунок 1">
            <a:extLst>
              <a:ext uri="{FF2B5EF4-FFF2-40B4-BE49-F238E27FC236}">
                <a16:creationId xmlns:a16="http://schemas.microsoft.com/office/drawing/2014/main" id="{2A525035-95A7-29F9-A7FC-6D207EDC2368}"/>
              </a:ext>
            </a:extLst>
          </p:cNvPr>
          <p:cNvPicPr>
            <a:picLocks noChangeAspect="1"/>
          </p:cNvPicPr>
          <p:nvPr/>
        </p:nvPicPr>
        <p:blipFill>
          <a:blip r:embed="rId3">
            <a:duotone>
              <a:schemeClr val="accent2">
                <a:shade val="45000"/>
                <a:satMod val="135000"/>
              </a:schemeClr>
              <a:prstClr val="white"/>
            </a:duotone>
          </a:blip>
          <a:stretch>
            <a:fillRect/>
          </a:stretch>
        </p:blipFill>
        <p:spPr>
          <a:xfrm>
            <a:off x="288367" y="5595937"/>
            <a:ext cx="331948" cy="331948"/>
          </a:xfrm>
          <a:prstGeom prst="rect">
            <a:avLst/>
          </a:prstGeom>
        </p:spPr>
      </p:pic>
      <p:pic>
        <p:nvPicPr>
          <p:cNvPr id="3" name="Рисунок 2">
            <a:extLst>
              <a:ext uri="{FF2B5EF4-FFF2-40B4-BE49-F238E27FC236}">
                <a16:creationId xmlns:a16="http://schemas.microsoft.com/office/drawing/2014/main" id="{66389C5A-E40B-C9AD-830B-7B8E57DF35F7}"/>
              </a:ext>
            </a:extLst>
          </p:cNvPr>
          <p:cNvPicPr>
            <a:picLocks noChangeAspect="1"/>
          </p:cNvPicPr>
          <p:nvPr/>
        </p:nvPicPr>
        <p:blipFill>
          <a:blip r:embed="rId3">
            <a:duotone>
              <a:schemeClr val="accent2">
                <a:shade val="45000"/>
                <a:satMod val="135000"/>
              </a:schemeClr>
              <a:prstClr val="white"/>
            </a:duotone>
          </a:blip>
          <a:stretch>
            <a:fillRect/>
          </a:stretch>
        </p:blipFill>
        <p:spPr>
          <a:xfrm>
            <a:off x="288367" y="6325474"/>
            <a:ext cx="331948" cy="331948"/>
          </a:xfrm>
          <a:prstGeom prst="rect">
            <a:avLst/>
          </a:prstGeom>
        </p:spPr>
      </p:pic>
      <p:pic>
        <p:nvPicPr>
          <p:cNvPr id="4" name="Рисунок 3">
            <a:extLst>
              <a:ext uri="{FF2B5EF4-FFF2-40B4-BE49-F238E27FC236}">
                <a16:creationId xmlns:a16="http://schemas.microsoft.com/office/drawing/2014/main" id="{FC981E83-29C0-14A6-0AE8-B2682C647E0B}"/>
              </a:ext>
            </a:extLst>
          </p:cNvPr>
          <p:cNvPicPr>
            <a:picLocks noChangeAspect="1"/>
          </p:cNvPicPr>
          <p:nvPr/>
        </p:nvPicPr>
        <p:blipFill>
          <a:blip r:embed="rId3">
            <a:duotone>
              <a:schemeClr val="accent2">
                <a:shade val="45000"/>
                <a:satMod val="135000"/>
              </a:schemeClr>
              <a:prstClr val="white"/>
            </a:duotone>
          </a:blip>
          <a:stretch>
            <a:fillRect/>
          </a:stretch>
        </p:blipFill>
        <p:spPr>
          <a:xfrm>
            <a:off x="2487682" y="2396017"/>
            <a:ext cx="331948" cy="331948"/>
          </a:xfrm>
          <a:prstGeom prst="rect">
            <a:avLst/>
          </a:prstGeom>
        </p:spPr>
      </p:pic>
      <p:pic>
        <p:nvPicPr>
          <p:cNvPr id="5" name="Рисунок 4">
            <a:extLst>
              <a:ext uri="{FF2B5EF4-FFF2-40B4-BE49-F238E27FC236}">
                <a16:creationId xmlns:a16="http://schemas.microsoft.com/office/drawing/2014/main" id="{0BB7C2DA-937B-2D02-F1B5-0605B3CEBABE}"/>
              </a:ext>
            </a:extLst>
          </p:cNvPr>
          <p:cNvPicPr>
            <a:picLocks noChangeAspect="1"/>
          </p:cNvPicPr>
          <p:nvPr/>
        </p:nvPicPr>
        <p:blipFill>
          <a:blip r:embed="rId3">
            <a:duotone>
              <a:schemeClr val="accent2">
                <a:shade val="45000"/>
                <a:satMod val="135000"/>
              </a:schemeClr>
              <a:prstClr val="white"/>
            </a:duotone>
          </a:blip>
          <a:stretch>
            <a:fillRect/>
          </a:stretch>
        </p:blipFill>
        <p:spPr>
          <a:xfrm>
            <a:off x="2487681" y="2882001"/>
            <a:ext cx="331948" cy="331948"/>
          </a:xfrm>
          <a:prstGeom prst="rect">
            <a:avLst/>
          </a:prstGeom>
        </p:spPr>
      </p:pic>
      <p:pic>
        <p:nvPicPr>
          <p:cNvPr id="6" name="Рисунок 5">
            <a:extLst>
              <a:ext uri="{FF2B5EF4-FFF2-40B4-BE49-F238E27FC236}">
                <a16:creationId xmlns:a16="http://schemas.microsoft.com/office/drawing/2014/main" id="{D7E1BB56-BC44-C82D-CA4D-B6440C1CACA3}"/>
              </a:ext>
            </a:extLst>
          </p:cNvPr>
          <p:cNvPicPr>
            <a:picLocks noChangeAspect="1"/>
          </p:cNvPicPr>
          <p:nvPr/>
        </p:nvPicPr>
        <p:blipFill>
          <a:blip r:embed="rId3">
            <a:duotone>
              <a:schemeClr val="accent2">
                <a:shade val="45000"/>
                <a:satMod val="135000"/>
              </a:schemeClr>
              <a:prstClr val="white"/>
            </a:duotone>
          </a:blip>
          <a:stretch>
            <a:fillRect/>
          </a:stretch>
        </p:blipFill>
        <p:spPr>
          <a:xfrm>
            <a:off x="2487681" y="3488254"/>
            <a:ext cx="331948" cy="331948"/>
          </a:xfrm>
          <a:prstGeom prst="rect">
            <a:avLst/>
          </a:prstGeom>
        </p:spPr>
      </p:pic>
      <p:pic>
        <p:nvPicPr>
          <p:cNvPr id="7" name="Рисунок 6">
            <a:extLst>
              <a:ext uri="{FF2B5EF4-FFF2-40B4-BE49-F238E27FC236}">
                <a16:creationId xmlns:a16="http://schemas.microsoft.com/office/drawing/2014/main" id="{AB90EDC3-42E9-7431-C148-0040F0183EFA}"/>
              </a:ext>
            </a:extLst>
          </p:cNvPr>
          <p:cNvPicPr>
            <a:picLocks noChangeAspect="1"/>
          </p:cNvPicPr>
          <p:nvPr/>
        </p:nvPicPr>
        <p:blipFill>
          <a:blip r:embed="rId3">
            <a:duotone>
              <a:schemeClr val="accent2">
                <a:shade val="45000"/>
                <a:satMod val="135000"/>
              </a:schemeClr>
              <a:prstClr val="white"/>
            </a:duotone>
          </a:blip>
          <a:stretch>
            <a:fillRect/>
          </a:stretch>
        </p:blipFill>
        <p:spPr>
          <a:xfrm>
            <a:off x="5503987" y="5855135"/>
            <a:ext cx="331948" cy="331948"/>
          </a:xfrm>
          <a:prstGeom prst="rect">
            <a:avLst/>
          </a:prstGeom>
        </p:spPr>
      </p:pic>
      <p:pic>
        <p:nvPicPr>
          <p:cNvPr id="8" name="Рисунок 7">
            <a:extLst>
              <a:ext uri="{FF2B5EF4-FFF2-40B4-BE49-F238E27FC236}">
                <a16:creationId xmlns:a16="http://schemas.microsoft.com/office/drawing/2014/main" id="{75045E03-245E-3BD2-B0A9-469999146CE7}"/>
              </a:ext>
            </a:extLst>
          </p:cNvPr>
          <p:cNvPicPr>
            <a:picLocks noChangeAspect="1"/>
          </p:cNvPicPr>
          <p:nvPr/>
        </p:nvPicPr>
        <p:blipFill>
          <a:blip r:embed="rId3">
            <a:duotone>
              <a:schemeClr val="accent2">
                <a:shade val="45000"/>
                <a:satMod val="135000"/>
              </a:schemeClr>
              <a:prstClr val="white"/>
            </a:duotone>
          </a:blip>
          <a:stretch>
            <a:fillRect/>
          </a:stretch>
        </p:blipFill>
        <p:spPr>
          <a:xfrm>
            <a:off x="5503987" y="6339851"/>
            <a:ext cx="331948" cy="331948"/>
          </a:xfrm>
          <a:prstGeom prst="rect">
            <a:avLst/>
          </a:prstGeom>
        </p:spPr>
      </p:pic>
      <p:pic>
        <p:nvPicPr>
          <p:cNvPr id="9" name="Рисунок 8">
            <a:extLst>
              <a:ext uri="{FF2B5EF4-FFF2-40B4-BE49-F238E27FC236}">
                <a16:creationId xmlns:a16="http://schemas.microsoft.com/office/drawing/2014/main" id="{30C58EB6-7E26-5F93-F5F6-B0B1B73F83D4}"/>
              </a:ext>
            </a:extLst>
          </p:cNvPr>
          <p:cNvPicPr>
            <a:picLocks noChangeAspect="1"/>
          </p:cNvPicPr>
          <p:nvPr/>
        </p:nvPicPr>
        <p:blipFill>
          <a:blip r:embed="rId3">
            <a:duotone>
              <a:schemeClr val="accent2">
                <a:shade val="45000"/>
                <a:satMod val="135000"/>
              </a:schemeClr>
              <a:prstClr val="white"/>
            </a:duotone>
          </a:blip>
          <a:stretch>
            <a:fillRect/>
          </a:stretch>
        </p:blipFill>
        <p:spPr>
          <a:xfrm>
            <a:off x="6790853" y="2582529"/>
            <a:ext cx="331948" cy="331948"/>
          </a:xfrm>
          <a:prstGeom prst="rect">
            <a:avLst/>
          </a:prstGeom>
        </p:spPr>
      </p:pic>
      <p:pic>
        <p:nvPicPr>
          <p:cNvPr id="10" name="Рисунок 9">
            <a:extLst>
              <a:ext uri="{FF2B5EF4-FFF2-40B4-BE49-F238E27FC236}">
                <a16:creationId xmlns:a16="http://schemas.microsoft.com/office/drawing/2014/main" id="{BF51F7BC-9379-F9BA-43FF-D0576AA12140}"/>
              </a:ext>
            </a:extLst>
          </p:cNvPr>
          <p:cNvPicPr>
            <a:picLocks noChangeAspect="1"/>
          </p:cNvPicPr>
          <p:nvPr/>
        </p:nvPicPr>
        <p:blipFill>
          <a:blip r:embed="rId3">
            <a:duotone>
              <a:schemeClr val="accent2">
                <a:shade val="45000"/>
                <a:satMod val="135000"/>
              </a:schemeClr>
              <a:prstClr val="white"/>
            </a:duotone>
          </a:blip>
          <a:stretch>
            <a:fillRect/>
          </a:stretch>
        </p:blipFill>
        <p:spPr>
          <a:xfrm>
            <a:off x="6790853" y="3111609"/>
            <a:ext cx="331948" cy="331948"/>
          </a:xfrm>
          <a:prstGeom prst="rect">
            <a:avLst/>
          </a:prstGeom>
        </p:spPr>
      </p:pic>
    </p:spTree>
    <p:extLst>
      <p:ext uri="{BB962C8B-B14F-4D97-AF65-F5344CB8AC3E}">
        <p14:creationId xmlns:p14="http://schemas.microsoft.com/office/powerpoint/2010/main" val="284815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1" fill="hold" nodeType="clickEffect">
                                  <p:stCondLst>
                                    <p:cond delay="0"/>
                                  </p:stCondLst>
                                  <p:childTnLst>
                                    <p:anim calcmode="lin" valueType="num">
                                      <p:cBhvr additive="base">
                                        <p:cTn id="6" dur="1000"/>
                                        <p:tgtEl>
                                          <p:spTgt spid="390"/>
                                        </p:tgtEl>
                                        <p:attrNameLst>
                                          <p:attrName>ppt_y</p:attrName>
                                        </p:attrNameLst>
                                      </p:cBhvr>
                                      <p:tavLst>
                                        <p:tav tm="0">
                                          <p:val>
                                            <p:strVal val="#ppt_y"/>
                                          </p:val>
                                        </p:tav>
                                        <p:tav tm="100000">
                                          <p:val>
                                            <p:strVal val="#ppt_y-1"/>
                                          </p:val>
                                        </p:tav>
                                      </p:tavLst>
                                    </p:anim>
                                    <p:set>
                                      <p:cBhvr>
                                        <p:cTn id="7" dur="1" fill="hold">
                                          <p:stCondLst>
                                            <p:cond delay="1000"/>
                                          </p:stCondLst>
                                        </p:cTn>
                                        <p:tgtEl>
                                          <p:spTgt spid="390"/>
                                        </p:tgtEl>
                                        <p:attrNameLst>
                                          <p:attrName>style.visibility</p:attrName>
                                        </p:attrNameLst>
                                      </p:cBhvr>
                                      <p:to>
                                        <p:strVal val="hidden"/>
                                      </p:to>
                                    </p:set>
                                  </p:childTnLst>
                                </p:cTn>
                              </p:par>
                              <p:par>
                                <p:cTn id="8" presetID="2" presetClass="exit" presetSubtype="1" fill="hold" nodeType="withEffect">
                                  <p:stCondLst>
                                    <p:cond delay="0"/>
                                  </p:stCondLst>
                                  <p:childTnLst>
                                    <p:anim calcmode="lin" valueType="num">
                                      <p:cBhvr additive="base">
                                        <p:cTn id="9" dur="1000"/>
                                        <p:tgtEl>
                                          <p:spTgt spid="391"/>
                                        </p:tgtEl>
                                        <p:attrNameLst>
                                          <p:attrName>ppt_y</p:attrName>
                                        </p:attrNameLst>
                                      </p:cBhvr>
                                      <p:tavLst>
                                        <p:tav tm="0">
                                          <p:val>
                                            <p:strVal val="#ppt_y"/>
                                          </p:val>
                                        </p:tav>
                                        <p:tav tm="100000">
                                          <p:val>
                                            <p:strVal val="#ppt_y-1"/>
                                          </p:val>
                                        </p:tav>
                                      </p:tavLst>
                                    </p:anim>
                                    <p:set>
                                      <p:cBhvr>
                                        <p:cTn id="10" dur="1" fill="hold">
                                          <p:stCondLst>
                                            <p:cond delay="1000"/>
                                          </p:stCondLst>
                                        </p:cTn>
                                        <p:tgtEl>
                                          <p:spTgt spid="391"/>
                                        </p:tgtEl>
                                        <p:attrNameLst>
                                          <p:attrName>style.visibility</p:attrName>
                                        </p:attrNameLst>
                                      </p:cBhvr>
                                      <p:to>
                                        <p:strVal val="hidden"/>
                                      </p:to>
                                    </p:set>
                                  </p:childTnLst>
                                </p:cTn>
                              </p:par>
                              <p:par>
                                <p:cTn id="11" presetID="2" presetClass="exit" presetSubtype="1" fill="hold" nodeType="withEffect">
                                  <p:stCondLst>
                                    <p:cond delay="0"/>
                                  </p:stCondLst>
                                  <p:childTnLst>
                                    <p:anim calcmode="lin" valueType="num">
                                      <p:cBhvr additive="base">
                                        <p:cTn id="12" dur="1000"/>
                                        <p:tgtEl>
                                          <p:spTgt spid="392"/>
                                        </p:tgtEl>
                                        <p:attrNameLst>
                                          <p:attrName>ppt_y</p:attrName>
                                        </p:attrNameLst>
                                      </p:cBhvr>
                                      <p:tavLst>
                                        <p:tav tm="0">
                                          <p:val>
                                            <p:strVal val="#ppt_y"/>
                                          </p:val>
                                        </p:tav>
                                        <p:tav tm="100000">
                                          <p:val>
                                            <p:strVal val="#ppt_y-1"/>
                                          </p:val>
                                        </p:tav>
                                      </p:tavLst>
                                    </p:anim>
                                    <p:set>
                                      <p:cBhvr>
                                        <p:cTn id="13" dur="1" fill="hold">
                                          <p:stCondLst>
                                            <p:cond delay="1000"/>
                                          </p:stCondLst>
                                        </p:cTn>
                                        <p:tgtEl>
                                          <p:spTgt spid="392"/>
                                        </p:tgtEl>
                                        <p:attrNameLst>
                                          <p:attrName>style.visibility</p:attrName>
                                        </p:attrNameLst>
                                      </p:cBhvr>
                                      <p:to>
                                        <p:strVal val="hidden"/>
                                      </p:to>
                                    </p:set>
                                  </p:childTnLst>
                                </p:cTn>
                              </p:par>
                              <p:par>
                                <p:cTn id="14" presetID="2" presetClass="exit" presetSubtype="1" fill="hold" nodeType="withEffect">
                                  <p:stCondLst>
                                    <p:cond delay="0"/>
                                  </p:stCondLst>
                                  <p:childTnLst>
                                    <p:anim calcmode="lin" valueType="num">
                                      <p:cBhvr additive="base">
                                        <p:cTn id="15" dur="1000"/>
                                        <p:tgtEl>
                                          <p:spTgt spid="393"/>
                                        </p:tgtEl>
                                        <p:attrNameLst>
                                          <p:attrName>ppt_y</p:attrName>
                                        </p:attrNameLst>
                                      </p:cBhvr>
                                      <p:tavLst>
                                        <p:tav tm="0">
                                          <p:val>
                                            <p:strVal val="#ppt_y"/>
                                          </p:val>
                                        </p:tav>
                                        <p:tav tm="100000">
                                          <p:val>
                                            <p:strVal val="#ppt_y-1"/>
                                          </p:val>
                                        </p:tav>
                                      </p:tavLst>
                                    </p:anim>
                                    <p:set>
                                      <p:cBhvr>
                                        <p:cTn id="16" dur="1" fill="hold">
                                          <p:stCondLst>
                                            <p:cond delay="1000"/>
                                          </p:stCondLst>
                                        </p:cTn>
                                        <p:tgtEl>
                                          <p:spTgt spid="393"/>
                                        </p:tgtEl>
                                        <p:attrNameLst>
                                          <p:attrName>style.visibility</p:attrName>
                                        </p:attrNameLst>
                                      </p:cBhvr>
                                      <p:to>
                                        <p:strVal val="hidden"/>
                                      </p:to>
                                    </p:set>
                                  </p:childTnLst>
                                </p:cTn>
                              </p:par>
                              <p:par>
                                <p:cTn id="17" presetID="2" presetClass="exit" presetSubtype="1" fill="hold" nodeType="withEffect">
                                  <p:stCondLst>
                                    <p:cond delay="0"/>
                                  </p:stCondLst>
                                  <p:childTnLst>
                                    <p:anim calcmode="lin" valueType="num">
                                      <p:cBhvr additive="base">
                                        <p:cTn id="18" dur="1000"/>
                                        <p:tgtEl>
                                          <p:spTgt spid="394"/>
                                        </p:tgtEl>
                                        <p:attrNameLst>
                                          <p:attrName>ppt_y</p:attrName>
                                        </p:attrNameLst>
                                      </p:cBhvr>
                                      <p:tavLst>
                                        <p:tav tm="0">
                                          <p:val>
                                            <p:strVal val="#ppt_y"/>
                                          </p:val>
                                        </p:tav>
                                        <p:tav tm="100000">
                                          <p:val>
                                            <p:strVal val="#ppt_y-1"/>
                                          </p:val>
                                        </p:tav>
                                      </p:tavLst>
                                    </p:anim>
                                    <p:set>
                                      <p:cBhvr>
                                        <p:cTn id="19" dur="1" fill="hold">
                                          <p:stCondLst>
                                            <p:cond delay="1000"/>
                                          </p:stCondLst>
                                        </p:cTn>
                                        <p:tgtEl>
                                          <p:spTgt spid="394"/>
                                        </p:tgtEl>
                                        <p:attrNameLst>
                                          <p:attrName>style.visibility</p:attrName>
                                        </p:attrNameLst>
                                      </p:cBhvr>
                                      <p:to>
                                        <p:strVal val="hidden"/>
                                      </p:to>
                                    </p:set>
                                  </p:childTnLst>
                                </p:cTn>
                              </p:par>
                              <p:par>
                                <p:cTn id="20" presetID="2" presetClass="exit" presetSubtype="1" fill="hold" nodeType="withEffect">
                                  <p:stCondLst>
                                    <p:cond delay="0"/>
                                  </p:stCondLst>
                                  <p:childTnLst>
                                    <p:anim calcmode="lin" valueType="num">
                                      <p:cBhvr additive="base">
                                        <p:cTn id="21" dur="1000"/>
                                        <p:tgtEl>
                                          <p:spTgt spid="395"/>
                                        </p:tgtEl>
                                        <p:attrNameLst>
                                          <p:attrName>ppt_y</p:attrName>
                                        </p:attrNameLst>
                                      </p:cBhvr>
                                      <p:tavLst>
                                        <p:tav tm="0">
                                          <p:val>
                                            <p:strVal val="#ppt_y"/>
                                          </p:val>
                                        </p:tav>
                                        <p:tav tm="100000">
                                          <p:val>
                                            <p:strVal val="#ppt_y-1"/>
                                          </p:val>
                                        </p:tav>
                                      </p:tavLst>
                                    </p:anim>
                                    <p:set>
                                      <p:cBhvr>
                                        <p:cTn id="22" dur="1" fill="hold">
                                          <p:stCondLst>
                                            <p:cond delay="1000"/>
                                          </p:stCondLst>
                                        </p:cTn>
                                        <p:tgtEl>
                                          <p:spTgt spid="395"/>
                                        </p:tgtEl>
                                        <p:attrNameLst>
                                          <p:attrName>style.visibility</p:attrName>
                                        </p:attrNameLst>
                                      </p:cBhvr>
                                      <p:to>
                                        <p:strVal val="hidden"/>
                                      </p:to>
                                    </p:set>
                                  </p:childTnLst>
                                </p:cTn>
                              </p:par>
                              <p:par>
                                <p:cTn id="23" presetID="2" presetClass="exit" presetSubtype="1" fill="hold" nodeType="withEffect">
                                  <p:stCondLst>
                                    <p:cond delay="0"/>
                                  </p:stCondLst>
                                  <p:childTnLst>
                                    <p:anim calcmode="lin" valueType="num">
                                      <p:cBhvr additive="base">
                                        <p:cTn id="24" dur="1000"/>
                                        <p:tgtEl>
                                          <p:spTgt spid="396"/>
                                        </p:tgtEl>
                                        <p:attrNameLst>
                                          <p:attrName>ppt_y</p:attrName>
                                        </p:attrNameLst>
                                      </p:cBhvr>
                                      <p:tavLst>
                                        <p:tav tm="0">
                                          <p:val>
                                            <p:strVal val="#ppt_y"/>
                                          </p:val>
                                        </p:tav>
                                        <p:tav tm="100000">
                                          <p:val>
                                            <p:strVal val="#ppt_y-1"/>
                                          </p:val>
                                        </p:tav>
                                      </p:tavLst>
                                    </p:anim>
                                    <p:set>
                                      <p:cBhvr>
                                        <p:cTn id="25" dur="1" fill="hold">
                                          <p:stCondLst>
                                            <p:cond delay="1000"/>
                                          </p:stCondLst>
                                        </p:cTn>
                                        <p:tgtEl>
                                          <p:spTgt spid="396"/>
                                        </p:tgtEl>
                                        <p:attrNameLst>
                                          <p:attrName>style.visibility</p:attrName>
                                        </p:attrNameLst>
                                      </p:cBhvr>
                                      <p:to>
                                        <p:strVal val="hidden"/>
                                      </p:to>
                                    </p:set>
                                  </p:childTnLst>
                                </p:cTn>
                              </p:par>
                              <p:par>
                                <p:cTn id="26" presetID="2" presetClass="exit" presetSubtype="1" fill="hold" nodeType="withEffect">
                                  <p:stCondLst>
                                    <p:cond delay="0"/>
                                  </p:stCondLst>
                                  <p:childTnLst>
                                    <p:anim calcmode="lin" valueType="num">
                                      <p:cBhvr additive="base">
                                        <p:cTn id="27" dur="1000"/>
                                        <p:tgtEl>
                                          <p:spTgt spid="397"/>
                                        </p:tgtEl>
                                        <p:attrNameLst>
                                          <p:attrName>ppt_y</p:attrName>
                                        </p:attrNameLst>
                                      </p:cBhvr>
                                      <p:tavLst>
                                        <p:tav tm="0">
                                          <p:val>
                                            <p:strVal val="#ppt_y"/>
                                          </p:val>
                                        </p:tav>
                                        <p:tav tm="100000">
                                          <p:val>
                                            <p:strVal val="#ppt_y-1"/>
                                          </p:val>
                                        </p:tav>
                                      </p:tavLst>
                                    </p:anim>
                                    <p:set>
                                      <p:cBhvr>
                                        <p:cTn id="28" dur="1" fill="hold">
                                          <p:stCondLst>
                                            <p:cond delay="1000"/>
                                          </p:stCondLst>
                                        </p:cTn>
                                        <p:tgtEl>
                                          <p:spTgt spid="397"/>
                                        </p:tgtEl>
                                        <p:attrNameLst>
                                          <p:attrName>style.visibility</p:attrName>
                                        </p:attrNameLst>
                                      </p:cBhvr>
                                      <p:to>
                                        <p:strVal val="hidden"/>
                                      </p:to>
                                    </p:set>
                                  </p:childTnLst>
                                </p:cTn>
                              </p:par>
                              <p:par>
                                <p:cTn id="29" presetID="2" presetClass="exit" presetSubtype="1" fill="hold" nodeType="withEffect">
                                  <p:stCondLst>
                                    <p:cond delay="0"/>
                                  </p:stCondLst>
                                  <p:childTnLst>
                                    <p:anim calcmode="lin" valueType="num">
                                      <p:cBhvr additive="base">
                                        <p:cTn id="30" dur="1000"/>
                                        <p:tgtEl>
                                          <p:spTgt spid="398"/>
                                        </p:tgtEl>
                                        <p:attrNameLst>
                                          <p:attrName>ppt_y</p:attrName>
                                        </p:attrNameLst>
                                      </p:cBhvr>
                                      <p:tavLst>
                                        <p:tav tm="0">
                                          <p:val>
                                            <p:strVal val="#ppt_y"/>
                                          </p:val>
                                        </p:tav>
                                        <p:tav tm="100000">
                                          <p:val>
                                            <p:strVal val="#ppt_y-1"/>
                                          </p:val>
                                        </p:tav>
                                      </p:tavLst>
                                    </p:anim>
                                    <p:set>
                                      <p:cBhvr>
                                        <p:cTn id="31" dur="1" fill="hold">
                                          <p:stCondLst>
                                            <p:cond delay="1000"/>
                                          </p:stCondLst>
                                        </p:cTn>
                                        <p:tgtEl>
                                          <p:spTgt spid="398"/>
                                        </p:tgtEl>
                                        <p:attrNameLst>
                                          <p:attrName>style.visibility</p:attrName>
                                        </p:attrNameLst>
                                      </p:cBhvr>
                                      <p:to>
                                        <p:strVal val="hidden"/>
                                      </p:to>
                                    </p:set>
                                  </p:childTnLst>
                                </p:cTn>
                              </p:par>
                              <p:par>
                                <p:cTn id="32" presetID="2" presetClass="exit" presetSubtype="1" fill="hold" nodeType="withEffect">
                                  <p:stCondLst>
                                    <p:cond delay="0"/>
                                  </p:stCondLst>
                                  <p:childTnLst>
                                    <p:anim calcmode="lin" valueType="num">
                                      <p:cBhvr additive="base">
                                        <p:cTn id="33" dur="1000"/>
                                        <p:tgtEl>
                                          <p:spTgt spid="399"/>
                                        </p:tgtEl>
                                        <p:attrNameLst>
                                          <p:attrName>ppt_y</p:attrName>
                                        </p:attrNameLst>
                                      </p:cBhvr>
                                      <p:tavLst>
                                        <p:tav tm="0">
                                          <p:val>
                                            <p:strVal val="#ppt_y"/>
                                          </p:val>
                                        </p:tav>
                                        <p:tav tm="100000">
                                          <p:val>
                                            <p:strVal val="#ppt_y-1"/>
                                          </p:val>
                                        </p:tav>
                                      </p:tavLst>
                                    </p:anim>
                                    <p:set>
                                      <p:cBhvr>
                                        <p:cTn id="34" dur="1" fill="hold">
                                          <p:stCondLst>
                                            <p:cond delay="1000"/>
                                          </p:stCondLst>
                                        </p:cTn>
                                        <p:tgtEl>
                                          <p:spTgt spid="399"/>
                                        </p:tgtEl>
                                        <p:attrNameLst>
                                          <p:attrName>style.visibility</p:attrName>
                                        </p:attrNameLst>
                                      </p:cBhvr>
                                      <p:to>
                                        <p:strVal val="hidden"/>
                                      </p:to>
                                    </p:set>
                                  </p:childTnLst>
                                </p:cTn>
                              </p:par>
                              <p:par>
                                <p:cTn id="35" presetID="2" presetClass="exit" presetSubtype="1" fill="hold" nodeType="withEffect">
                                  <p:stCondLst>
                                    <p:cond delay="0"/>
                                  </p:stCondLst>
                                  <p:childTnLst>
                                    <p:anim calcmode="lin" valueType="num">
                                      <p:cBhvr additive="base">
                                        <p:cTn id="36" dur="1000"/>
                                        <p:tgtEl>
                                          <p:spTgt spid="400"/>
                                        </p:tgtEl>
                                        <p:attrNameLst>
                                          <p:attrName>ppt_y</p:attrName>
                                        </p:attrNameLst>
                                      </p:cBhvr>
                                      <p:tavLst>
                                        <p:tav tm="0">
                                          <p:val>
                                            <p:strVal val="#ppt_y"/>
                                          </p:val>
                                        </p:tav>
                                        <p:tav tm="100000">
                                          <p:val>
                                            <p:strVal val="#ppt_y-1"/>
                                          </p:val>
                                        </p:tav>
                                      </p:tavLst>
                                    </p:anim>
                                    <p:set>
                                      <p:cBhvr>
                                        <p:cTn id="37" dur="1" fill="hold">
                                          <p:stCondLst>
                                            <p:cond delay="1000"/>
                                          </p:stCondLst>
                                        </p:cTn>
                                        <p:tgtEl>
                                          <p:spTgt spid="400"/>
                                        </p:tgtEl>
                                        <p:attrNameLst>
                                          <p:attrName>style.visibility</p:attrName>
                                        </p:attrNameLst>
                                      </p:cBhvr>
                                      <p:to>
                                        <p:strVal val="hidden"/>
                                      </p:to>
                                    </p:set>
                                  </p:childTnLst>
                                </p:cTn>
                              </p:par>
                              <p:par>
                                <p:cTn id="38" presetID="2" presetClass="exit" presetSubtype="1" fill="hold" nodeType="withEffect">
                                  <p:stCondLst>
                                    <p:cond delay="0"/>
                                  </p:stCondLst>
                                  <p:childTnLst>
                                    <p:anim calcmode="lin" valueType="num">
                                      <p:cBhvr additive="base">
                                        <p:cTn id="39" dur="1000"/>
                                        <p:tgtEl>
                                          <p:spTgt spid="401"/>
                                        </p:tgtEl>
                                        <p:attrNameLst>
                                          <p:attrName>ppt_y</p:attrName>
                                        </p:attrNameLst>
                                      </p:cBhvr>
                                      <p:tavLst>
                                        <p:tav tm="0">
                                          <p:val>
                                            <p:strVal val="#ppt_y"/>
                                          </p:val>
                                        </p:tav>
                                        <p:tav tm="100000">
                                          <p:val>
                                            <p:strVal val="#ppt_y-1"/>
                                          </p:val>
                                        </p:tav>
                                      </p:tavLst>
                                    </p:anim>
                                    <p:set>
                                      <p:cBhvr>
                                        <p:cTn id="40" dur="1" fill="hold">
                                          <p:stCondLst>
                                            <p:cond delay="1000"/>
                                          </p:stCondLst>
                                        </p:cTn>
                                        <p:tgtEl>
                                          <p:spTgt spid="401"/>
                                        </p:tgtEl>
                                        <p:attrNameLst>
                                          <p:attrName>style.visibility</p:attrName>
                                        </p:attrNameLst>
                                      </p:cBhvr>
                                      <p:to>
                                        <p:strVal val="hidden"/>
                                      </p:to>
                                    </p:set>
                                  </p:childTnLst>
                                </p:cTn>
                              </p:par>
                              <p:par>
                                <p:cTn id="41" presetID="2" presetClass="exit" presetSubtype="1" fill="hold" nodeType="withEffect">
                                  <p:stCondLst>
                                    <p:cond delay="0"/>
                                  </p:stCondLst>
                                  <p:childTnLst>
                                    <p:anim calcmode="lin" valueType="num">
                                      <p:cBhvr additive="base">
                                        <p:cTn id="42" dur="1000"/>
                                        <p:tgtEl>
                                          <p:spTgt spid="402"/>
                                        </p:tgtEl>
                                        <p:attrNameLst>
                                          <p:attrName>ppt_y</p:attrName>
                                        </p:attrNameLst>
                                      </p:cBhvr>
                                      <p:tavLst>
                                        <p:tav tm="0">
                                          <p:val>
                                            <p:strVal val="#ppt_y"/>
                                          </p:val>
                                        </p:tav>
                                        <p:tav tm="100000">
                                          <p:val>
                                            <p:strVal val="#ppt_y-1"/>
                                          </p:val>
                                        </p:tav>
                                      </p:tavLst>
                                    </p:anim>
                                    <p:set>
                                      <p:cBhvr>
                                        <p:cTn id="43" dur="1" fill="hold">
                                          <p:stCondLst>
                                            <p:cond delay="1000"/>
                                          </p:stCondLst>
                                        </p:cTn>
                                        <p:tgtEl>
                                          <p:spTgt spid="40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65">
          <a:extLst>
            <a:ext uri="{FF2B5EF4-FFF2-40B4-BE49-F238E27FC236}">
              <a16:creationId xmlns:a16="http://schemas.microsoft.com/office/drawing/2014/main" id="{F78B86AC-3713-D1E3-6DC6-E0DD6F1364B6}"/>
            </a:ext>
          </a:extLst>
        </p:cNvPr>
        <p:cNvGrpSpPr/>
        <p:nvPr/>
      </p:nvGrpSpPr>
      <p:grpSpPr>
        <a:xfrm>
          <a:off x="0" y="0"/>
          <a:ext cx="0" cy="0"/>
          <a:chOff x="0" y="0"/>
          <a:chExt cx="0" cy="0"/>
        </a:xfrm>
      </p:grpSpPr>
      <p:cxnSp>
        <p:nvCxnSpPr>
          <p:cNvPr id="366" name="Google Shape;366;p55">
            <a:extLst>
              <a:ext uri="{FF2B5EF4-FFF2-40B4-BE49-F238E27FC236}">
                <a16:creationId xmlns:a16="http://schemas.microsoft.com/office/drawing/2014/main" id="{B1AA4899-5B43-5A52-C82B-E762F1957472}"/>
              </a:ext>
            </a:extLst>
          </p:cNvPr>
          <p:cNvCxnSpPr/>
          <p:nvPr/>
        </p:nvCxnSpPr>
        <p:spPr>
          <a:xfrm>
            <a:off x="6096000" y="-138067"/>
            <a:ext cx="0" cy="7088000"/>
          </a:xfrm>
          <a:prstGeom prst="straightConnector1">
            <a:avLst/>
          </a:prstGeom>
          <a:noFill/>
          <a:ln w="19050" cap="flat" cmpd="sng">
            <a:solidFill>
              <a:schemeClr val="accent1"/>
            </a:solidFill>
            <a:prstDash val="solid"/>
            <a:round/>
            <a:headEnd type="none" w="med" len="med"/>
            <a:tailEnd type="none" w="med" len="med"/>
          </a:ln>
        </p:spPr>
      </p:cxnSp>
      <p:sp>
        <p:nvSpPr>
          <p:cNvPr id="367" name="Google Shape;367;p55">
            <a:extLst>
              <a:ext uri="{FF2B5EF4-FFF2-40B4-BE49-F238E27FC236}">
                <a16:creationId xmlns:a16="http://schemas.microsoft.com/office/drawing/2014/main" id="{A444729C-3D92-9722-FBBD-657B63D52928}"/>
              </a:ext>
            </a:extLst>
          </p:cNvPr>
          <p:cNvSpPr/>
          <p:nvPr/>
        </p:nvSpPr>
        <p:spPr>
          <a:xfrm>
            <a:off x="2713800" y="557067"/>
            <a:ext cx="6764400" cy="11600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8" name="Google Shape;368;p55">
            <a:extLst>
              <a:ext uri="{FF2B5EF4-FFF2-40B4-BE49-F238E27FC236}">
                <a16:creationId xmlns:a16="http://schemas.microsoft.com/office/drawing/2014/main" id="{ED9B0B9E-4605-915A-9561-63265B5C9103}"/>
              </a:ext>
            </a:extLst>
          </p:cNvPr>
          <p:cNvSpPr txBox="1">
            <a:spLocks noGrp="1"/>
          </p:cNvSpPr>
          <p:nvPr>
            <p:ph type="title"/>
          </p:nvPr>
        </p:nvSpPr>
        <p:spPr>
          <a:xfrm>
            <a:off x="3411600" y="598467"/>
            <a:ext cx="5368800" cy="1077200"/>
          </a:xfrm>
          <a:prstGeom prst="rect">
            <a:avLst/>
          </a:prstGeom>
        </p:spPr>
        <p:txBody>
          <a:bodyPr spcFirstLastPara="1" wrap="square" lIns="121900" tIns="121900" rIns="121900" bIns="121900" anchor="ctr" anchorCtr="0">
            <a:noAutofit/>
          </a:bodyPr>
          <a:lstStyle/>
          <a:p>
            <a:r>
              <a:rPr lang="ru-RU" sz="2000" dirty="0"/>
              <a:t>Пилотное внедрение, обучение и доработка управленческой документации</a:t>
            </a:r>
            <a:endParaRPr sz="2000" dirty="0"/>
          </a:p>
        </p:txBody>
      </p:sp>
      <p:sp>
        <p:nvSpPr>
          <p:cNvPr id="369" name="Google Shape;369;p55">
            <a:extLst>
              <a:ext uri="{FF2B5EF4-FFF2-40B4-BE49-F238E27FC236}">
                <a16:creationId xmlns:a16="http://schemas.microsoft.com/office/drawing/2014/main" id="{8207A80E-8E55-5183-86DE-C9DE5D9194A0}"/>
              </a:ext>
            </a:extLst>
          </p:cNvPr>
          <p:cNvSpPr txBox="1">
            <a:spLocks noGrp="1"/>
          </p:cNvSpPr>
          <p:nvPr>
            <p:ph type="title" idx="2"/>
          </p:nvPr>
        </p:nvSpPr>
        <p:spPr>
          <a:xfrm>
            <a:off x="7201997" y="3141933"/>
            <a:ext cx="5187087" cy="528000"/>
          </a:xfrm>
          <a:prstGeom prst="rect">
            <a:avLst/>
          </a:prstGeom>
        </p:spPr>
        <p:txBody>
          <a:bodyPr spcFirstLastPara="1" wrap="square" lIns="121900" tIns="121900" rIns="121900" bIns="121900" anchor="b" anchorCtr="0">
            <a:noAutofit/>
          </a:bodyPr>
          <a:lstStyle/>
          <a:p>
            <a:pPr algn="l"/>
            <a:r>
              <a:rPr lang="ru-RU" sz="2000" b="0" dirty="0"/>
              <a:t>Обучение пользователей (внутренний HR, менеджеры объектов)</a:t>
            </a:r>
            <a:endParaRPr sz="2000" dirty="0"/>
          </a:p>
        </p:txBody>
      </p:sp>
      <p:sp>
        <p:nvSpPr>
          <p:cNvPr id="371" name="Google Shape;371;p55">
            <a:extLst>
              <a:ext uri="{FF2B5EF4-FFF2-40B4-BE49-F238E27FC236}">
                <a16:creationId xmlns:a16="http://schemas.microsoft.com/office/drawing/2014/main" id="{AC7B68A7-A6C9-3D28-683C-1AB5DD1551C6}"/>
              </a:ext>
            </a:extLst>
          </p:cNvPr>
          <p:cNvSpPr txBox="1">
            <a:spLocks noGrp="1"/>
          </p:cNvSpPr>
          <p:nvPr>
            <p:ph type="title" idx="3"/>
          </p:nvPr>
        </p:nvSpPr>
        <p:spPr>
          <a:xfrm>
            <a:off x="187807" y="2142662"/>
            <a:ext cx="5066196" cy="528000"/>
          </a:xfrm>
          <a:prstGeom prst="rect">
            <a:avLst/>
          </a:prstGeom>
        </p:spPr>
        <p:txBody>
          <a:bodyPr spcFirstLastPara="1" wrap="square" lIns="121900" tIns="121900" rIns="121900" bIns="121900" anchor="b" anchorCtr="0">
            <a:noAutofit/>
          </a:bodyPr>
          <a:lstStyle/>
          <a:p>
            <a:r>
              <a:rPr lang="ru-RU" sz="2000" b="0" dirty="0"/>
              <a:t>Внедрение экспериментальной системы HRM на одном заводе и одной ферме</a:t>
            </a:r>
            <a:endParaRPr sz="2000" dirty="0"/>
          </a:p>
        </p:txBody>
      </p:sp>
      <p:sp>
        <p:nvSpPr>
          <p:cNvPr id="373" name="Google Shape;373;p55">
            <a:extLst>
              <a:ext uri="{FF2B5EF4-FFF2-40B4-BE49-F238E27FC236}">
                <a16:creationId xmlns:a16="http://schemas.microsoft.com/office/drawing/2014/main" id="{1B94EA64-692E-580D-DF05-B0E3A047AF34}"/>
              </a:ext>
            </a:extLst>
          </p:cNvPr>
          <p:cNvSpPr txBox="1">
            <a:spLocks noGrp="1"/>
          </p:cNvSpPr>
          <p:nvPr>
            <p:ph type="title" idx="5"/>
          </p:nvPr>
        </p:nvSpPr>
        <p:spPr>
          <a:xfrm>
            <a:off x="7201997" y="5006867"/>
            <a:ext cx="4913517" cy="528000"/>
          </a:xfrm>
          <a:prstGeom prst="rect">
            <a:avLst/>
          </a:prstGeom>
        </p:spPr>
        <p:txBody>
          <a:bodyPr spcFirstLastPara="1" wrap="square" lIns="121900" tIns="121900" rIns="121900" bIns="121900" anchor="b" anchorCtr="0">
            <a:noAutofit/>
          </a:bodyPr>
          <a:lstStyle/>
          <a:p>
            <a:r>
              <a:rPr lang="ru-RU" sz="2000" b="0" dirty="0"/>
              <a:t>Составление сметы затрат на внедр</a:t>
            </a:r>
            <a:r>
              <a:rPr lang="ru-RU" b="0" dirty="0"/>
              <a:t>ение</a:t>
            </a:r>
            <a:endParaRPr dirty="0"/>
          </a:p>
        </p:txBody>
      </p:sp>
      <p:sp>
        <p:nvSpPr>
          <p:cNvPr id="375" name="Google Shape;375;p55">
            <a:extLst>
              <a:ext uri="{FF2B5EF4-FFF2-40B4-BE49-F238E27FC236}">
                <a16:creationId xmlns:a16="http://schemas.microsoft.com/office/drawing/2014/main" id="{E7A05C12-1719-5443-751D-BF366C78D163}"/>
              </a:ext>
            </a:extLst>
          </p:cNvPr>
          <p:cNvSpPr/>
          <p:nvPr/>
        </p:nvSpPr>
        <p:spPr>
          <a:xfrm>
            <a:off x="5832000" y="3956733"/>
            <a:ext cx="528000" cy="5280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76" name="Google Shape;376;p55">
            <a:extLst>
              <a:ext uri="{FF2B5EF4-FFF2-40B4-BE49-F238E27FC236}">
                <a16:creationId xmlns:a16="http://schemas.microsoft.com/office/drawing/2014/main" id="{413C89E9-C00A-AEE1-7A26-A837426F10FE}"/>
              </a:ext>
            </a:extLst>
          </p:cNvPr>
          <p:cNvSpPr/>
          <p:nvPr/>
        </p:nvSpPr>
        <p:spPr>
          <a:xfrm>
            <a:off x="5832000" y="2901000"/>
            <a:ext cx="528000" cy="5280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endParaRPr kumimoji="0" sz="533"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77" name="Google Shape;377;p55">
            <a:extLst>
              <a:ext uri="{FF2B5EF4-FFF2-40B4-BE49-F238E27FC236}">
                <a16:creationId xmlns:a16="http://schemas.microsoft.com/office/drawing/2014/main" id="{863BFB85-3F7A-415A-CFF4-D6976729EA91}"/>
              </a:ext>
            </a:extLst>
          </p:cNvPr>
          <p:cNvSpPr/>
          <p:nvPr/>
        </p:nvSpPr>
        <p:spPr>
          <a:xfrm>
            <a:off x="5832000" y="5006867"/>
            <a:ext cx="528000" cy="528000"/>
          </a:xfrm>
          <a:prstGeom prst="ellipse">
            <a:avLst/>
          </a:prstGeom>
          <a:solidFill>
            <a:schemeClr val="dk2"/>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378" name="Google Shape;378;p55">
            <a:extLst>
              <a:ext uri="{FF2B5EF4-FFF2-40B4-BE49-F238E27FC236}">
                <a16:creationId xmlns:a16="http://schemas.microsoft.com/office/drawing/2014/main" id="{5F1EB245-A375-9616-2F85-0796D0340713}"/>
              </a:ext>
            </a:extLst>
          </p:cNvPr>
          <p:cNvCxnSpPr>
            <a:stCxn id="376" idx="6"/>
          </p:cNvCxnSpPr>
          <p:nvPr/>
        </p:nvCxnSpPr>
        <p:spPr>
          <a:xfrm>
            <a:off x="6360000" y="3165000"/>
            <a:ext cx="718800" cy="0"/>
          </a:xfrm>
          <a:prstGeom prst="straightConnector1">
            <a:avLst/>
          </a:prstGeom>
          <a:noFill/>
          <a:ln w="19050" cap="flat" cmpd="sng">
            <a:solidFill>
              <a:schemeClr val="accent1"/>
            </a:solidFill>
            <a:prstDash val="solid"/>
            <a:round/>
            <a:headEnd type="none" w="med" len="med"/>
            <a:tailEnd type="none" w="med" len="med"/>
          </a:ln>
        </p:spPr>
      </p:cxnSp>
      <p:cxnSp>
        <p:nvCxnSpPr>
          <p:cNvPr id="379" name="Google Shape;379;p55">
            <a:extLst>
              <a:ext uri="{FF2B5EF4-FFF2-40B4-BE49-F238E27FC236}">
                <a16:creationId xmlns:a16="http://schemas.microsoft.com/office/drawing/2014/main" id="{047D3C72-15C1-FC33-D7F4-0E3BF8547185}"/>
              </a:ext>
            </a:extLst>
          </p:cNvPr>
          <p:cNvCxnSpPr/>
          <p:nvPr/>
        </p:nvCxnSpPr>
        <p:spPr>
          <a:xfrm>
            <a:off x="5113200" y="4220733"/>
            <a:ext cx="718800" cy="0"/>
          </a:xfrm>
          <a:prstGeom prst="straightConnector1">
            <a:avLst/>
          </a:prstGeom>
          <a:noFill/>
          <a:ln w="19050" cap="flat" cmpd="sng">
            <a:solidFill>
              <a:schemeClr val="accent1"/>
            </a:solidFill>
            <a:prstDash val="solid"/>
            <a:round/>
            <a:headEnd type="none" w="med" len="med"/>
            <a:tailEnd type="none" w="med" len="med"/>
          </a:ln>
        </p:spPr>
      </p:cxnSp>
      <p:cxnSp>
        <p:nvCxnSpPr>
          <p:cNvPr id="380" name="Google Shape;380;p55">
            <a:extLst>
              <a:ext uri="{FF2B5EF4-FFF2-40B4-BE49-F238E27FC236}">
                <a16:creationId xmlns:a16="http://schemas.microsoft.com/office/drawing/2014/main" id="{BB35DBFE-A5AB-FD65-3447-09CD68233B57}"/>
              </a:ext>
            </a:extLst>
          </p:cNvPr>
          <p:cNvCxnSpPr/>
          <p:nvPr/>
        </p:nvCxnSpPr>
        <p:spPr>
          <a:xfrm>
            <a:off x="6360000" y="5270867"/>
            <a:ext cx="718800" cy="0"/>
          </a:xfrm>
          <a:prstGeom prst="straightConnector1">
            <a:avLst/>
          </a:prstGeom>
          <a:noFill/>
          <a:ln w="19050" cap="flat" cmpd="sng">
            <a:solidFill>
              <a:schemeClr val="accent1"/>
            </a:solidFill>
            <a:prstDash val="solid"/>
            <a:round/>
            <a:headEnd type="none" w="med" len="med"/>
            <a:tailEnd type="none" w="med" len="med"/>
          </a:ln>
        </p:spPr>
      </p:cxnSp>
      <p:grpSp>
        <p:nvGrpSpPr>
          <p:cNvPr id="381" name="Google Shape;381;p55">
            <a:extLst>
              <a:ext uri="{FF2B5EF4-FFF2-40B4-BE49-F238E27FC236}">
                <a16:creationId xmlns:a16="http://schemas.microsoft.com/office/drawing/2014/main" id="{BF127418-0024-75E9-520F-E32A9A1A9F16}"/>
              </a:ext>
            </a:extLst>
          </p:cNvPr>
          <p:cNvGrpSpPr/>
          <p:nvPr/>
        </p:nvGrpSpPr>
        <p:grpSpPr>
          <a:xfrm>
            <a:off x="5820800" y="6030433"/>
            <a:ext cx="550400" cy="550400"/>
            <a:chOff x="4365600" y="4522825"/>
            <a:chExt cx="412800" cy="412800"/>
          </a:xfrm>
        </p:grpSpPr>
        <p:sp>
          <p:nvSpPr>
            <p:cNvPr id="382" name="Google Shape;382;p55">
              <a:extLst>
                <a:ext uri="{FF2B5EF4-FFF2-40B4-BE49-F238E27FC236}">
                  <a16:creationId xmlns:a16="http://schemas.microsoft.com/office/drawing/2014/main" id="{4DB38EDF-38F6-F039-70BF-1A026C1DA5C6}"/>
                </a:ext>
              </a:extLst>
            </p:cNvPr>
            <p:cNvSpPr/>
            <p:nvPr/>
          </p:nvSpPr>
          <p:spPr>
            <a:xfrm>
              <a:off x="4365600" y="4522825"/>
              <a:ext cx="412800" cy="412800"/>
            </a:xfrm>
            <a:prstGeom prst="ellipse">
              <a:avLst/>
            </a:prstGeom>
            <a:solidFill>
              <a:schemeClr val="dk1"/>
            </a:solid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83" name="Google Shape;383;p55">
              <a:extLst>
                <a:ext uri="{FF2B5EF4-FFF2-40B4-BE49-F238E27FC236}">
                  <a16:creationId xmlns:a16="http://schemas.microsoft.com/office/drawing/2014/main" id="{328D7CE8-F540-4631-28CA-C2EA822AE983}"/>
                </a:ext>
              </a:extLst>
            </p:cNvPr>
            <p:cNvSpPr/>
            <p:nvPr/>
          </p:nvSpPr>
          <p:spPr>
            <a:xfrm rot="5400000">
              <a:off x="4503000" y="4639391"/>
              <a:ext cx="138000" cy="234900"/>
            </a:xfrm>
            <a:prstGeom prst="chevron">
              <a:avLst>
                <a:gd name="adj" fmla="val 91213"/>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384" name="Google Shape;384;p55">
            <a:hlinkClick r:id="" action="ppaction://hlinkshowjump?jump=firstslide"/>
            <a:extLst>
              <a:ext uri="{FF2B5EF4-FFF2-40B4-BE49-F238E27FC236}">
                <a16:creationId xmlns:a16="http://schemas.microsoft.com/office/drawing/2014/main" id="{31A2F030-C51E-A875-095C-509D9C59CF15}"/>
              </a:ext>
            </a:extLst>
          </p:cNvPr>
          <p:cNvSpPr/>
          <p:nvPr/>
        </p:nvSpPr>
        <p:spPr>
          <a:xfrm>
            <a:off x="10794967" y="142867"/>
            <a:ext cx="1280193" cy="4556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vi-VN" sz="1600" b="1" i="0" u="none" strike="noStrike" kern="0" cap="none" spc="0" normalizeH="0" baseline="0" noProof="0">
                <a:ln>
                  <a:noFill/>
                </a:ln>
                <a:solidFill>
                  <a:srgbClr val="FFFFFF"/>
                </a:solidFill>
                <a:effectLst/>
                <a:uLnTx/>
                <a:uFill>
                  <a:noFill/>
                </a:uFill>
                <a:latin typeface="Oswald"/>
                <a:ea typeface="Oswald"/>
                <a:cs typeface="Oswald"/>
                <a:sym typeface="Oswald"/>
              </a:rPr>
              <a:t>VINAMILK</a:t>
            </a:r>
            <a:endParaRPr kumimoji="0" sz="1867" b="0" i="0" u="none" strike="noStrike" kern="0" cap="none" spc="0" normalizeH="0" baseline="0" noProof="0" dirty="0">
              <a:ln>
                <a:noFill/>
              </a:ln>
              <a:solidFill>
                <a:srgbClr val="FFFFFF"/>
              </a:solidFill>
              <a:effectLst/>
              <a:uLnTx/>
              <a:uFillTx/>
              <a:latin typeface="Arial"/>
              <a:ea typeface="+mn-ea"/>
              <a:cs typeface="Arial"/>
              <a:sym typeface="Arial"/>
            </a:endParaRPr>
          </a:p>
        </p:txBody>
      </p:sp>
      <p:pic>
        <p:nvPicPr>
          <p:cNvPr id="10" name="Рисунок 9">
            <a:extLst>
              <a:ext uri="{FF2B5EF4-FFF2-40B4-BE49-F238E27FC236}">
                <a16:creationId xmlns:a16="http://schemas.microsoft.com/office/drawing/2014/main" id="{0BB0FD00-66B8-63CB-D193-3E390D9D3652}"/>
              </a:ext>
            </a:extLst>
          </p:cNvPr>
          <p:cNvPicPr>
            <a:picLocks noChangeAspect="1"/>
          </p:cNvPicPr>
          <p:nvPr/>
        </p:nvPicPr>
        <p:blipFill>
          <a:blip r:embed="rId3"/>
          <a:stretch>
            <a:fillRect/>
          </a:stretch>
        </p:blipFill>
        <p:spPr>
          <a:xfrm rot="10800000">
            <a:off x="5113200" y="1919521"/>
            <a:ext cx="1261981" cy="548688"/>
          </a:xfrm>
          <a:prstGeom prst="rect">
            <a:avLst/>
          </a:prstGeom>
        </p:spPr>
      </p:pic>
      <p:sp>
        <p:nvSpPr>
          <p:cNvPr id="11" name="Google Shape;369;p55">
            <a:extLst>
              <a:ext uri="{FF2B5EF4-FFF2-40B4-BE49-F238E27FC236}">
                <a16:creationId xmlns:a16="http://schemas.microsoft.com/office/drawing/2014/main" id="{8112C7DF-A0A9-51F0-EB92-E509826689B3}"/>
              </a:ext>
            </a:extLst>
          </p:cNvPr>
          <p:cNvSpPr txBox="1">
            <a:spLocks/>
          </p:cNvSpPr>
          <p:nvPr/>
        </p:nvSpPr>
        <p:spPr>
          <a:xfrm>
            <a:off x="139324" y="4401484"/>
            <a:ext cx="5465276" cy="528000"/>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1"/>
              </a:buClr>
              <a:buSzPts val="1800"/>
              <a:buFont typeface="Oswald"/>
              <a:buNone/>
              <a:defRPr sz="2400" b="1" i="0" u="none" strike="noStrike" cap="none">
                <a:solidFill>
                  <a:schemeClr val="dk1"/>
                </a:solidFill>
                <a:latin typeface="Oswald"/>
                <a:ea typeface="Oswald"/>
                <a:cs typeface="Oswald"/>
                <a:sym typeface="Oswald"/>
              </a:defRPr>
            </a:lvl1pPr>
            <a:lvl2pPr marR="0" lvl="1" algn="r" rtl="0">
              <a:lnSpc>
                <a:spcPct val="100000"/>
              </a:lnSpc>
              <a:spcBef>
                <a:spcPts val="0"/>
              </a:spcBef>
              <a:spcAft>
                <a:spcPts val="0"/>
              </a:spcAft>
              <a:buClr>
                <a:schemeClr val="dk1"/>
              </a:buClr>
              <a:buSzPts val="4200"/>
              <a:buFont typeface="Arial"/>
              <a:buNone/>
              <a:defRPr sz="5600" b="0" i="0" u="none" strike="noStrike" cap="none">
                <a:solidFill>
                  <a:schemeClr val="dk1"/>
                </a:solidFill>
                <a:latin typeface="Arial"/>
                <a:ea typeface="Arial"/>
                <a:cs typeface="Arial"/>
                <a:sym typeface="Arial"/>
              </a:defRPr>
            </a:lvl2pPr>
            <a:lvl3pPr marR="0" lvl="2" algn="r" rtl="0">
              <a:lnSpc>
                <a:spcPct val="100000"/>
              </a:lnSpc>
              <a:spcBef>
                <a:spcPts val="0"/>
              </a:spcBef>
              <a:spcAft>
                <a:spcPts val="0"/>
              </a:spcAft>
              <a:buClr>
                <a:schemeClr val="dk1"/>
              </a:buClr>
              <a:buSzPts val="4200"/>
              <a:buFont typeface="Arial"/>
              <a:buNone/>
              <a:defRPr sz="5600" b="0" i="0" u="none" strike="noStrike" cap="none">
                <a:solidFill>
                  <a:schemeClr val="dk1"/>
                </a:solidFill>
                <a:latin typeface="Arial"/>
                <a:ea typeface="Arial"/>
                <a:cs typeface="Arial"/>
                <a:sym typeface="Arial"/>
              </a:defRPr>
            </a:lvl3pPr>
            <a:lvl4pPr marR="0" lvl="3" algn="r" rtl="0">
              <a:lnSpc>
                <a:spcPct val="100000"/>
              </a:lnSpc>
              <a:spcBef>
                <a:spcPts val="0"/>
              </a:spcBef>
              <a:spcAft>
                <a:spcPts val="0"/>
              </a:spcAft>
              <a:buClr>
                <a:schemeClr val="dk1"/>
              </a:buClr>
              <a:buSzPts val="4200"/>
              <a:buFont typeface="Arial"/>
              <a:buNone/>
              <a:defRPr sz="5600" b="0" i="0" u="none" strike="noStrike" cap="none">
                <a:solidFill>
                  <a:schemeClr val="dk1"/>
                </a:solidFill>
                <a:latin typeface="Arial"/>
                <a:ea typeface="Arial"/>
                <a:cs typeface="Arial"/>
                <a:sym typeface="Arial"/>
              </a:defRPr>
            </a:lvl4pPr>
            <a:lvl5pPr marR="0" lvl="4" algn="r" rtl="0">
              <a:lnSpc>
                <a:spcPct val="100000"/>
              </a:lnSpc>
              <a:spcBef>
                <a:spcPts val="0"/>
              </a:spcBef>
              <a:spcAft>
                <a:spcPts val="0"/>
              </a:spcAft>
              <a:buClr>
                <a:schemeClr val="dk1"/>
              </a:buClr>
              <a:buSzPts val="4200"/>
              <a:buFont typeface="Arial"/>
              <a:buNone/>
              <a:defRPr sz="5600" b="0" i="0" u="none" strike="noStrike" cap="none">
                <a:solidFill>
                  <a:schemeClr val="dk1"/>
                </a:solidFill>
                <a:latin typeface="Arial"/>
                <a:ea typeface="Arial"/>
                <a:cs typeface="Arial"/>
                <a:sym typeface="Arial"/>
              </a:defRPr>
            </a:lvl5pPr>
            <a:lvl6pPr marR="0" lvl="5" algn="r" rtl="0">
              <a:lnSpc>
                <a:spcPct val="100000"/>
              </a:lnSpc>
              <a:spcBef>
                <a:spcPts val="0"/>
              </a:spcBef>
              <a:spcAft>
                <a:spcPts val="0"/>
              </a:spcAft>
              <a:buClr>
                <a:schemeClr val="dk1"/>
              </a:buClr>
              <a:buSzPts val="4200"/>
              <a:buFont typeface="Arial"/>
              <a:buNone/>
              <a:defRPr sz="5600" b="0" i="0" u="none" strike="noStrike" cap="none">
                <a:solidFill>
                  <a:schemeClr val="dk1"/>
                </a:solidFill>
                <a:latin typeface="Arial"/>
                <a:ea typeface="Arial"/>
                <a:cs typeface="Arial"/>
                <a:sym typeface="Arial"/>
              </a:defRPr>
            </a:lvl6pPr>
            <a:lvl7pPr marR="0" lvl="6" algn="r" rtl="0">
              <a:lnSpc>
                <a:spcPct val="100000"/>
              </a:lnSpc>
              <a:spcBef>
                <a:spcPts val="0"/>
              </a:spcBef>
              <a:spcAft>
                <a:spcPts val="0"/>
              </a:spcAft>
              <a:buClr>
                <a:schemeClr val="dk1"/>
              </a:buClr>
              <a:buSzPts val="4200"/>
              <a:buFont typeface="Arial"/>
              <a:buNone/>
              <a:defRPr sz="5600" b="0" i="0" u="none" strike="noStrike" cap="none">
                <a:solidFill>
                  <a:schemeClr val="dk1"/>
                </a:solidFill>
                <a:latin typeface="Arial"/>
                <a:ea typeface="Arial"/>
                <a:cs typeface="Arial"/>
                <a:sym typeface="Arial"/>
              </a:defRPr>
            </a:lvl7pPr>
            <a:lvl8pPr marR="0" lvl="7" algn="r" rtl="0">
              <a:lnSpc>
                <a:spcPct val="100000"/>
              </a:lnSpc>
              <a:spcBef>
                <a:spcPts val="0"/>
              </a:spcBef>
              <a:spcAft>
                <a:spcPts val="0"/>
              </a:spcAft>
              <a:buClr>
                <a:schemeClr val="dk1"/>
              </a:buClr>
              <a:buSzPts val="4200"/>
              <a:buFont typeface="Arial"/>
              <a:buNone/>
              <a:defRPr sz="5600" b="0" i="0" u="none" strike="noStrike" cap="none">
                <a:solidFill>
                  <a:schemeClr val="dk1"/>
                </a:solidFill>
                <a:latin typeface="Arial"/>
                <a:ea typeface="Arial"/>
                <a:cs typeface="Arial"/>
                <a:sym typeface="Arial"/>
              </a:defRPr>
            </a:lvl8pPr>
            <a:lvl9pPr marR="0" lvl="8" algn="r" rtl="0">
              <a:lnSpc>
                <a:spcPct val="100000"/>
              </a:lnSpc>
              <a:spcBef>
                <a:spcPts val="0"/>
              </a:spcBef>
              <a:spcAft>
                <a:spcPts val="0"/>
              </a:spcAft>
              <a:buClr>
                <a:schemeClr val="dk1"/>
              </a:buClr>
              <a:buSzPts val="4200"/>
              <a:buFont typeface="Arial"/>
              <a:buNone/>
              <a:defRPr sz="5600" b="0" i="0" u="none" strike="noStrike" cap="none">
                <a:solidFill>
                  <a:schemeClr val="dk1"/>
                </a:solidFill>
                <a:latin typeface="Arial"/>
                <a:ea typeface="Arial"/>
                <a:cs typeface="Arial"/>
                <a:sym typeface="Arial"/>
              </a:defRPr>
            </a:lvl9pPr>
          </a:lstStyle>
          <a:p>
            <a:pPr algn="l"/>
            <a:r>
              <a:rPr lang="ru-RU" sz="2000" b="0" dirty="0"/>
              <a:t>Создание таблицы RACI – четкое определение ролей заинтересованных сторон в внедрении и эксплуатации системы HRM</a:t>
            </a:r>
            <a:endParaRPr lang="ru-RU" sz="2000" kern="0" dirty="0"/>
          </a:p>
        </p:txBody>
      </p:sp>
      <p:sp>
        <p:nvSpPr>
          <p:cNvPr id="14" name="Google Shape;373;p55">
            <a:extLst>
              <a:ext uri="{FF2B5EF4-FFF2-40B4-BE49-F238E27FC236}">
                <a16:creationId xmlns:a16="http://schemas.microsoft.com/office/drawing/2014/main" id="{1E84DEC6-B9B5-3635-CF40-A1C46D4E5547}"/>
              </a:ext>
            </a:extLst>
          </p:cNvPr>
          <p:cNvSpPr txBox="1">
            <a:spLocks/>
          </p:cNvSpPr>
          <p:nvPr/>
        </p:nvSpPr>
        <p:spPr>
          <a:xfrm>
            <a:off x="165010" y="6078454"/>
            <a:ext cx="5518190" cy="528000"/>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Oswald"/>
              <a:buNone/>
              <a:defRPr sz="2400" b="1" i="0" u="none" strike="noStrike" cap="none">
                <a:solidFill>
                  <a:schemeClr val="dk1"/>
                </a:solidFill>
                <a:latin typeface="Oswald"/>
                <a:ea typeface="Oswald"/>
                <a:cs typeface="Oswald"/>
                <a:sym typeface="Oswald"/>
              </a:defRPr>
            </a:lvl1pPr>
            <a:lvl2pPr marR="0" lvl="1" algn="l" rtl="0">
              <a:lnSpc>
                <a:spcPct val="100000"/>
              </a:lnSpc>
              <a:spcBef>
                <a:spcPts val="0"/>
              </a:spcBef>
              <a:spcAft>
                <a:spcPts val="0"/>
              </a:spcAft>
              <a:buClr>
                <a:schemeClr val="dk1"/>
              </a:buClr>
              <a:buSzPts val="4200"/>
              <a:buFont typeface="Arial"/>
              <a:buNone/>
              <a:defRPr sz="5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4200"/>
              <a:buFont typeface="Arial"/>
              <a:buNone/>
              <a:defRPr sz="5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4200"/>
              <a:buFont typeface="Arial"/>
              <a:buNone/>
              <a:defRPr sz="5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4200"/>
              <a:buFont typeface="Arial"/>
              <a:buNone/>
              <a:defRPr sz="5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4200"/>
              <a:buFont typeface="Arial"/>
              <a:buNone/>
              <a:defRPr sz="5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4200"/>
              <a:buFont typeface="Arial"/>
              <a:buNone/>
              <a:defRPr sz="5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4200"/>
              <a:buFont typeface="Arial"/>
              <a:buNone/>
              <a:defRPr sz="5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4200"/>
              <a:buFont typeface="Arial"/>
              <a:buNone/>
              <a:defRPr sz="5600" b="0" i="0" u="none" strike="noStrike" cap="none">
                <a:solidFill>
                  <a:schemeClr val="dk1"/>
                </a:solidFill>
                <a:latin typeface="Arial"/>
                <a:ea typeface="Arial"/>
                <a:cs typeface="Arial"/>
                <a:sym typeface="Arial"/>
              </a:defRPr>
            </a:lvl9pPr>
          </a:lstStyle>
          <a:p>
            <a:r>
              <a:rPr lang="ru-RU" sz="2000" b="0" dirty="0"/>
              <a:t>Подготовка документации по использованию и контрольного списка для запуска в производство</a:t>
            </a:r>
            <a:endParaRPr lang="ru-RU" sz="2000" kern="0" dirty="0"/>
          </a:p>
        </p:txBody>
      </p:sp>
    </p:spTree>
    <p:extLst>
      <p:ext uri="{BB962C8B-B14F-4D97-AF65-F5344CB8AC3E}">
        <p14:creationId xmlns:p14="http://schemas.microsoft.com/office/powerpoint/2010/main" val="426291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1" fill="hold" nodeType="clickEffect">
                                  <p:stCondLst>
                                    <p:cond delay="0"/>
                                  </p:stCondLst>
                                  <p:childTnLst>
                                    <p:anim calcmode="lin" valueType="num">
                                      <p:cBhvr additive="base">
                                        <p:cTn id="6" dur="1000"/>
                                        <p:tgtEl>
                                          <p:spTgt spid="367"/>
                                        </p:tgtEl>
                                        <p:attrNameLst>
                                          <p:attrName>ppt_y</p:attrName>
                                        </p:attrNameLst>
                                      </p:cBhvr>
                                      <p:tavLst>
                                        <p:tav tm="0">
                                          <p:val>
                                            <p:strVal val="#ppt_y"/>
                                          </p:val>
                                        </p:tav>
                                        <p:tav tm="100000">
                                          <p:val>
                                            <p:strVal val="#ppt_y-1"/>
                                          </p:val>
                                        </p:tav>
                                      </p:tavLst>
                                    </p:anim>
                                    <p:set>
                                      <p:cBhvr>
                                        <p:cTn id="7" dur="1" fill="hold">
                                          <p:stCondLst>
                                            <p:cond delay="1000"/>
                                          </p:stCondLst>
                                        </p:cTn>
                                        <p:tgtEl>
                                          <p:spTgt spid="367"/>
                                        </p:tgtEl>
                                        <p:attrNameLst>
                                          <p:attrName>style.visibility</p:attrName>
                                        </p:attrNameLst>
                                      </p:cBhvr>
                                      <p:to>
                                        <p:strVal val="hidden"/>
                                      </p:to>
                                    </p:set>
                                  </p:childTnLst>
                                </p:cTn>
                              </p:par>
                              <p:par>
                                <p:cTn id="8" presetID="2" presetClass="exit" presetSubtype="1" fill="hold" nodeType="withEffect">
                                  <p:stCondLst>
                                    <p:cond delay="0"/>
                                  </p:stCondLst>
                                  <p:childTnLst>
                                    <p:anim calcmode="lin" valueType="num">
                                      <p:cBhvr additive="base">
                                        <p:cTn id="9" dur="1000"/>
                                        <p:tgtEl>
                                          <p:spTgt spid="368"/>
                                        </p:tgtEl>
                                        <p:attrNameLst>
                                          <p:attrName>ppt_y</p:attrName>
                                        </p:attrNameLst>
                                      </p:cBhvr>
                                      <p:tavLst>
                                        <p:tav tm="0">
                                          <p:val>
                                            <p:strVal val="#ppt_y"/>
                                          </p:val>
                                        </p:tav>
                                        <p:tav tm="100000">
                                          <p:val>
                                            <p:strVal val="#ppt_y-1"/>
                                          </p:val>
                                        </p:tav>
                                      </p:tavLst>
                                    </p:anim>
                                    <p:set>
                                      <p:cBhvr>
                                        <p:cTn id="10" dur="1" fill="hold">
                                          <p:stCondLst>
                                            <p:cond delay="1000"/>
                                          </p:stCondLst>
                                        </p:cTn>
                                        <p:tgtEl>
                                          <p:spTgt spid="368"/>
                                        </p:tgtEl>
                                        <p:attrNameLst>
                                          <p:attrName>style.visibility</p:attrName>
                                        </p:attrNameLst>
                                      </p:cBhvr>
                                      <p:to>
                                        <p:strVal val="hidden"/>
                                      </p:to>
                                    </p:set>
                                  </p:childTnLst>
                                </p:cTn>
                              </p:par>
                              <p:par>
                                <p:cTn id="11" presetID="2" presetClass="exit" presetSubtype="1" fill="hold" nodeType="withEffect">
                                  <p:stCondLst>
                                    <p:cond delay="0"/>
                                  </p:stCondLst>
                                  <p:childTnLst>
                                    <p:anim calcmode="lin" valueType="num">
                                      <p:cBhvr additive="base">
                                        <p:cTn id="12" dur="1000"/>
                                        <p:tgtEl>
                                          <p:spTgt spid="369"/>
                                        </p:tgtEl>
                                        <p:attrNameLst>
                                          <p:attrName>ppt_y</p:attrName>
                                        </p:attrNameLst>
                                      </p:cBhvr>
                                      <p:tavLst>
                                        <p:tav tm="0">
                                          <p:val>
                                            <p:strVal val="#ppt_y"/>
                                          </p:val>
                                        </p:tav>
                                        <p:tav tm="100000">
                                          <p:val>
                                            <p:strVal val="#ppt_y-1"/>
                                          </p:val>
                                        </p:tav>
                                      </p:tavLst>
                                    </p:anim>
                                    <p:set>
                                      <p:cBhvr>
                                        <p:cTn id="13" dur="1" fill="hold">
                                          <p:stCondLst>
                                            <p:cond delay="1000"/>
                                          </p:stCondLst>
                                        </p:cTn>
                                        <p:tgtEl>
                                          <p:spTgt spid="369"/>
                                        </p:tgtEl>
                                        <p:attrNameLst>
                                          <p:attrName>style.visibility</p:attrName>
                                        </p:attrNameLst>
                                      </p:cBhvr>
                                      <p:to>
                                        <p:strVal val="hidden"/>
                                      </p:to>
                                    </p:set>
                                  </p:childTnLst>
                                </p:cTn>
                              </p:par>
                              <p:par>
                                <p:cTn id="14" presetID="2" presetClass="exit" presetSubtype="1" fill="hold" nodeType="withEffect">
                                  <p:stCondLst>
                                    <p:cond delay="0"/>
                                  </p:stCondLst>
                                  <p:childTnLst>
                                    <p:anim calcmode="lin" valueType="num">
                                      <p:cBhvr additive="base">
                                        <p:cTn id="15" dur="1000"/>
                                        <p:tgtEl>
                                          <p:spTgt spid="371"/>
                                        </p:tgtEl>
                                        <p:attrNameLst>
                                          <p:attrName>ppt_y</p:attrName>
                                        </p:attrNameLst>
                                      </p:cBhvr>
                                      <p:tavLst>
                                        <p:tav tm="0">
                                          <p:val>
                                            <p:strVal val="#ppt_y"/>
                                          </p:val>
                                        </p:tav>
                                        <p:tav tm="100000">
                                          <p:val>
                                            <p:strVal val="#ppt_y-1"/>
                                          </p:val>
                                        </p:tav>
                                      </p:tavLst>
                                    </p:anim>
                                    <p:set>
                                      <p:cBhvr>
                                        <p:cTn id="16" dur="1" fill="hold">
                                          <p:stCondLst>
                                            <p:cond delay="1000"/>
                                          </p:stCondLst>
                                        </p:cTn>
                                        <p:tgtEl>
                                          <p:spTgt spid="371"/>
                                        </p:tgtEl>
                                        <p:attrNameLst>
                                          <p:attrName>style.visibility</p:attrName>
                                        </p:attrNameLst>
                                      </p:cBhvr>
                                      <p:to>
                                        <p:strVal val="hidden"/>
                                      </p:to>
                                    </p:set>
                                  </p:childTnLst>
                                </p:cTn>
                              </p:par>
                              <p:par>
                                <p:cTn id="17" presetID="2" presetClass="exit" presetSubtype="1" fill="hold" nodeType="withEffect">
                                  <p:stCondLst>
                                    <p:cond delay="0"/>
                                  </p:stCondLst>
                                  <p:childTnLst>
                                    <p:anim calcmode="lin" valueType="num">
                                      <p:cBhvr additive="base">
                                        <p:cTn id="18" dur="1000"/>
                                        <p:tgtEl>
                                          <p:spTgt spid="373"/>
                                        </p:tgtEl>
                                        <p:attrNameLst>
                                          <p:attrName>ppt_y</p:attrName>
                                        </p:attrNameLst>
                                      </p:cBhvr>
                                      <p:tavLst>
                                        <p:tav tm="0">
                                          <p:val>
                                            <p:strVal val="#ppt_y"/>
                                          </p:val>
                                        </p:tav>
                                        <p:tav tm="100000">
                                          <p:val>
                                            <p:strVal val="#ppt_y-1"/>
                                          </p:val>
                                        </p:tav>
                                      </p:tavLst>
                                    </p:anim>
                                    <p:set>
                                      <p:cBhvr>
                                        <p:cTn id="19" dur="1" fill="hold">
                                          <p:stCondLst>
                                            <p:cond delay="1000"/>
                                          </p:stCondLst>
                                        </p:cTn>
                                        <p:tgtEl>
                                          <p:spTgt spid="373"/>
                                        </p:tgtEl>
                                        <p:attrNameLst>
                                          <p:attrName>style.visibility</p:attrName>
                                        </p:attrNameLst>
                                      </p:cBhvr>
                                      <p:to>
                                        <p:strVal val="hidden"/>
                                      </p:to>
                                    </p:set>
                                  </p:childTnLst>
                                </p:cTn>
                              </p:par>
                              <p:par>
                                <p:cTn id="20" presetID="2" presetClass="exit" presetSubtype="1" fill="hold" nodeType="withEffect">
                                  <p:stCondLst>
                                    <p:cond delay="0"/>
                                  </p:stCondLst>
                                  <p:childTnLst>
                                    <p:anim calcmode="lin" valueType="num">
                                      <p:cBhvr additive="base">
                                        <p:cTn id="21" dur="1000"/>
                                        <p:tgtEl>
                                          <p:spTgt spid="375"/>
                                        </p:tgtEl>
                                        <p:attrNameLst>
                                          <p:attrName>ppt_y</p:attrName>
                                        </p:attrNameLst>
                                      </p:cBhvr>
                                      <p:tavLst>
                                        <p:tav tm="0">
                                          <p:val>
                                            <p:strVal val="#ppt_y"/>
                                          </p:val>
                                        </p:tav>
                                        <p:tav tm="100000">
                                          <p:val>
                                            <p:strVal val="#ppt_y-1"/>
                                          </p:val>
                                        </p:tav>
                                      </p:tavLst>
                                    </p:anim>
                                    <p:set>
                                      <p:cBhvr>
                                        <p:cTn id="22" dur="1" fill="hold">
                                          <p:stCondLst>
                                            <p:cond delay="1000"/>
                                          </p:stCondLst>
                                        </p:cTn>
                                        <p:tgtEl>
                                          <p:spTgt spid="375"/>
                                        </p:tgtEl>
                                        <p:attrNameLst>
                                          <p:attrName>style.visibility</p:attrName>
                                        </p:attrNameLst>
                                      </p:cBhvr>
                                      <p:to>
                                        <p:strVal val="hidden"/>
                                      </p:to>
                                    </p:set>
                                  </p:childTnLst>
                                </p:cTn>
                              </p:par>
                              <p:par>
                                <p:cTn id="23" presetID="2" presetClass="exit" presetSubtype="1" fill="hold" nodeType="withEffect">
                                  <p:stCondLst>
                                    <p:cond delay="0"/>
                                  </p:stCondLst>
                                  <p:childTnLst>
                                    <p:anim calcmode="lin" valueType="num">
                                      <p:cBhvr additive="base">
                                        <p:cTn id="24" dur="1000"/>
                                        <p:tgtEl>
                                          <p:spTgt spid="376"/>
                                        </p:tgtEl>
                                        <p:attrNameLst>
                                          <p:attrName>ppt_y</p:attrName>
                                        </p:attrNameLst>
                                      </p:cBhvr>
                                      <p:tavLst>
                                        <p:tav tm="0">
                                          <p:val>
                                            <p:strVal val="#ppt_y"/>
                                          </p:val>
                                        </p:tav>
                                        <p:tav tm="100000">
                                          <p:val>
                                            <p:strVal val="#ppt_y-1"/>
                                          </p:val>
                                        </p:tav>
                                      </p:tavLst>
                                    </p:anim>
                                    <p:set>
                                      <p:cBhvr>
                                        <p:cTn id="25" dur="1" fill="hold">
                                          <p:stCondLst>
                                            <p:cond delay="1000"/>
                                          </p:stCondLst>
                                        </p:cTn>
                                        <p:tgtEl>
                                          <p:spTgt spid="376"/>
                                        </p:tgtEl>
                                        <p:attrNameLst>
                                          <p:attrName>style.visibility</p:attrName>
                                        </p:attrNameLst>
                                      </p:cBhvr>
                                      <p:to>
                                        <p:strVal val="hidden"/>
                                      </p:to>
                                    </p:set>
                                  </p:childTnLst>
                                </p:cTn>
                              </p:par>
                              <p:par>
                                <p:cTn id="26" presetID="2" presetClass="exit" presetSubtype="1" fill="hold" nodeType="withEffect">
                                  <p:stCondLst>
                                    <p:cond delay="0"/>
                                  </p:stCondLst>
                                  <p:childTnLst>
                                    <p:anim calcmode="lin" valueType="num">
                                      <p:cBhvr additive="base">
                                        <p:cTn id="27" dur="1000"/>
                                        <p:tgtEl>
                                          <p:spTgt spid="377"/>
                                        </p:tgtEl>
                                        <p:attrNameLst>
                                          <p:attrName>ppt_y</p:attrName>
                                        </p:attrNameLst>
                                      </p:cBhvr>
                                      <p:tavLst>
                                        <p:tav tm="0">
                                          <p:val>
                                            <p:strVal val="#ppt_y"/>
                                          </p:val>
                                        </p:tav>
                                        <p:tav tm="100000">
                                          <p:val>
                                            <p:strVal val="#ppt_y-1"/>
                                          </p:val>
                                        </p:tav>
                                      </p:tavLst>
                                    </p:anim>
                                    <p:set>
                                      <p:cBhvr>
                                        <p:cTn id="28" dur="1" fill="hold">
                                          <p:stCondLst>
                                            <p:cond delay="1000"/>
                                          </p:stCondLst>
                                        </p:cTn>
                                        <p:tgtEl>
                                          <p:spTgt spid="377"/>
                                        </p:tgtEl>
                                        <p:attrNameLst>
                                          <p:attrName>style.visibility</p:attrName>
                                        </p:attrNameLst>
                                      </p:cBhvr>
                                      <p:to>
                                        <p:strVal val="hidden"/>
                                      </p:to>
                                    </p:set>
                                  </p:childTnLst>
                                </p:cTn>
                              </p:par>
                              <p:par>
                                <p:cTn id="29" presetID="2" presetClass="exit" presetSubtype="1" fill="hold" nodeType="withEffect">
                                  <p:stCondLst>
                                    <p:cond delay="0"/>
                                  </p:stCondLst>
                                  <p:childTnLst>
                                    <p:anim calcmode="lin" valueType="num">
                                      <p:cBhvr additive="base">
                                        <p:cTn id="30" dur="1000"/>
                                        <p:tgtEl>
                                          <p:spTgt spid="378"/>
                                        </p:tgtEl>
                                        <p:attrNameLst>
                                          <p:attrName>ppt_y</p:attrName>
                                        </p:attrNameLst>
                                      </p:cBhvr>
                                      <p:tavLst>
                                        <p:tav tm="0">
                                          <p:val>
                                            <p:strVal val="#ppt_y"/>
                                          </p:val>
                                        </p:tav>
                                        <p:tav tm="100000">
                                          <p:val>
                                            <p:strVal val="#ppt_y-1"/>
                                          </p:val>
                                        </p:tav>
                                      </p:tavLst>
                                    </p:anim>
                                    <p:set>
                                      <p:cBhvr>
                                        <p:cTn id="31" dur="1" fill="hold">
                                          <p:stCondLst>
                                            <p:cond delay="1000"/>
                                          </p:stCondLst>
                                        </p:cTn>
                                        <p:tgtEl>
                                          <p:spTgt spid="378"/>
                                        </p:tgtEl>
                                        <p:attrNameLst>
                                          <p:attrName>style.visibility</p:attrName>
                                        </p:attrNameLst>
                                      </p:cBhvr>
                                      <p:to>
                                        <p:strVal val="hidden"/>
                                      </p:to>
                                    </p:set>
                                  </p:childTnLst>
                                </p:cTn>
                              </p:par>
                              <p:par>
                                <p:cTn id="32" presetID="2" presetClass="exit" presetSubtype="1" fill="hold" nodeType="withEffect">
                                  <p:stCondLst>
                                    <p:cond delay="0"/>
                                  </p:stCondLst>
                                  <p:childTnLst>
                                    <p:anim calcmode="lin" valueType="num">
                                      <p:cBhvr additive="base">
                                        <p:cTn id="33" dur="1000"/>
                                        <p:tgtEl>
                                          <p:spTgt spid="379"/>
                                        </p:tgtEl>
                                        <p:attrNameLst>
                                          <p:attrName>ppt_y</p:attrName>
                                        </p:attrNameLst>
                                      </p:cBhvr>
                                      <p:tavLst>
                                        <p:tav tm="0">
                                          <p:val>
                                            <p:strVal val="#ppt_y"/>
                                          </p:val>
                                        </p:tav>
                                        <p:tav tm="100000">
                                          <p:val>
                                            <p:strVal val="#ppt_y-1"/>
                                          </p:val>
                                        </p:tav>
                                      </p:tavLst>
                                    </p:anim>
                                    <p:set>
                                      <p:cBhvr>
                                        <p:cTn id="34" dur="1" fill="hold">
                                          <p:stCondLst>
                                            <p:cond delay="1000"/>
                                          </p:stCondLst>
                                        </p:cTn>
                                        <p:tgtEl>
                                          <p:spTgt spid="379"/>
                                        </p:tgtEl>
                                        <p:attrNameLst>
                                          <p:attrName>style.visibility</p:attrName>
                                        </p:attrNameLst>
                                      </p:cBhvr>
                                      <p:to>
                                        <p:strVal val="hidden"/>
                                      </p:to>
                                    </p:set>
                                  </p:childTnLst>
                                </p:cTn>
                              </p:par>
                              <p:par>
                                <p:cTn id="35" presetID="2" presetClass="exit" presetSubtype="1" fill="hold" nodeType="withEffect">
                                  <p:stCondLst>
                                    <p:cond delay="0"/>
                                  </p:stCondLst>
                                  <p:childTnLst>
                                    <p:anim calcmode="lin" valueType="num">
                                      <p:cBhvr additive="base">
                                        <p:cTn id="36" dur="1000"/>
                                        <p:tgtEl>
                                          <p:spTgt spid="380"/>
                                        </p:tgtEl>
                                        <p:attrNameLst>
                                          <p:attrName>ppt_y</p:attrName>
                                        </p:attrNameLst>
                                      </p:cBhvr>
                                      <p:tavLst>
                                        <p:tav tm="0">
                                          <p:val>
                                            <p:strVal val="#ppt_y"/>
                                          </p:val>
                                        </p:tav>
                                        <p:tav tm="100000">
                                          <p:val>
                                            <p:strVal val="#ppt_y-1"/>
                                          </p:val>
                                        </p:tav>
                                      </p:tavLst>
                                    </p:anim>
                                    <p:set>
                                      <p:cBhvr>
                                        <p:cTn id="37" dur="1" fill="hold">
                                          <p:stCondLst>
                                            <p:cond delay="1000"/>
                                          </p:stCondLst>
                                        </p:cTn>
                                        <p:tgtEl>
                                          <p:spTgt spid="380"/>
                                        </p:tgtEl>
                                        <p:attrNameLst>
                                          <p:attrName>style.visibility</p:attrName>
                                        </p:attrNameLst>
                                      </p:cBhvr>
                                      <p:to>
                                        <p:strVal val="hidden"/>
                                      </p:to>
                                    </p:set>
                                  </p:childTnLst>
                                </p:cTn>
                              </p:par>
                              <p:par>
                                <p:cTn id="38" presetID="2" presetClass="exit" presetSubtype="1" fill="hold" nodeType="withEffect">
                                  <p:stCondLst>
                                    <p:cond delay="0"/>
                                  </p:stCondLst>
                                  <p:childTnLst>
                                    <p:anim calcmode="lin" valueType="num">
                                      <p:cBhvr additive="base">
                                        <p:cTn id="39" dur="1000"/>
                                        <p:tgtEl>
                                          <p:spTgt spid="11"/>
                                        </p:tgtEl>
                                        <p:attrNameLst>
                                          <p:attrName>ppt_y</p:attrName>
                                        </p:attrNameLst>
                                      </p:cBhvr>
                                      <p:tavLst>
                                        <p:tav tm="0">
                                          <p:val>
                                            <p:strVal val="#ppt_y"/>
                                          </p:val>
                                        </p:tav>
                                        <p:tav tm="100000">
                                          <p:val>
                                            <p:strVal val="#ppt_y-1"/>
                                          </p:val>
                                        </p:tav>
                                      </p:tavLst>
                                    </p:anim>
                                    <p:set>
                                      <p:cBhvr>
                                        <p:cTn id="40" dur="1" fill="hold">
                                          <p:stCondLst>
                                            <p:cond delay="1000"/>
                                          </p:stCondLst>
                                        </p:cTn>
                                        <p:tgtEl>
                                          <p:spTgt spid="11"/>
                                        </p:tgtEl>
                                        <p:attrNameLst>
                                          <p:attrName>style.visibility</p:attrName>
                                        </p:attrNameLst>
                                      </p:cBhvr>
                                      <p:to>
                                        <p:strVal val="hidden"/>
                                      </p:to>
                                    </p:set>
                                  </p:childTnLst>
                                </p:cTn>
                              </p:par>
                              <p:par>
                                <p:cTn id="41" presetID="2" presetClass="exit" presetSubtype="1" fill="hold" nodeType="withEffect">
                                  <p:stCondLst>
                                    <p:cond delay="0"/>
                                  </p:stCondLst>
                                  <p:childTnLst>
                                    <p:anim calcmode="lin" valueType="num">
                                      <p:cBhvr additive="base">
                                        <p:cTn id="42" dur="1000"/>
                                        <p:tgtEl>
                                          <p:spTgt spid="14"/>
                                        </p:tgtEl>
                                        <p:attrNameLst>
                                          <p:attrName>ppt_y</p:attrName>
                                        </p:attrNameLst>
                                      </p:cBhvr>
                                      <p:tavLst>
                                        <p:tav tm="0">
                                          <p:val>
                                            <p:strVal val="#ppt_y"/>
                                          </p:val>
                                        </p:tav>
                                        <p:tav tm="100000">
                                          <p:val>
                                            <p:strVal val="#ppt_y-1"/>
                                          </p:val>
                                        </p:tav>
                                      </p:tavLst>
                                    </p:anim>
                                    <p:set>
                                      <p:cBhvr>
                                        <p:cTn id="43" dur="1" fill="hold">
                                          <p:stCondLst>
                                            <p:cond delay="100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8FFBFDA5-6932-21CF-CB00-D53F82126AFA}"/>
              </a:ext>
            </a:extLst>
          </p:cNvPr>
          <p:cNvPicPr>
            <a:picLocks noChangeAspect="1"/>
          </p:cNvPicPr>
          <p:nvPr/>
        </p:nvPicPr>
        <p:blipFill>
          <a:blip r:embed="rId2"/>
          <a:stretch>
            <a:fillRect/>
          </a:stretch>
        </p:blipFill>
        <p:spPr>
          <a:xfrm>
            <a:off x="156325" y="0"/>
            <a:ext cx="11879350" cy="6858000"/>
          </a:xfrm>
          <a:prstGeom prst="rect">
            <a:avLst/>
          </a:prstGeom>
        </p:spPr>
      </p:pic>
      <p:pic>
        <p:nvPicPr>
          <p:cNvPr id="4" name="Рисунок 3">
            <a:extLst>
              <a:ext uri="{FF2B5EF4-FFF2-40B4-BE49-F238E27FC236}">
                <a16:creationId xmlns:a16="http://schemas.microsoft.com/office/drawing/2014/main" id="{2A425E96-2090-AF07-B479-E865B8B9F788}"/>
              </a:ext>
            </a:extLst>
          </p:cNvPr>
          <p:cNvPicPr>
            <a:picLocks noChangeAspect="1"/>
          </p:cNvPicPr>
          <p:nvPr/>
        </p:nvPicPr>
        <p:blipFill>
          <a:blip r:embed="rId3"/>
          <a:stretch>
            <a:fillRect/>
          </a:stretch>
        </p:blipFill>
        <p:spPr>
          <a:xfrm>
            <a:off x="12191" y="0"/>
            <a:ext cx="12179809" cy="6986453"/>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graphicFrame>
        <p:nvGraphicFramePr>
          <p:cNvPr id="2" name="Таблица 1">
            <a:extLst>
              <a:ext uri="{FF2B5EF4-FFF2-40B4-BE49-F238E27FC236}">
                <a16:creationId xmlns:a16="http://schemas.microsoft.com/office/drawing/2014/main" id="{8CC3D50A-551D-61C7-C79D-EDEBB491363A}"/>
              </a:ext>
            </a:extLst>
          </p:cNvPr>
          <p:cNvGraphicFramePr>
            <a:graphicFrameLocks noGrp="1"/>
          </p:cNvGraphicFramePr>
          <p:nvPr>
            <p:extLst>
              <p:ext uri="{D42A27DB-BD31-4B8C-83A1-F6EECF244321}">
                <p14:modId xmlns:p14="http://schemas.microsoft.com/office/powerpoint/2010/main" val="1739610627"/>
              </p:ext>
            </p:extLst>
          </p:nvPr>
        </p:nvGraphicFramePr>
        <p:xfrm>
          <a:off x="156325" y="393335"/>
          <a:ext cx="9481450" cy="6199781"/>
        </p:xfrm>
        <a:graphic>
          <a:graphicData uri="http://schemas.openxmlformats.org/drawingml/2006/table">
            <a:tbl>
              <a:tblPr firstRow="1" firstCol="1" bandRow="1">
                <a:tableStyleId>{2D5ABB26-0587-4C30-8999-92F81FD0307C}</a:tableStyleId>
              </a:tblPr>
              <a:tblGrid>
                <a:gridCol w="4066421">
                  <a:extLst>
                    <a:ext uri="{9D8B030D-6E8A-4147-A177-3AD203B41FA5}">
                      <a16:colId xmlns:a16="http://schemas.microsoft.com/office/drawing/2014/main" val="2823862351"/>
                    </a:ext>
                  </a:extLst>
                </a:gridCol>
                <a:gridCol w="1053352">
                  <a:extLst>
                    <a:ext uri="{9D8B030D-6E8A-4147-A177-3AD203B41FA5}">
                      <a16:colId xmlns:a16="http://schemas.microsoft.com/office/drawing/2014/main" val="2063606824"/>
                    </a:ext>
                  </a:extLst>
                </a:gridCol>
                <a:gridCol w="1029356">
                  <a:extLst>
                    <a:ext uri="{9D8B030D-6E8A-4147-A177-3AD203B41FA5}">
                      <a16:colId xmlns:a16="http://schemas.microsoft.com/office/drawing/2014/main" val="4266151117"/>
                    </a:ext>
                  </a:extLst>
                </a:gridCol>
                <a:gridCol w="933399">
                  <a:extLst>
                    <a:ext uri="{9D8B030D-6E8A-4147-A177-3AD203B41FA5}">
                      <a16:colId xmlns:a16="http://schemas.microsoft.com/office/drawing/2014/main" val="777420182"/>
                    </a:ext>
                  </a:extLst>
                </a:gridCol>
                <a:gridCol w="844000">
                  <a:extLst>
                    <a:ext uri="{9D8B030D-6E8A-4147-A177-3AD203B41FA5}">
                      <a16:colId xmlns:a16="http://schemas.microsoft.com/office/drawing/2014/main" val="1910945699"/>
                    </a:ext>
                  </a:extLst>
                </a:gridCol>
                <a:gridCol w="794823">
                  <a:extLst>
                    <a:ext uri="{9D8B030D-6E8A-4147-A177-3AD203B41FA5}">
                      <a16:colId xmlns:a16="http://schemas.microsoft.com/office/drawing/2014/main" val="910417006"/>
                    </a:ext>
                  </a:extLst>
                </a:gridCol>
                <a:gridCol w="760099">
                  <a:extLst>
                    <a:ext uri="{9D8B030D-6E8A-4147-A177-3AD203B41FA5}">
                      <a16:colId xmlns:a16="http://schemas.microsoft.com/office/drawing/2014/main" val="1730221933"/>
                    </a:ext>
                  </a:extLst>
                </a:gridCol>
              </a:tblGrid>
              <a:tr h="1332707">
                <a:tc>
                  <a:txBody>
                    <a:bodyPr/>
                    <a:lstStyle/>
                    <a:p>
                      <a:pPr marL="0" marR="0" algn="ctr">
                        <a:lnSpc>
                          <a:spcPct val="300000"/>
                        </a:lnSpc>
                        <a:spcAft>
                          <a:spcPts val="800"/>
                        </a:spcAft>
                        <a:buNone/>
                      </a:pPr>
                      <a:r>
                        <a:rPr lang="en-US" sz="1400" b="1" kern="100" cap="none" spc="0" dirty="0" err="1">
                          <a:ln w="0"/>
                          <a:solidFill>
                            <a:schemeClr val="tx1"/>
                          </a:solidFill>
                          <a:effectLst>
                            <a:outerShdw blurRad="38100" dist="19050" dir="2700000" algn="tl" rotWithShape="0">
                              <a:schemeClr val="dk1">
                                <a:alpha val="40000"/>
                              </a:schemeClr>
                            </a:outerShdw>
                          </a:effectLst>
                        </a:rPr>
                        <a:t>Этап</a:t>
                      </a:r>
                      <a:r>
                        <a:rPr lang="en-US" sz="1400" b="1" kern="100" cap="none" spc="0" dirty="0">
                          <a:ln w="0"/>
                          <a:solidFill>
                            <a:schemeClr val="tx1"/>
                          </a:solidFill>
                          <a:effectLst>
                            <a:outerShdw blurRad="38100" dist="19050" dir="2700000" algn="tl" rotWithShape="0">
                              <a:schemeClr val="dk1">
                                <a:alpha val="40000"/>
                              </a:schemeClr>
                            </a:outerShdw>
                          </a:effectLst>
                        </a:rPr>
                        <a:t> / </a:t>
                      </a:r>
                      <a:r>
                        <a:rPr lang="en-US" sz="1400" b="1" kern="100" cap="none" spc="0" dirty="0" err="1">
                          <a:ln w="0"/>
                          <a:solidFill>
                            <a:schemeClr val="tx1"/>
                          </a:solidFill>
                          <a:effectLst>
                            <a:outerShdw blurRad="38100" dist="19050" dir="2700000" algn="tl" rotWithShape="0">
                              <a:schemeClr val="dk1">
                                <a:alpha val="40000"/>
                              </a:schemeClr>
                            </a:outerShdw>
                          </a:effectLst>
                        </a:rPr>
                        <a:t>Работа</a:t>
                      </a:r>
                      <a:endParaRPr lang="ru-RU"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FCFD0"/>
                    </a:solidFill>
                  </a:tcPr>
                </a:tc>
                <a:tc>
                  <a:txBody>
                    <a:bodyPr/>
                    <a:lstStyle/>
                    <a:p>
                      <a:pPr marL="0" marR="0" algn="ctr">
                        <a:lnSpc>
                          <a:spcPct val="115000"/>
                        </a:lnSpc>
                        <a:spcAft>
                          <a:spcPts val="800"/>
                        </a:spcAft>
                        <a:buNone/>
                      </a:pPr>
                      <a:r>
                        <a:rPr lang="en-US" sz="1400" b="1" kern="100" cap="none" spc="0" dirty="0">
                          <a:ln w="0"/>
                          <a:solidFill>
                            <a:schemeClr val="tx1"/>
                          </a:solidFill>
                          <a:effectLst>
                            <a:outerShdw blurRad="38100" dist="19050" dir="2700000" algn="tl" rotWithShape="0">
                              <a:schemeClr val="dk1">
                                <a:alpha val="40000"/>
                              </a:schemeClr>
                            </a:outerShdw>
                          </a:effectLst>
                        </a:rPr>
                        <a:t>PM (</a:t>
                      </a:r>
                      <a:r>
                        <a:rPr lang="en-US" sz="1400" b="1" kern="100" cap="none" spc="0" dirty="0" err="1">
                          <a:ln w="0"/>
                          <a:solidFill>
                            <a:schemeClr val="tx1"/>
                          </a:solidFill>
                          <a:effectLst>
                            <a:outerShdw blurRad="38100" dist="19050" dir="2700000" algn="tl" rotWithShape="0">
                              <a:schemeClr val="dk1">
                                <a:alpha val="40000"/>
                              </a:schemeClr>
                            </a:outerShdw>
                          </a:effectLst>
                        </a:rPr>
                        <a:t>Руководитель</a:t>
                      </a:r>
                      <a:r>
                        <a:rPr lang="en-US" sz="1400" b="1" kern="100" cap="none" spc="0" dirty="0">
                          <a:ln w="0"/>
                          <a:solidFill>
                            <a:schemeClr val="tx1"/>
                          </a:solidFill>
                          <a:effectLst>
                            <a:outerShdw blurRad="38100" dist="19050" dir="2700000" algn="tl" rotWithShape="0">
                              <a:schemeClr val="dk1">
                                <a:alpha val="40000"/>
                              </a:schemeClr>
                            </a:outerShdw>
                          </a:effectLst>
                        </a:rPr>
                        <a:t> </a:t>
                      </a:r>
                      <a:r>
                        <a:rPr lang="en-US" sz="1400" b="1" kern="100" cap="none" spc="0" dirty="0" err="1">
                          <a:ln w="0"/>
                          <a:solidFill>
                            <a:schemeClr val="tx1"/>
                          </a:solidFill>
                          <a:effectLst>
                            <a:outerShdw blurRad="38100" dist="19050" dir="2700000" algn="tl" rotWithShape="0">
                              <a:schemeClr val="dk1">
                                <a:alpha val="40000"/>
                              </a:schemeClr>
                            </a:outerShdw>
                          </a:effectLst>
                        </a:rPr>
                        <a:t>проекта</a:t>
                      </a:r>
                      <a:r>
                        <a:rPr lang="en-US" sz="1400" b="1" kern="100" cap="none" spc="0" dirty="0">
                          <a:ln w="0"/>
                          <a:solidFill>
                            <a:schemeClr val="tx1"/>
                          </a:solidFill>
                          <a:effectLst>
                            <a:outerShdw blurRad="38100" dist="19050" dir="2700000" algn="tl" rotWithShape="0">
                              <a:schemeClr val="dk1">
                                <a:alpha val="40000"/>
                              </a:schemeClr>
                            </a:outerShdw>
                          </a:effectLst>
                        </a:rPr>
                        <a:t>)</a:t>
                      </a:r>
                      <a:endParaRPr lang="ru-RU"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T w="12700" cap="flat" cmpd="sng" algn="ctr">
                      <a:solidFill>
                        <a:schemeClr val="tx1"/>
                      </a:solidFill>
                      <a:prstDash val="solid"/>
                      <a:round/>
                      <a:headEnd type="none" w="med" len="med"/>
                      <a:tailEnd type="none" w="med" len="med"/>
                    </a:lnT>
                    <a:solidFill>
                      <a:srgbClr val="FFCFD0"/>
                    </a:solidFill>
                  </a:tcPr>
                </a:tc>
                <a:tc>
                  <a:txBody>
                    <a:bodyPr/>
                    <a:lstStyle/>
                    <a:p>
                      <a:pPr marL="0" marR="0" algn="ctr">
                        <a:lnSpc>
                          <a:spcPct val="115000"/>
                        </a:lnSpc>
                        <a:spcAft>
                          <a:spcPts val="800"/>
                        </a:spcAft>
                        <a:buNone/>
                      </a:pPr>
                      <a:r>
                        <a:rPr lang="en-US" sz="1400" b="1" kern="100" cap="none" spc="0" dirty="0">
                          <a:ln w="0"/>
                          <a:solidFill>
                            <a:schemeClr val="tx1"/>
                          </a:solidFill>
                          <a:effectLst>
                            <a:outerShdw blurRad="38100" dist="19050" dir="2700000" algn="tl" rotWithShape="0">
                              <a:schemeClr val="dk1">
                                <a:alpha val="40000"/>
                              </a:schemeClr>
                            </a:outerShdw>
                          </a:effectLst>
                        </a:rPr>
                        <a:t>BA (</a:t>
                      </a:r>
                      <a:r>
                        <a:rPr lang="en-US" sz="1400" b="1" kern="100" cap="none" spc="0" dirty="0" err="1">
                          <a:ln w="0"/>
                          <a:solidFill>
                            <a:schemeClr val="tx1"/>
                          </a:solidFill>
                          <a:effectLst>
                            <a:outerShdw blurRad="38100" dist="19050" dir="2700000" algn="tl" rotWithShape="0">
                              <a:schemeClr val="dk1">
                                <a:alpha val="40000"/>
                              </a:schemeClr>
                            </a:outerShdw>
                          </a:effectLst>
                        </a:rPr>
                        <a:t>Бизнес-аналитик</a:t>
                      </a:r>
                      <a:r>
                        <a:rPr lang="en-US" sz="1400" b="1" kern="100" cap="none" spc="0" dirty="0">
                          <a:ln w="0"/>
                          <a:solidFill>
                            <a:schemeClr val="tx1"/>
                          </a:solidFill>
                          <a:effectLst>
                            <a:outerShdw blurRad="38100" dist="19050" dir="2700000" algn="tl" rotWithShape="0">
                              <a:schemeClr val="dk1">
                                <a:alpha val="40000"/>
                              </a:schemeClr>
                            </a:outerShdw>
                          </a:effectLst>
                        </a:rPr>
                        <a:t>)</a:t>
                      </a:r>
                      <a:endParaRPr lang="ru-RU"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T w="12700" cap="flat" cmpd="sng" algn="ctr">
                      <a:solidFill>
                        <a:schemeClr val="tx1"/>
                      </a:solidFill>
                      <a:prstDash val="solid"/>
                      <a:round/>
                      <a:headEnd type="none" w="med" len="med"/>
                      <a:tailEnd type="none" w="med" len="med"/>
                    </a:lnT>
                    <a:solidFill>
                      <a:srgbClr val="FFCFD0"/>
                    </a:solidFill>
                  </a:tcPr>
                </a:tc>
                <a:tc>
                  <a:txBody>
                    <a:bodyPr/>
                    <a:lstStyle/>
                    <a:p>
                      <a:pPr marL="0" marR="0" algn="ctr">
                        <a:lnSpc>
                          <a:spcPct val="115000"/>
                        </a:lnSpc>
                        <a:spcAft>
                          <a:spcPts val="800"/>
                        </a:spcAft>
                        <a:buNone/>
                      </a:pPr>
                      <a:r>
                        <a:rPr lang="en-US" sz="1400" b="1" kern="100" cap="none" spc="0" dirty="0">
                          <a:ln w="0"/>
                          <a:solidFill>
                            <a:schemeClr val="tx1"/>
                          </a:solidFill>
                          <a:effectLst>
                            <a:outerShdw blurRad="38100" dist="19050" dir="2700000" algn="tl" rotWithShape="0">
                              <a:schemeClr val="dk1">
                                <a:alpha val="40000"/>
                              </a:schemeClr>
                            </a:outerShdw>
                          </a:effectLst>
                        </a:rPr>
                        <a:t>IT-</a:t>
                      </a:r>
                      <a:r>
                        <a:rPr lang="en-US" sz="1400" b="1" kern="100" cap="none" spc="0" dirty="0" err="1">
                          <a:ln w="0"/>
                          <a:solidFill>
                            <a:schemeClr val="tx1"/>
                          </a:solidFill>
                          <a:effectLst>
                            <a:outerShdw blurRad="38100" dist="19050" dir="2700000" algn="tl" rotWithShape="0">
                              <a:schemeClr val="dk1">
                                <a:alpha val="40000"/>
                              </a:schemeClr>
                            </a:outerShdw>
                          </a:effectLst>
                        </a:rPr>
                        <a:t>команда</a:t>
                      </a:r>
                      <a:endParaRPr lang="ru-RU"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T w="12700" cap="flat" cmpd="sng" algn="ctr">
                      <a:solidFill>
                        <a:schemeClr val="tx1"/>
                      </a:solidFill>
                      <a:prstDash val="solid"/>
                      <a:round/>
                      <a:headEnd type="none" w="med" len="med"/>
                      <a:tailEnd type="none" w="med" len="med"/>
                    </a:lnT>
                    <a:solidFill>
                      <a:srgbClr val="FFCFD0"/>
                    </a:solidFill>
                  </a:tcPr>
                </a:tc>
                <a:tc>
                  <a:txBody>
                    <a:bodyPr/>
                    <a:lstStyle/>
                    <a:p>
                      <a:pPr marL="0" marR="0" algn="ctr">
                        <a:lnSpc>
                          <a:spcPct val="115000"/>
                        </a:lnSpc>
                        <a:spcAft>
                          <a:spcPts val="800"/>
                        </a:spcAft>
                        <a:buNone/>
                      </a:pPr>
                      <a:r>
                        <a:rPr lang="en-US" sz="1400" b="1" kern="100" cap="none" spc="0" dirty="0">
                          <a:ln w="0"/>
                          <a:solidFill>
                            <a:schemeClr val="tx1"/>
                          </a:solidFill>
                          <a:effectLst>
                            <a:outerShdw blurRad="38100" dist="19050" dir="2700000" algn="tl" rotWithShape="0">
                              <a:schemeClr val="dk1">
                                <a:alpha val="40000"/>
                              </a:schemeClr>
                            </a:outerShdw>
                          </a:effectLst>
                        </a:rPr>
                        <a:t>HR-</a:t>
                      </a:r>
                      <a:r>
                        <a:rPr lang="en-US" sz="1400" b="1" kern="100" cap="none" spc="0" dirty="0" err="1">
                          <a:ln w="0"/>
                          <a:solidFill>
                            <a:schemeClr val="tx1"/>
                          </a:solidFill>
                          <a:effectLst>
                            <a:outerShdw blurRad="38100" dist="19050" dir="2700000" algn="tl" rotWithShape="0">
                              <a:schemeClr val="dk1">
                                <a:alpha val="40000"/>
                              </a:schemeClr>
                            </a:outerShdw>
                          </a:effectLst>
                        </a:rPr>
                        <a:t>директор</a:t>
                      </a:r>
                      <a:endParaRPr lang="ru-RU"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T w="12700" cap="flat" cmpd="sng" algn="ctr">
                      <a:solidFill>
                        <a:schemeClr val="tx1"/>
                      </a:solidFill>
                      <a:prstDash val="solid"/>
                      <a:round/>
                      <a:headEnd type="none" w="med" len="med"/>
                      <a:tailEnd type="none" w="med" len="med"/>
                    </a:lnT>
                    <a:solidFill>
                      <a:srgbClr val="FFCFD0"/>
                    </a:solidFill>
                  </a:tcPr>
                </a:tc>
                <a:tc>
                  <a:txBody>
                    <a:bodyPr/>
                    <a:lstStyle/>
                    <a:p>
                      <a:pPr marL="0" marR="0" algn="ctr">
                        <a:lnSpc>
                          <a:spcPct val="115000"/>
                        </a:lnSpc>
                        <a:spcAft>
                          <a:spcPts val="800"/>
                        </a:spcAft>
                        <a:buNone/>
                      </a:pPr>
                      <a:r>
                        <a:rPr lang="en-US" sz="1400" b="1" kern="100" cap="none" spc="0" dirty="0">
                          <a:ln w="0"/>
                          <a:solidFill>
                            <a:schemeClr val="tx1"/>
                          </a:solidFill>
                          <a:effectLst>
                            <a:outerShdw blurRad="38100" dist="19050" dir="2700000" algn="tl" rotWithShape="0">
                              <a:schemeClr val="dk1">
                                <a:alpha val="40000"/>
                              </a:schemeClr>
                            </a:outerShdw>
                          </a:effectLst>
                        </a:rPr>
                        <a:t>QA (</a:t>
                      </a:r>
                      <a:r>
                        <a:rPr lang="en-US" sz="1400" b="1" kern="100" cap="none" spc="0" dirty="0" err="1">
                          <a:ln w="0"/>
                          <a:solidFill>
                            <a:schemeClr val="tx1"/>
                          </a:solidFill>
                          <a:effectLst>
                            <a:outerShdw blurRad="38100" dist="19050" dir="2700000" algn="tl" rotWithShape="0">
                              <a:schemeClr val="dk1">
                                <a:alpha val="40000"/>
                              </a:schemeClr>
                            </a:outerShdw>
                          </a:effectLst>
                        </a:rPr>
                        <a:t>Тестировщик</a:t>
                      </a:r>
                      <a:r>
                        <a:rPr lang="en-US" sz="1400" b="1" kern="100" cap="none" spc="0" dirty="0">
                          <a:ln w="0"/>
                          <a:solidFill>
                            <a:schemeClr val="tx1"/>
                          </a:solidFill>
                          <a:effectLst>
                            <a:outerShdw blurRad="38100" dist="19050" dir="2700000" algn="tl" rotWithShape="0">
                              <a:schemeClr val="dk1">
                                <a:alpha val="40000"/>
                              </a:schemeClr>
                            </a:outerShdw>
                          </a:effectLst>
                        </a:rPr>
                        <a:t>)</a:t>
                      </a:r>
                      <a:endParaRPr lang="ru-RU"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T w="12700" cap="flat" cmpd="sng" algn="ctr">
                      <a:solidFill>
                        <a:schemeClr val="tx1"/>
                      </a:solidFill>
                      <a:prstDash val="solid"/>
                      <a:round/>
                      <a:headEnd type="none" w="med" len="med"/>
                      <a:tailEnd type="none" w="med" len="med"/>
                    </a:lnT>
                    <a:solidFill>
                      <a:srgbClr val="FFCFD0"/>
                    </a:solidFill>
                  </a:tcPr>
                </a:tc>
                <a:tc>
                  <a:txBody>
                    <a:bodyPr/>
                    <a:lstStyle/>
                    <a:p>
                      <a:pPr marL="0" marR="0" algn="ctr">
                        <a:lnSpc>
                          <a:spcPct val="115000"/>
                        </a:lnSpc>
                        <a:spcAft>
                          <a:spcPts val="800"/>
                        </a:spcAft>
                        <a:buNone/>
                      </a:pPr>
                      <a:r>
                        <a:rPr lang="ru-RU" sz="1400" b="1" kern="100" cap="none" spc="0" dirty="0">
                          <a:ln w="0"/>
                          <a:solidFill>
                            <a:schemeClr val="tx1"/>
                          </a:solidFill>
                          <a:effectLst>
                            <a:outerShdw blurRad="38100" dist="19050" dir="2700000" algn="tl" rotWithShape="0">
                              <a:schemeClr val="dk1">
                                <a:alpha val="40000"/>
                              </a:schemeClr>
                            </a:outerShdw>
                          </a:effectLst>
                        </a:rPr>
                        <a:t>Конечные пользователи (</a:t>
                      </a:r>
                      <a:r>
                        <a:rPr lang="en-US" sz="1400" b="1" kern="100" cap="none" spc="0" dirty="0">
                          <a:ln w="0"/>
                          <a:solidFill>
                            <a:schemeClr val="tx1"/>
                          </a:solidFill>
                          <a:effectLst>
                            <a:outerShdw blurRad="38100" dist="19050" dir="2700000" algn="tl" rotWithShape="0">
                              <a:schemeClr val="dk1">
                                <a:alpha val="40000"/>
                              </a:schemeClr>
                            </a:outerShdw>
                          </a:effectLst>
                        </a:rPr>
                        <a:t>HR</a:t>
                      </a:r>
                      <a:r>
                        <a:rPr lang="ru-RU" sz="1400" b="1" kern="100" cap="none" spc="0" dirty="0">
                          <a:ln w="0"/>
                          <a:solidFill>
                            <a:schemeClr val="tx1"/>
                          </a:solidFill>
                          <a:effectLst>
                            <a:outerShdw blurRad="38100" dist="19050" dir="2700000" algn="tl" rotWithShape="0">
                              <a:schemeClr val="dk1">
                                <a:alpha val="40000"/>
                              </a:schemeClr>
                            </a:outerShdw>
                          </a:effectLst>
                        </a:rPr>
                        <a:t> на местах)</a:t>
                      </a:r>
                      <a:endParaRPr lang="ru-RU"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CFD0"/>
                    </a:solidFill>
                  </a:tcPr>
                </a:tc>
                <a:extLst>
                  <a:ext uri="{0D108BD9-81ED-4DB2-BD59-A6C34878D82A}">
                    <a16:rowId xmlns:a16="http://schemas.microsoft.com/office/drawing/2014/main" val="1589865754"/>
                  </a:ext>
                </a:extLst>
              </a:tr>
              <a:tr h="305735">
                <a:tc>
                  <a:txBody>
                    <a:bodyPr/>
                    <a:lstStyle/>
                    <a:p>
                      <a:pPr marL="0" marR="0" algn="just">
                        <a:lnSpc>
                          <a:spcPct val="115000"/>
                        </a:lnSpc>
                        <a:spcAft>
                          <a:spcPts val="800"/>
                        </a:spcAft>
                        <a:buNone/>
                      </a:pPr>
                      <a:r>
                        <a:rPr lang="ru-RU" sz="1400" b="1" kern="100" cap="none" spc="0" dirty="0">
                          <a:ln w="0"/>
                          <a:solidFill>
                            <a:schemeClr val="tx1"/>
                          </a:solidFill>
                          <a:effectLst>
                            <a:outerShdw blurRad="38100" dist="19050" dir="2700000" algn="tl" rotWithShape="0">
                              <a:schemeClr val="dk1">
                                <a:alpha val="40000"/>
                              </a:schemeClr>
                            </a:outerShdw>
                          </a:effectLst>
                        </a:rPr>
                        <a:t>Определение целей и границ проекта</a:t>
                      </a:r>
                      <a:endParaRPr lang="ru-RU"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L w="12700" cap="flat" cmpd="sng" algn="ctr">
                      <a:solidFill>
                        <a:schemeClr val="tx1"/>
                      </a:solidFill>
                      <a:prstDash val="solid"/>
                      <a:round/>
                      <a:headEnd type="none" w="med" len="med"/>
                      <a:tailEnd type="none" w="med" len="med"/>
                    </a:lnL>
                    <a:solidFill>
                      <a:srgbClr val="FFCFD0"/>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A</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R</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ru-RU" sz="1400" b="1" kern="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 </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C</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ru-RU" sz="1400" b="1" kern="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 </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I</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R w="12700" cap="flat" cmpd="sng" algn="ctr">
                      <a:solidFill>
                        <a:schemeClr val="tx1"/>
                      </a:solidFill>
                      <a:prstDash val="solid"/>
                      <a:round/>
                      <a:headEnd type="none" w="med" len="med"/>
                      <a:tailEnd type="none" w="med" len="med"/>
                    </a:lnR>
                    <a:solidFill>
                      <a:srgbClr val="FFE7E8"/>
                    </a:solidFill>
                  </a:tcPr>
                </a:tc>
                <a:extLst>
                  <a:ext uri="{0D108BD9-81ED-4DB2-BD59-A6C34878D82A}">
                    <a16:rowId xmlns:a16="http://schemas.microsoft.com/office/drawing/2014/main" val="71119825"/>
                  </a:ext>
                </a:extLst>
              </a:tr>
              <a:tr h="409836">
                <a:tc>
                  <a:txBody>
                    <a:bodyPr/>
                    <a:lstStyle/>
                    <a:p>
                      <a:pPr marL="0" marR="0" algn="just">
                        <a:lnSpc>
                          <a:spcPct val="115000"/>
                        </a:lnSpc>
                        <a:spcAft>
                          <a:spcPts val="800"/>
                        </a:spcAft>
                        <a:buNone/>
                      </a:pPr>
                      <a:r>
                        <a:rPr lang="ru-RU" sz="1400" b="1" kern="100" cap="none" spc="0" dirty="0">
                          <a:ln w="0"/>
                          <a:solidFill>
                            <a:schemeClr val="tx1"/>
                          </a:solidFill>
                          <a:effectLst>
                            <a:outerShdw blurRad="38100" dist="19050" dir="2700000" algn="tl" rotWithShape="0">
                              <a:schemeClr val="dk1">
                                <a:alpha val="40000"/>
                              </a:schemeClr>
                            </a:outerShdw>
                          </a:effectLst>
                        </a:rPr>
                        <a:t>Анализ текущего состояния (</a:t>
                      </a:r>
                      <a:r>
                        <a:rPr lang="en-US" sz="1400" b="1" kern="100" cap="none" spc="0" dirty="0">
                          <a:ln w="0"/>
                          <a:solidFill>
                            <a:schemeClr val="tx1"/>
                          </a:solidFill>
                          <a:effectLst>
                            <a:outerShdw blurRad="38100" dist="19050" dir="2700000" algn="tl" rotWithShape="0">
                              <a:schemeClr val="dk1">
                                <a:alpha val="40000"/>
                              </a:schemeClr>
                            </a:outerShdw>
                          </a:effectLst>
                        </a:rPr>
                        <a:t>AS</a:t>
                      </a:r>
                      <a:r>
                        <a:rPr lang="ru-RU" sz="1400" b="1" kern="100" cap="none" spc="0" dirty="0">
                          <a:ln w="0"/>
                          <a:solidFill>
                            <a:schemeClr val="tx1"/>
                          </a:solidFill>
                          <a:effectLst>
                            <a:outerShdw blurRad="38100" dist="19050" dir="2700000" algn="tl" rotWithShape="0">
                              <a:schemeClr val="dk1">
                                <a:alpha val="40000"/>
                              </a:schemeClr>
                            </a:outerShdw>
                          </a:effectLst>
                        </a:rPr>
                        <a:t>-</a:t>
                      </a:r>
                      <a:r>
                        <a:rPr lang="en-US" sz="1400" b="1" kern="100" cap="none" spc="0" dirty="0">
                          <a:ln w="0"/>
                          <a:solidFill>
                            <a:schemeClr val="tx1"/>
                          </a:solidFill>
                          <a:effectLst>
                            <a:outerShdw blurRad="38100" dist="19050" dir="2700000" algn="tl" rotWithShape="0">
                              <a:schemeClr val="dk1">
                                <a:alpha val="40000"/>
                              </a:schemeClr>
                            </a:outerShdw>
                          </a:effectLst>
                        </a:rPr>
                        <a:t>IS</a:t>
                      </a:r>
                      <a:r>
                        <a:rPr lang="ru-RU" sz="1400" b="1" kern="100" cap="none" spc="0" dirty="0">
                          <a:ln w="0"/>
                          <a:solidFill>
                            <a:schemeClr val="tx1"/>
                          </a:solidFill>
                          <a:effectLst>
                            <a:outerShdw blurRad="38100" dist="19050" dir="2700000" algn="tl" rotWithShape="0">
                              <a:schemeClr val="dk1">
                                <a:alpha val="40000"/>
                              </a:schemeClr>
                            </a:outerShdw>
                          </a:effectLst>
                        </a:rPr>
                        <a:t>)</a:t>
                      </a:r>
                      <a:endParaRPr lang="ru-RU"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L w="12700" cap="flat" cmpd="sng" algn="ctr">
                      <a:solidFill>
                        <a:schemeClr val="tx1"/>
                      </a:solidFill>
                      <a:prstDash val="solid"/>
                      <a:round/>
                      <a:headEnd type="none" w="med" len="med"/>
                      <a:tailEnd type="none" w="med" len="med"/>
                    </a:lnL>
                    <a:solidFill>
                      <a:srgbClr val="FFCFD0"/>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R</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A</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ru-RU" sz="1400" b="1" kern="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 </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C</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ru-RU" sz="1400" b="1" kern="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 </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I</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R w="12700" cap="flat" cmpd="sng" algn="ctr">
                      <a:solidFill>
                        <a:schemeClr val="tx1"/>
                      </a:solidFill>
                      <a:prstDash val="solid"/>
                      <a:round/>
                      <a:headEnd type="none" w="med" len="med"/>
                      <a:tailEnd type="none" w="med" len="med"/>
                    </a:lnR>
                    <a:solidFill>
                      <a:srgbClr val="FFE7E8"/>
                    </a:solidFill>
                  </a:tcPr>
                </a:tc>
                <a:extLst>
                  <a:ext uri="{0D108BD9-81ED-4DB2-BD59-A6C34878D82A}">
                    <a16:rowId xmlns:a16="http://schemas.microsoft.com/office/drawing/2014/main" val="2247727682"/>
                  </a:ext>
                </a:extLst>
              </a:tr>
              <a:tr h="409836">
                <a:tc>
                  <a:txBody>
                    <a:bodyPr/>
                    <a:lstStyle/>
                    <a:p>
                      <a:pPr marL="0" marR="0" algn="just">
                        <a:lnSpc>
                          <a:spcPct val="115000"/>
                        </a:lnSpc>
                        <a:spcAft>
                          <a:spcPts val="800"/>
                        </a:spcAft>
                        <a:buNone/>
                      </a:pPr>
                      <a:r>
                        <a:rPr lang="en-US" sz="1400" b="1" kern="100" cap="none" spc="0" dirty="0" err="1">
                          <a:ln w="0"/>
                          <a:solidFill>
                            <a:schemeClr val="tx1"/>
                          </a:solidFill>
                          <a:effectLst>
                            <a:outerShdw blurRad="38100" dist="19050" dir="2700000" algn="tl" rotWithShape="0">
                              <a:schemeClr val="dk1">
                                <a:alpha val="40000"/>
                              </a:schemeClr>
                            </a:outerShdw>
                          </a:effectLst>
                        </a:rPr>
                        <a:t>Проектирование</a:t>
                      </a:r>
                      <a:r>
                        <a:rPr lang="en-US" sz="1400" b="1" kern="100" cap="none" spc="0" dirty="0">
                          <a:ln w="0"/>
                          <a:solidFill>
                            <a:schemeClr val="tx1"/>
                          </a:solidFill>
                          <a:effectLst>
                            <a:outerShdw blurRad="38100" dist="19050" dir="2700000" algn="tl" rotWithShape="0">
                              <a:schemeClr val="dk1">
                                <a:alpha val="40000"/>
                              </a:schemeClr>
                            </a:outerShdw>
                          </a:effectLst>
                        </a:rPr>
                        <a:t> </a:t>
                      </a:r>
                      <a:r>
                        <a:rPr lang="en-US" sz="1400" b="1" kern="100" cap="none" spc="0" dirty="0" err="1">
                          <a:ln w="0"/>
                          <a:solidFill>
                            <a:schemeClr val="tx1"/>
                          </a:solidFill>
                          <a:effectLst>
                            <a:outerShdw blurRad="38100" dist="19050" dir="2700000" algn="tl" rotWithShape="0">
                              <a:schemeClr val="dk1">
                                <a:alpha val="40000"/>
                              </a:schemeClr>
                            </a:outerShdw>
                          </a:effectLst>
                        </a:rPr>
                        <a:t>архитектуры</a:t>
                      </a:r>
                      <a:r>
                        <a:rPr lang="en-US" sz="1400" b="1" kern="100" cap="none" spc="0" dirty="0">
                          <a:ln w="0"/>
                          <a:solidFill>
                            <a:schemeClr val="tx1"/>
                          </a:solidFill>
                          <a:effectLst>
                            <a:outerShdw blurRad="38100" dist="19050" dir="2700000" algn="tl" rotWithShape="0">
                              <a:schemeClr val="dk1">
                                <a:alpha val="40000"/>
                              </a:schemeClr>
                            </a:outerShdw>
                          </a:effectLst>
                        </a:rPr>
                        <a:t> (Zachman, TOGAF)</a:t>
                      </a:r>
                      <a:endParaRPr lang="ru-RU"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L w="12700" cap="flat" cmpd="sng" algn="ctr">
                      <a:solidFill>
                        <a:schemeClr val="tx1"/>
                      </a:solidFill>
                      <a:prstDash val="solid"/>
                      <a:round/>
                      <a:headEnd type="none" w="med" len="med"/>
                      <a:tailEnd type="none" w="med" len="med"/>
                    </a:lnL>
                    <a:solidFill>
                      <a:srgbClr val="FFCFD0"/>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A</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R</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C</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C</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ru-RU" sz="1400" b="1" kern="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 </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ru-RU" sz="1400" b="1" kern="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 </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R w="12700" cap="flat" cmpd="sng" algn="ctr">
                      <a:solidFill>
                        <a:schemeClr val="tx1"/>
                      </a:solidFill>
                      <a:prstDash val="solid"/>
                      <a:round/>
                      <a:headEnd type="none" w="med" len="med"/>
                      <a:tailEnd type="none" w="med" len="med"/>
                    </a:lnR>
                    <a:solidFill>
                      <a:srgbClr val="FFE7E8"/>
                    </a:solidFill>
                  </a:tcPr>
                </a:tc>
                <a:extLst>
                  <a:ext uri="{0D108BD9-81ED-4DB2-BD59-A6C34878D82A}">
                    <a16:rowId xmlns:a16="http://schemas.microsoft.com/office/drawing/2014/main" val="2014568980"/>
                  </a:ext>
                </a:extLst>
              </a:tr>
              <a:tr h="409836">
                <a:tc>
                  <a:txBody>
                    <a:bodyPr/>
                    <a:lstStyle/>
                    <a:p>
                      <a:pPr marL="0" marR="0" algn="just">
                        <a:lnSpc>
                          <a:spcPct val="115000"/>
                        </a:lnSpc>
                        <a:spcAft>
                          <a:spcPts val="800"/>
                        </a:spcAft>
                        <a:buNone/>
                      </a:pPr>
                      <a:r>
                        <a:rPr lang="en-US" sz="1400" b="1" kern="100" cap="none" spc="0" dirty="0" err="1">
                          <a:ln w="0"/>
                          <a:solidFill>
                            <a:schemeClr val="tx1"/>
                          </a:solidFill>
                          <a:effectLst>
                            <a:outerShdw blurRad="38100" dist="19050" dir="2700000" algn="tl" rotWithShape="0">
                              <a:schemeClr val="dk1">
                                <a:alpha val="40000"/>
                              </a:schemeClr>
                            </a:outerShdw>
                          </a:effectLst>
                        </a:rPr>
                        <a:t>Выбор</a:t>
                      </a:r>
                      <a:r>
                        <a:rPr lang="en-US" sz="1400" b="1" kern="100" cap="none" spc="0" dirty="0">
                          <a:ln w="0"/>
                          <a:solidFill>
                            <a:schemeClr val="tx1"/>
                          </a:solidFill>
                          <a:effectLst>
                            <a:outerShdw blurRad="38100" dist="19050" dir="2700000" algn="tl" rotWithShape="0">
                              <a:schemeClr val="dk1">
                                <a:alpha val="40000"/>
                              </a:schemeClr>
                            </a:outerShdw>
                          </a:effectLst>
                        </a:rPr>
                        <a:t> HRM-</a:t>
                      </a:r>
                      <a:r>
                        <a:rPr lang="en-US" sz="1400" b="1" kern="100" cap="none" spc="0" dirty="0" err="1">
                          <a:ln w="0"/>
                          <a:solidFill>
                            <a:schemeClr val="tx1"/>
                          </a:solidFill>
                          <a:effectLst>
                            <a:outerShdw blurRad="38100" dist="19050" dir="2700000" algn="tl" rotWithShape="0">
                              <a:schemeClr val="dk1">
                                <a:alpha val="40000"/>
                              </a:schemeClr>
                            </a:outerShdw>
                          </a:effectLst>
                        </a:rPr>
                        <a:t>решения</a:t>
                      </a:r>
                      <a:r>
                        <a:rPr lang="en-US" sz="1400" b="1" kern="100" cap="none" spc="0" dirty="0">
                          <a:ln w="0"/>
                          <a:solidFill>
                            <a:schemeClr val="tx1"/>
                          </a:solidFill>
                          <a:effectLst>
                            <a:outerShdw blurRad="38100" dist="19050" dir="2700000" algn="tl" rotWithShape="0">
                              <a:schemeClr val="dk1">
                                <a:alpha val="40000"/>
                              </a:schemeClr>
                            </a:outerShdw>
                          </a:effectLst>
                        </a:rPr>
                        <a:t> (SAP / Oracle / </a:t>
                      </a:r>
                      <a:r>
                        <a:rPr lang="en-US" sz="1400" b="1" kern="100" cap="none" spc="0" dirty="0" err="1">
                          <a:ln w="0"/>
                          <a:solidFill>
                            <a:schemeClr val="tx1"/>
                          </a:solidFill>
                          <a:effectLst>
                            <a:outerShdw blurRad="38100" dist="19050" dir="2700000" algn="tl" rotWithShape="0">
                              <a:schemeClr val="dk1">
                                <a:alpha val="40000"/>
                              </a:schemeClr>
                            </a:outerShdw>
                          </a:effectLst>
                        </a:rPr>
                        <a:t>Experium</a:t>
                      </a:r>
                      <a:r>
                        <a:rPr lang="en-US" sz="1400" b="1" kern="100" cap="none" spc="0" dirty="0">
                          <a:ln w="0"/>
                          <a:solidFill>
                            <a:schemeClr val="tx1"/>
                          </a:solidFill>
                          <a:effectLst>
                            <a:outerShdw blurRad="38100" dist="19050" dir="2700000" algn="tl" rotWithShape="0">
                              <a:schemeClr val="dk1">
                                <a:alpha val="40000"/>
                              </a:schemeClr>
                            </a:outerShdw>
                          </a:effectLst>
                        </a:rPr>
                        <a:t>)</a:t>
                      </a:r>
                      <a:endParaRPr lang="ru-RU"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L w="12700" cap="flat" cmpd="sng" algn="ctr">
                      <a:solidFill>
                        <a:schemeClr val="tx1"/>
                      </a:solidFill>
                      <a:prstDash val="solid"/>
                      <a:round/>
                      <a:headEnd type="none" w="med" len="med"/>
                      <a:tailEnd type="none" w="med" len="med"/>
                    </a:lnL>
                    <a:solidFill>
                      <a:srgbClr val="FFCFD0"/>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R</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R</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A</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C</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ru-RU" sz="1400" b="1" kern="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 </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ru-RU" sz="1400" b="1" kern="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 </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R w="12700" cap="flat" cmpd="sng" algn="ctr">
                      <a:solidFill>
                        <a:schemeClr val="tx1"/>
                      </a:solidFill>
                      <a:prstDash val="solid"/>
                      <a:round/>
                      <a:headEnd type="none" w="med" len="med"/>
                      <a:tailEnd type="none" w="med" len="med"/>
                    </a:lnR>
                    <a:solidFill>
                      <a:srgbClr val="FFE7E8"/>
                    </a:solidFill>
                  </a:tcPr>
                </a:tc>
                <a:extLst>
                  <a:ext uri="{0D108BD9-81ED-4DB2-BD59-A6C34878D82A}">
                    <a16:rowId xmlns:a16="http://schemas.microsoft.com/office/drawing/2014/main" val="3413026906"/>
                  </a:ext>
                </a:extLst>
              </a:tr>
              <a:tr h="305735">
                <a:tc>
                  <a:txBody>
                    <a:bodyPr/>
                    <a:lstStyle/>
                    <a:p>
                      <a:pPr marL="0" marR="0" algn="just">
                        <a:lnSpc>
                          <a:spcPct val="115000"/>
                        </a:lnSpc>
                        <a:spcAft>
                          <a:spcPts val="800"/>
                        </a:spcAft>
                        <a:buNone/>
                      </a:pPr>
                      <a:r>
                        <a:rPr lang="en-US" sz="1400" b="1" kern="100" cap="none" spc="0" dirty="0" err="1">
                          <a:ln w="0"/>
                          <a:solidFill>
                            <a:schemeClr val="tx1"/>
                          </a:solidFill>
                          <a:effectLst>
                            <a:outerShdw blurRad="38100" dist="19050" dir="2700000" algn="tl" rotWithShape="0">
                              <a:schemeClr val="dk1">
                                <a:alpha val="40000"/>
                              </a:schemeClr>
                            </a:outerShdw>
                          </a:effectLst>
                        </a:rPr>
                        <a:t>Разработка</a:t>
                      </a:r>
                      <a:r>
                        <a:rPr lang="en-US" sz="1400" b="1" kern="100" cap="none" spc="0" dirty="0">
                          <a:ln w="0"/>
                          <a:solidFill>
                            <a:schemeClr val="tx1"/>
                          </a:solidFill>
                          <a:effectLst>
                            <a:outerShdw blurRad="38100" dist="19050" dir="2700000" algn="tl" rotWithShape="0">
                              <a:schemeClr val="dk1">
                                <a:alpha val="40000"/>
                              </a:schemeClr>
                            </a:outerShdw>
                          </a:effectLst>
                        </a:rPr>
                        <a:t> </a:t>
                      </a:r>
                      <a:r>
                        <a:rPr lang="en-US" sz="1400" b="1" kern="100" cap="none" spc="0" dirty="0" err="1">
                          <a:ln w="0"/>
                          <a:solidFill>
                            <a:schemeClr val="tx1"/>
                          </a:solidFill>
                          <a:effectLst>
                            <a:outerShdw blurRad="38100" dist="19050" dir="2700000" algn="tl" rotWithShape="0">
                              <a:schemeClr val="dk1">
                                <a:alpha val="40000"/>
                              </a:schemeClr>
                            </a:outerShdw>
                          </a:effectLst>
                        </a:rPr>
                        <a:t>технического</a:t>
                      </a:r>
                      <a:r>
                        <a:rPr lang="en-US" sz="1400" b="1" kern="100" cap="none" spc="0" dirty="0">
                          <a:ln w="0"/>
                          <a:solidFill>
                            <a:schemeClr val="tx1"/>
                          </a:solidFill>
                          <a:effectLst>
                            <a:outerShdw blurRad="38100" dist="19050" dir="2700000" algn="tl" rotWithShape="0">
                              <a:schemeClr val="dk1">
                                <a:alpha val="40000"/>
                              </a:schemeClr>
                            </a:outerShdw>
                          </a:effectLst>
                        </a:rPr>
                        <a:t> </a:t>
                      </a:r>
                      <a:r>
                        <a:rPr lang="en-US" sz="1400" b="1" kern="100" cap="none" spc="0" dirty="0" err="1">
                          <a:ln w="0"/>
                          <a:solidFill>
                            <a:schemeClr val="tx1"/>
                          </a:solidFill>
                          <a:effectLst>
                            <a:outerShdw blurRad="38100" dist="19050" dir="2700000" algn="tl" rotWithShape="0">
                              <a:schemeClr val="dk1">
                                <a:alpha val="40000"/>
                              </a:schemeClr>
                            </a:outerShdw>
                          </a:effectLst>
                        </a:rPr>
                        <a:t>задания</a:t>
                      </a:r>
                      <a:r>
                        <a:rPr lang="en-US" sz="1400" b="1" kern="100" cap="none" spc="0" dirty="0">
                          <a:ln w="0"/>
                          <a:solidFill>
                            <a:schemeClr val="tx1"/>
                          </a:solidFill>
                          <a:effectLst>
                            <a:outerShdw blurRad="38100" dist="19050" dir="2700000" algn="tl" rotWithShape="0">
                              <a:schemeClr val="dk1">
                                <a:alpha val="40000"/>
                              </a:schemeClr>
                            </a:outerShdw>
                          </a:effectLst>
                        </a:rPr>
                        <a:t> (ТЗ)</a:t>
                      </a:r>
                      <a:endParaRPr lang="ru-RU"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L w="12700" cap="flat" cmpd="sng" algn="ctr">
                      <a:solidFill>
                        <a:schemeClr val="tx1"/>
                      </a:solidFill>
                      <a:prstDash val="solid"/>
                      <a:round/>
                      <a:headEnd type="none" w="med" len="med"/>
                      <a:tailEnd type="none" w="med" len="med"/>
                    </a:lnL>
                    <a:solidFill>
                      <a:srgbClr val="FFCFD0"/>
                    </a:solidFill>
                  </a:tcPr>
                </a:tc>
                <a:tc>
                  <a:txBody>
                    <a:bodyPr/>
                    <a:lstStyle/>
                    <a:p>
                      <a:pPr marL="0" marR="0" algn="ctr">
                        <a:lnSpc>
                          <a:spcPct val="115000"/>
                        </a:lnSpc>
                        <a:spcAft>
                          <a:spcPts val="800"/>
                        </a:spcAft>
                        <a:buNone/>
                      </a:pPr>
                      <a:r>
                        <a:rPr lang="en-US"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A</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R</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C</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I</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ru-RU" sz="1400" b="1" kern="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 </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ru-RU" sz="1400" b="1" kern="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 </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R w="12700" cap="flat" cmpd="sng" algn="ctr">
                      <a:solidFill>
                        <a:schemeClr val="tx1"/>
                      </a:solidFill>
                      <a:prstDash val="solid"/>
                      <a:round/>
                      <a:headEnd type="none" w="med" len="med"/>
                      <a:tailEnd type="none" w="med" len="med"/>
                    </a:lnR>
                    <a:solidFill>
                      <a:srgbClr val="FFE7E8"/>
                    </a:solidFill>
                  </a:tcPr>
                </a:tc>
                <a:extLst>
                  <a:ext uri="{0D108BD9-81ED-4DB2-BD59-A6C34878D82A}">
                    <a16:rowId xmlns:a16="http://schemas.microsoft.com/office/drawing/2014/main" val="3268693685"/>
                  </a:ext>
                </a:extLst>
              </a:tr>
              <a:tr h="305735">
                <a:tc>
                  <a:txBody>
                    <a:bodyPr/>
                    <a:lstStyle/>
                    <a:p>
                      <a:pPr marL="0" marR="0" algn="just">
                        <a:lnSpc>
                          <a:spcPct val="115000"/>
                        </a:lnSpc>
                        <a:spcAft>
                          <a:spcPts val="800"/>
                        </a:spcAft>
                        <a:buNone/>
                      </a:pPr>
                      <a:r>
                        <a:rPr lang="en-US" sz="1400" b="1" kern="100" cap="none" spc="0" dirty="0" err="1">
                          <a:ln w="0"/>
                          <a:solidFill>
                            <a:schemeClr val="tx1"/>
                          </a:solidFill>
                          <a:effectLst>
                            <a:outerShdw blurRad="38100" dist="19050" dir="2700000" algn="tl" rotWithShape="0">
                              <a:schemeClr val="dk1">
                                <a:alpha val="40000"/>
                              </a:schemeClr>
                            </a:outerShdw>
                          </a:effectLst>
                        </a:rPr>
                        <a:t>Разработка</a:t>
                      </a:r>
                      <a:r>
                        <a:rPr lang="en-US" sz="1400" b="1" kern="100" cap="none" spc="0" dirty="0">
                          <a:ln w="0"/>
                          <a:solidFill>
                            <a:schemeClr val="tx1"/>
                          </a:solidFill>
                          <a:effectLst>
                            <a:outerShdw blurRad="38100" dist="19050" dir="2700000" algn="tl" rotWithShape="0">
                              <a:schemeClr val="dk1">
                                <a:alpha val="40000"/>
                              </a:schemeClr>
                            </a:outerShdw>
                          </a:effectLst>
                        </a:rPr>
                        <a:t> и </a:t>
                      </a:r>
                      <a:r>
                        <a:rPr lang="en-US" sz="1400" b="1" kern="100" cap="none" spc="0" dirty="0" err="1">
                          <a:ln w="0"/>
                          <a:solidFill>
                            <a:schemeClr val="tx1"/>
                          </a:solidFill>
                          <a:effectLst>
                            <a:outerShdw blurRad="38100" dist="19050" dir="2700000" algn="tl" rotWithShape="0">
                              <a:schemeClr val="dk1">
                                <a:alpha val="40000"/>
                              </a:schemeClr>
                            </a:outerShdw>
                          </a:effectLst>
                        </a:rPr>
                        <a:t>интеграция</a:t>
                      </a:r>
                      <a:r>
                        <a:rPr lang="en-US" sz="1400" b="1" kern="100" cap="none" spc="0" dirty="0">
                          <a:ln w="0"/>
                          <a:solidFill>
                            <a:schemeClr val="tx1"/>
                          </a:solidFill>
                          <a:effectLst>
                            <a:outerShdw blurRad="38100" dist="19050" dir="2700000" algn="tl" rotWithShape="0">
                              <a:schemeClr val="dk1">
                                <a:alpha val="40000"/>
                              </a:schemeClr>
                            </a:outerShdw>
                          </a:effectLst>
                        </a:rPr>
                        <a:t> </a:t>
                      </a:r>
                      <a:r>
                        <a:rPr lang="en-US" sz="1400" b="1" kern="100" cap="none" spc="0" dirty="0" err="1">
                          <a:ln w="0"/>
                          <a:solidFill>
                            <a:schemeClr val="tx1"/>
                          </a:solidFill>
                          <a:effectLst>
                            <a:outerShdw blurRad="38100" dist="19050" dir="2700000" algn="tl" rotWithShape="0">
                              <a:schemeClr val="dk1">
                                <a:alpha val="40000"/>
                              </a:schemeClr>
                            </a:outerShdw>
                          </a:effectLst>
                        </a:rPr>
                        <a:t>системы</a:t>
                      </a:r>
                      <a:endParaRPr lang="ru-RU"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L w="12700" cap="flat" cmpd="sng" algn="ctr">
                      <a:solidFill>
                        <a:schemeClr val="tx1"/>
                      </a:solidFill>
                      <a:prstDash val="solid"/>
                      <a:round/>
                      <a:headEnd type="none" w="med" len="med"/>
                      <a:tailEnd type="none" w="med" len="med"/>
                    </a:lnL>
                    <a:solidFill>
                      <a:srgbClr val="FFCFD0"/>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R</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C</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A</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ru-RU" sz="1400" b="1" kern="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 </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C</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ru-RU" sz="1400" b="1" kern="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 </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R w="12700" cap="flat" cmpd="sng" algn="ctr">
                      <a:solidFill>
                        <a:schemeClr val="tx1"/>
                      </a:solidFill>
                      <a:prstDash val="solid"/>
                      <a:round/>
                      <a:headEnd type="none" w="med" len="med"/>
                      <a:tailEnd type="none" w="med" len="med"/>
                    </a:lnR>
                    <a:solidFill>
                      <a:srgbClr val="FFE7E8"/>
                    </a:solidFill>
                  </a:tcPr>
                </a:tc>
                <a:extLst>
                  <a:ext uri="{0D108BD9-81ED-4DB2-BD59-A6C34878D82A}">
                    <a16:rowId xmlns:a16="http://schemas.microsoft.com/office/drawing/2014/main" val="1157420224"/>
                  </a:ext>
                </a:extLst>
              </a:tr>
              <a:tr h="409836">
                <a:tc>
                  <a:txBody>
                    <a:bodyPr/>
                    <a:lstStyle/>
                    <a:p>
                      <a:pPr marL="0" marR="0" algn="l">
                        <a:lnSpc>
                          <a:spcPct val="115000"/>
                        </a:lnSpc>
                        <a:spcAft>
                          <a:spcPts val="800"/>
                        </a:spcAft>
                        <a:buNone/>
                      </a:pPr>
                      <a:r>
                        <a:rPr lang="ru-RU" sz="1400" b="1" kern="100" cap="none" spc="0" dirty="0">
                          <a:ln w="0"/>
                          <a:solidFill>
                            <a:schemeClr val="tx1"/>
                          </a:solidFill>
                          <a:effectLst>
                            <a:outerShdw blurRad="38100" dist="19050" dir="2700000" algn="tl" rotWithShape="0">
                              <a:schemeClr val="dk1">
                                <a:alpha val="40000"/>
                              </a:schemeClr>
                            </a:outerShdw>
                          </a:effectLst>
                        </a:rPr>
                        <a:t>Внутреннее тестирование и проверка совместимости</a:t>
                      </a:r>
                      <a:endParaRPr lang="ru-RU"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L w="12700" cap="flat" cmpd="sng" algn="ctr">
                      <a:solidFill>
                        <a:schemeClr val="tx1"/>
                      </a:solidFill>
                      <a:prstDash val="solid"/>
                      <a:round/>
                      <a:headEnd type="none" w="med" len="med"/>
                      <a:tailEnd type="none" w="med" len="med"/>
                    </a:lnL>
                    <a:solidFill>
                      <a:srgbClr val="FFCFD0"/>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C</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C</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R</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I</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A</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I</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R w="12700" cap="flat" cmpd="sng" algn="ctr">
                      <a:solidFill>
                        <a:schemeClr val="tx1"/>
                      </a:solidFill>
                      <a:prstDash val="solid"/>
                      <a:round/>
                      <a:headEnd type="none" w="med" len="med"/>
                      <a:tailEnd type="none" w="med" len="med"/>
                    </a:lnR>
                    <a:solidFill>
                      <a:srgbClr val="FFE7E8"/>
                    </a:solidFill>
                  </a:tcPr>
                </a:tc>
                <a:extLst>
                  <a:ext uri="{0D108BD9-81ED-4DB2-BD59-A6C34878D82A}">
                    <a16:rowId xmlns:a16="http://schemas.microsoft.com/office/drawing/2014/main" val="3190795907"/>
                  </a:ext>
                </a:extLst>
              </a:tr>
              <a:tr h="305735">
                <a:tc>
                  <a:txBody>
                    <a:bodyPr/>
                    <a:lstStyle/>
                    <a:p>
                      <a:pPr marL="0" marR="0" algn="just">
                        <a:lnSpc>
                          <a:spcPct val="115000"/>
                        </a:lnSpc>
                        <a:spcAft>
                          <a:spcPts val="800"/>
                        </a:spcAft>
                        <a:buNone/>
                      </a:pPr>
                      <a:r>
                        <a:rPr lang="ru-RU" sz="1400" b="1" kern="100" cap="none" spc="0" dirty="0">
                          <a:ln w="0"/>
                          <a:solidFill>
                            <a:schemeClr val="tx1"/>
                          </a:solidFill>
                          <a:effectLst>
                            <a:outerShdw blurRad="38100" dist="19050" dir="2700000" algn="tl" rotWithShape="0">
                              <a:schemeClr val="dk1">
                                <a:alpha val="40000"/>
                              </a:schemeClr>
                            </a:outerShdw>
                          </a:effectLst>
                        </a:rPr>
                        <a:t>Миграция и очистка данных (</a:t>
                      </a:r>
                      <a:r>
                        <a:rPr lang="en-US" sz="1400" b="1" kern="100" cap="none" spc="0" dirty="0">
                          <a:ln w="0"/>
                          <a:solidFill>
                            <a:schemeClr val="tx1"/>
                          </a:solidFill>
                          <a:effectLst>
                            <a:outerShdw blurRad="38100" dist="19050" dir="2700000" algn="tl" rotWithShape="0">
                              <a:schemeClr val="dk1">
                                <a:alpha val="40000"/>
                              </a:schemeClr>
                            </a:outerShdw>
                          </a:effectLst>
                        </a:rPr>
                        <a:t>ETL</a:t>
                      </a:r>
                      <a:r>
                        <a:rPr lang="ru-RU" sz="1400" b="1" kern="100" cap="none" spc="0" dirty="0">
                          <a:ln w="0"/>
                          <a:solidFill>
                            <a:schemeClr val="tx1"/>
                          </a:solidFill>
                          <a:effectLst>
                            <a:outerShdw blurRad="38100" dist="19050" dir="2700000" algn="tl" rotWithShape="0">
                              <a:schemeClr val="dk1">
                                <a:alpha val="40000"/>
                              </a:schemeClr>
                            </a:outerShdw>
                          </a:effectLst>
                        </a:rPr>
                        <a:t>)</a:t>
                      </a:r>
                      <a:endParaRPr lang="ru-RU"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L w="12700" cap="flat" cmpd="sng" algn="ctr">
                      <a:solidFill>
                        <a:schemeClr val="tx1"/>
                      </a:solidFill>
                      <a:prstDash val="solid"/>
                      <a:round/>
                      <a:headEnd type="none" w="med" len="med"/>
                      <a:tailEnd type="none" w="med" len="med"/>
                    </a:lnL>
                    <a:solidFill>
                      <a:srgbClr val="FFCFD0"/>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C</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C</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A</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I</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R</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ru-RU" sz="1400" b="1" kern="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 </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R w="12700" cap="flat" cmpd="sng" algn="ctr">
                      <a:solidFill>
                        <a:schemeClr val="tx1"/>
                      </a:solidFill>
                      <a:prstDash val="solid"/>
                      <a:round/>
                      <a:headEnd type="none" w="med" len="med"/>
                      <a:tailEnd type="none" w="med" len="med"/>
                    </a:lnR>
                    <a:solidFill>
                      <a:srgbClr val="FFE7E8"/>
                    </a:solidFill>
                  </a:tcPr>
                </a:tc>
                <a:extLst>
                  <a:ext uri="{0D108BD9-81ED-4DB2-BD59-A6C34878D82A}">
                    <a16:rowId xmlns:a16="http://schemas.microsoft.com/office/drawing/2014/main" val="385636979"/>
                  </a:ext>
                </a:extLst>
              </a:tr>
              <a:tr h="375096">
                <a:tc>
                  <a:txBody>
                    <a:bodyPr/>
                    <a:lstStyle/>
                    <a:p>
                      <a:pPr marL="0" marR="0" algn="just">
                        <a:lnSpc>
                          <a:spcPct val="115000"/>
                        </a:lnSpc>
                        <a:spcAft>
                          <a:spcPts val="800"/>
                        </a:spcAft>
                        <a:buNone/>
                      </a:pPr>
                      <a:r>
                        <a:rPr lang="ru-RU" sz="1400" b="1" kern="100" cap="none" spc="0" dirty="0">
                          <a:ln w="0"/>
                          <a:solidFill>
                            <a:schemeClr val="tx1"/>
                          </a:solidFill>
                          <a:effectLst>
                            <a:outerShdw blurRad="38100" dist="19050" dir="2700000" algn="tl" rotWithShape="0">
                              <a:schemeClr val="dk1">
                                <a:alpha val="40000"/>
                              </a:schemeClr>
                            </a:outerShdw>
                          </a:effectLst>
                        </a:rPr>
                        <a:t>Пилотное внедрение на заводе и ферме</a:t>
                      </a:r>
                      <a:endParaRPr lang="ru-RU"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L w="12700" cap="flat" cmpd="sng" algn="ctr">
                      <a:solidFill>
                        <a:schemeClr val="tx1"/>
                      </a:solidFill>
                      <a:prstDash val="solid"/>
                      <a:round/>
                      <a:headEnd type="none" w="med" len="med"/>
                      <a:tailEnd type="none" w="med" len="med"/>
                    </a:lnL>
                    <a:solidFill>
                      <a:srgbClr val="FFCFD0"/>
                    </a:solidFill>
                  </a:tcPr>
                </a:tc>
                <a:tc>
                  <a:txBody>
                    <a:bodyPr/>
                    <a:lstStyle/>
                    <a:p>
                      <a:pPr marL="0" marR="0" algn="ctr">
                        <a:lnSpc>
                          <a:spcPct val="115000"/>
                        </a:lnSpc>
                        <a:spcAft>
                          <a:spcPts val="800"/>
                        </a:spcAft>
                        <a:buNone/>
                      </a:pPr>
                      <a:r>
                        <a:rPr lang="en-US"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A</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R</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R</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C</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C</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I</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R w="12700" cap="flat" cmpd="sng" algn="ctr">
                      <a:solidFill>
                        <a:schemeClr val="tx1"/>
                      </a:solidFill>
                      <a:prstDash val="solid"/>
                      <a:round/>
                      <a:headEnd type="none" w="med" len="med"/>
                      <a:tailEnd type="none" w="med" len="med"/>
                    </a:lnR>
                    <a:solidFill>
                      <a:srgbClr val="FFE7E8"/>
                    </a:solidFill>
                  </a:tcPr>
                </a:tc>
                <a:extLst>
                  <a:ext uri="{0D108BD9-81ED-4DB2-BD59-A6C34878D82A}">
                    <a16:rowId xmlns:a16="http://schemas.microsoft.com/office/drawing/2014/main" val="3211452628"/>
                  </a:ext>
                </a:extLst>
              </a:tr>
              <a:tr h="305735">
                <a:tc>
                  <a:txBody>
                    <a:bodyPr/>
                    <a:lstStyle/>
                    <a:p>
                      <a:pPr marL="0" marR="0" algn="just">
                        <a:lnSpc>
                          <a:spcPct val="115000"/>
                        </a:lnSpc>
                        <a:spcAft>
                          <a:spcPts val="800"/>
                        </a:spcAft>
                        <a:buNone/>
                      </a:pPr>
                      <a:r>
                        <a:rPr lang="en-US" sz="1400" b="1" kern="100" cap="none" spc="0" dirty="0" err="1">
                          <a:ln w="0"/>
                          <a:solidFill>
                            <a:schemeClr val="tx1"/>
                          </a:solidFill>
                          <a:effectLst>
                            <a:outerShdw blurRad="38100" dist="19050" dir="2700000" algn="tl" rotWithShape="0">
                              <a:schemeClr val="dk1">
                                <a:alpha val="40000"/>
                              </a:schemeClr>
                            </a:outerShdw>
                          </a:effectLst>
                        </a:rPr>
                        <a:t>Обучение</a:t>
                      </a:r>
                      <a:r>
                        <a:rPr lang="en-US" sz="1400" b="1" kern="100" cap="none" spc="0" dirty="0">
                          <a:ln w="0"/>
                          <a:solidFill>
                            <a:schemeClr val="tx1"/>
                          </a:solidFill>
                          <a:effectLst>
                            <a:outerShdw blurRad="38100" dist="19050" dir="2700000" algn="tl" rotWithShape="0">
                              <a:schemeClr val="dk1">
                                <a:alpha val="40000"/>
                              </a:schemeClr>
                            </a:outerShdw>
                          </a:effectLst>
                        </a:rPr>
                        <a:t> </a:t>
                      </a:r>
                      <a:r>
                        <a:rPr lang="en-US" sz="1400" b="1" kern="100" cap="none" spc="0" dirty="0" err="1">
                          <a:ln w="0"/>
                          <a:solidFill>
                            <a:schemeClr val="tx1"/>
                          </a:solidFill>
                          <a:effectLst>
                            <a:outerShdw blurRad="38100" dist="19050" dir="2700000" algn="tl" rotWithShape="0">
                              <a:schemeClr val="dk1">
                                <a:alpha val="40000"/>
                              </a:schemeClr>
                            </a:outerShdw>
                          </a:effectLst>
                        </a:rPr>
                        <a:t>конечных</a:t>
                      </a:r>
                      <a:r>
                        <a:rPr lang="en-US" sz="1400" b="1" kern="100" cap="none" spc="0" dirty="0">
                          <a:ln w="0"/>
                          <a:solidFill>
                            <a:schemeClr val="tx1"/>
                          </a:solidFill>
                          <a:effectLst>
                            <a:outerShdw blurRad="38100" dist="19050" dir="2700000" algn="tl" rotWithShape="0">
                              <a:schemeClr val="dk1">
                                <a:alpha val="40000"/>
                              </a:schemeClr>
                            </a:outerShdw>
                          </a:effectLst>
                        </a:rPr>
                        <a:t> </a:t>
                      </a:r>
                      <a:r>
                        <a:rPr lang="en-US" sz="1400" b="1" kern="100" cap="none" spc="0" dirty="0" err="1">
                          <a:ln w="0"/>
                          <a:solidFill>
                            <a:schemeClr val="tx1"/>
                          </a:solidFill>
                          <a:effectLst>
                            <a:outerShdw blurRad="38100" dist="19050" dir="2700000" algn="tl" rotWithShape="0">
                              <a:schemeClr val="dk1">
                                <a:alpha val="40000"/>
                              </a:schemeClr>
                            </a:outerShdw>
                          </a:effectLst>
                        </a:rPr>
                        <a:t>пользователей</a:t>
                      </a:r>
                      <a:endParaRPr lang="ru-RU"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L w="12700" cap="flat" cmpd="sng" algn="ctr">
                      <a:solidFill>
                        <a:schemeClr val="tx1"/>
                      </a:solidFill>
                      <a:prstDash val="solid"/>
                      <a:round/>
                      <a:headEnd type="none" w="med" len="med"/>
                      <a:tailEnd type="none" w="med" len="med"/>
                    </a:lnL>
                    <a:solidFill>
                      <a:srgbClr val="FFCFD0"/>
                    </a:solidFill>
                  </a:tcPr>
                </a:tc>
                <a:tc>
                  <a:txBody>
                    <a:bodyPr/>
                    <a:lstStyle/>
                    <a:p>
                      <a:pPr marL="0" marR="0" algn="ctr">
                        <a:lnSpc>
                          <a:spcPct val="115000"/>
                        </a:lnSpc>
                        <a:spcAft>
                          <a:spcPts val="800"/>
                        </a:spcAft>
                        <a:buNone/>
                      </a:pPr>
                      <a:r>
                        <a:rPr lang="en-US"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R</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A</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ru-RU" sz="1400" b="1" kern="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 </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C</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ru-RU" sz="1400" b="1" kern="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 </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C</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R w="12700" cap="flat" cmpd="sng" algn="ctr">
                      <a:solidFill>
                        <a:schemeClr val="tx1"/>
                      </a:solidFill>
                      <a:prstDash val="solid"/>
                      <a:round/>
                      <a:headEnd type="none" w="med" len="med"/>
                      <a:tailEnd type="none" w="med" len="med"/>
                    </a:lnR>
                    <a:solidFill>
                      <a:srgbClr val="FFE7E8"/>
                    </a:solidFill>
                  </a:tcPr>
                </a:tc>
                <a:extLst>
                  <a:ext uri="{0D108BD9-81ED-4DB2-BD59-A6C34878D82A}">
                    <a16:rowId xmlns:a16="http://schemas.microsoft.com/office/drawing/2014/main" val="777098906"/>
                  </a:ext>
                </a:extLst>
              </a:tr>
              <a:tr h="305735">
                <a:tc>
                  <a:txBody>
                    <a:bodyPr/>
                    <a:lstStyle/>
                    <a:p>
                      <a:pPr marL="0" marR="0" algn="just">
                        <a:lnSpc>
                          <a:spcPct val="115000"/>
                        </a:lnSpc>
                        <a:spcAft>
                          <a:spcPts val="800"/>
                        </a:spcAft>
                        <a:buNone/>
                      </a:pPr>
                      <a:r>
                        <a:rPr lang="ru-RU" sz="1400" b="1" kern="100" cap="none" spc="0" dirty="0">
                          <a:ln w="0"/>
                          <a:solidFill>
                            <a:schemeClr val="tx1"/>
                          </a:solidFill>
                          <a:effectLst>
                            <a:outerShdw blurRad="38100" dist="19050" dir="2700000" algn="tl" rotWithShape="0">
                              <a:schemeClr val="dk1">
                                <a:alpha val="40000"/>
                              </a:schemeClr>
                            </a:outerShdw>
                          </a:effectLst>
                        </a:rPr>
                        <a:t>Сбор обратной связи от пользователей</a:t>
                      </a:r>
                      <a:endParaRPr lang="ru-RU"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L w="12700" cap="flat" cmpd="sng" algn="ctr">
                      <a:solidFill>
                        <a:schemeClr val="tx1"/>
                      </a:solidFill>
                      <a:prstDash val="solid"/>
                      <a:round/>
                      <a:headEnd type="none" w="med" len="med"/>
                      <a:tailEnd type="none" w="med" len="med"/>
                    </a:lnL>
                    <a:solidFill>
                      <a:srgbClr val="FFCFD0"/>
                    </a:solidFill>
                  </a:tcPr>
                </a:tc>
                <a:tc>
                  <a:txBody>
                    <a:bodyPr/>
                    <a:lstStyle/>
                    <a:p>
                      <a:pPr marL="0" marR="0" algn="ctr">
                        <a:lnSpc>
                          <a:spcPct val="115000"/>
                        </a:lnSpc>
                        <a:spcAft>
                          <a:spcPts val="800"/>
                        </a:spcAft>
                        <a:buNone/>
                      </a:pPr>
                      <a:r>
                        <a:rPr lang="en-US"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C</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R</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ru-RU" sz="1400" b="1" kern="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 </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C</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ru-RU" sz="1400" b="1" kern="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 </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A</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R w="12700" cap="flat" cmpd="sng" algn="ctr">
                      <a:solidFill>
                        <a:schemeClr val="tx1"/>
                      </a:solidFill>
                      <a:prstDash val="solid"/>
                      <a:round/>
                      <a:headEnd type="none" w="med" len="med"/>
                      <a:tailEnd type="none" w="med" len="med"/>
                    </a:lnR>
                    <a:solidFill>
                      <a:srgbClr val="FFE7E8"/>
                    </a:solidFill>
                  </a:tcPr>
                </a:tc>
                <a:extLst>
                  <a:ext uri="{0D108BD9-81ED-4DB2-BD59-A6C34878D82A}">
                    <a16:rowId xmlns:a16="http://schemas.microsoft.com/office/drawing/2014/main" val="2429894911"/>
                  </a:ext>
                </a:extLst>
              </a:tr>
              <a:tr h="305735">
                <a:tc>
                  <a:txBody>
                    <a:bodyPr/>
                    <a:lstStyle/>
                    <a:p>
                      <a:pPr marL="0" marR="0" algn="just">
                        <a:lnSpc>
                          <a:spcPct val="115000"/>
                        </a:lnSpc>
                        <a:spcAft>
                          <a:spcPts val="800"/>
                        </a:spcAft>
                        <a:buNone/>
                      </a:pPr>
                      <a:r>
                        <a:rPr lang="ru-RU" sz="1400" b="1" kern="100" cap="none" spc="0" dirty="0">
                          <a:ln w="0"/>
                          <a:solidFill>
                            <a:schemeClr val="tx1"/>
                          </a:solidFill>
                          <a:effectLst>
                            <a:outerShdw blurRad="38100" dist="19050" dir="2700000" algn="tl" rotWithShape="0">
                              <a:schemeClr val="dk1">
                                <a:alpha val="40000"/>
                              </a:schemeClr>
                            </a:outerShdw>
                          </a:effectLst>
                        </a:rPr>
                        <a:t>Оценка </a:t>
                      </a:r>
                      <a:r>
                        <a:rPr lang="en-US" sz="1400" b="1" kern="100" cap="none" spc="0" dirty="0">
                          <a:ln w="0"/>
                          <a:solidFill>
                            <a:schemeClr val="tx1"/>
                          </a:solidFill>
                          <a:effectLst>
                            <a:outerShdw blurRad="38100" dist="19050" dir="2700000" algn="tl" rotWithShape="0">
                              <a:schemeClr val="dk1">
                                <a:alpha val="40000"/>
                              </a:schemeClr>
                            </a:outerShdw>
                          </a:effectLst>
                        </a:rPr>
                        <a:t>KPI</a:t>
                      </a:r>
                      <a:r>
                        <a:rPr lang="ru-RU" sz="1400" b="1" kern="100" cap="none" spc="0" dirty="0">
                          <a:ln w="0"/>
                          <a:solidFill>
                            <a:schemeClr val="tx1"/>
                          </a:solidFill>
                          <a:effectLst>
                            <a:outerShdw blurRad="38100" dist="19050" dir="2700000" algn="tl" rotWithShape="0">
                              <a:schemeClr val="dk1">
                                <a:alpha val="40000"/>
                              </a:schemeClr>
                            </a:outerShdw>
                          </a:effectLst>
                        </a:rPr>
                        <a:t> и эффективности системы</a:t>
                      </a:r>
                      <a:endParaRPr lang="ru-RU"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L w="12700" cap="flat" cmpd="sng" algn="ctr">
                      <a:solidFill>
                        <a:schemeClr val="tx1"/>
                      </a:solidFill>
                      <a:prstDash val="solid"/>
                      <a:round/>
                      <a:headEnd type="none" w="med" len="med"/>
                      <a:tailEnd type="none" w="med" len="med"/>
                    </a:lnL>
                    <a:solidFill>
                      <a:srgbClr val="FFCFD0"/>
                    </a:solidFill>
                  </a:tcPr>
                </a:tc>
                <a:tc>
                  <a:txBody>
                    <a:bodyPr/>
                    <a:lstStyle/>
                    <a:p>
                      <a:pPr marL="0" marR="0" algn="ctr">
                        <a:lnSpc>
                          <a:spcPct val="115000"/>
                        </a:lnSpc>
                        <a:spcAft>
                          <a:spcPts val="800"/>
                        </a:spcAft>
                        <a:buNone/>
                      </a:pPr>
                      <a:r>
                        <a:rPr lang="en-US"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R</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A</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ru-RU" sz="1400" b="1" kern="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 </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C</a:t>
                      </a:r>
                      <a:endParaRPr lang="ru-RU" sz="1400" b="1" kern="100" cap="none" spc="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ru-RU" sz="1400" b="1" kern="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 </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solidFill>
                      <a:srgbClr val="FFE7E8"/>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C</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R w="12700" cap="flat" cmpd="sng" algn="ctr">
                      <a:solidFill>
                        <a:schemeClr val="tx1"/>
                      </a:solidFill>
                      <a:prstDash val="solid"/>
                      <a:round/>
                      <a:headEnd type="none" w="med" len="med"/>
                      <a:tailEnd type="none" w="med" len="med"/>
                    </a:lnR>
                    <a:solidFill>
                      <a:srgbClr val="FFE7E8"/>
                    </a:solidFill>
                  </a:tcPr>
                </a:tc>
                <a:extLst>
                  <a:ext uri="{0D108BD9-81ED-4DB2-BD59-A6C34878D82A}">
                    <a16:rowId xmlns:a16="http://schemas.microsoft.com/office/drawing/2014/main" val="2575803229"/>
                  </a:ext>
                </a:extLst>
              </a:tr>
              <a:tr h="409836">
                <a:tc>
                  <a:txBody>
                    <a:bodyPr/>
                    <a:lstStyle/>
                    <a:p>
                      <a:pPr marL="0" marR="0" algn="just">
                        <a:lnSpc>
                          <a:spcPct val="115000"/>
                        </a:lnSpc>
                        <a:spcAft>
                          <a:spcPts val="800"/>
                        </a:spcAft>
                        <a:buNone/>
                      </a:pPr>
                      <a:r>
                        <a:rPr lang="en-US" sz="1400" b="1" kern="100" cap="none" spc="0" dirty="0" err="1">
                          <a:ln w="0"/>
                          <a:solidFill>
                            <a:schemeClr val="tx1"/>
                          </a:solidFill>
                          <a:effectLst>
                            <a:outerShdw blurRad="38100" dist="19050" dir="2700000" algn="tl" rotWithShape="0">
                              <a:schemeClr val="dk1">
                                <a:alpha val="40000"/>
                              </a:schemeClr>
                            </a:outerShdw>
                          </a:effectLst>
                        </a:rPr>
                        <a:t>Планирование</a:t>
                      </a:r>
                      <a:r>
                        <a:rPr lang="en-US" sz="1400" b="1" kern="100" cap="none" spc="0" dirty="0">
                          <a:ln w="0"/>
                          <a:solidFill>
                            <a:schemeClr val="tx1"/>
                          </a:solidFill>
                          <a:effectLst>
                            <a:outerShdw blurRad="38100" dist="19050" dir="2700000" algn="tl" rotWithShape="0">
                              <a:schemeClr val="dk1">
                                <a:alpha val="40000"/>
                              </a:schemeClr>
                            </a:outerShdw>
                          </a:effectLst>
                        </a:rPr>
                        <a:t> </a:t>
                      </a:r>
                      <a:r>
                        <a:rPr lang="en-US" sz="1400" b="1" kern="100" cap="none" spc="0" dirty="0" err="1">
                          <a:ln w="0"/>
                          <a:solidFill>
                            <a:schemeClr val="tx1"/>
                          </a:solidFill>
                          <a:effectLst>
                            <a:outerShdw blurRad="38100" dist="19050" dir="2700000" algn="tl" rotWithShape="0">
                              <a:schemeClr val="dk1">
                                <a:alpha val="40000"/>
                              </a:schemeClr>
                            </a:outerShdw>
                          </a:effectLst>
                        </a:rPr>
                        <a:t>этапа</a:t>
                      </a:r>
                      <a:r>
                        <a:rPr lang="en-US" sz="1400" b="1" kern="100" cap="none" spc="0" dirty="0">
                          <a:ln w="0"/>
                          <a:solidFill>
                            <a:schemeClr val="tx1"/>
                          </a:solidFill>
                          <a:effectLst>
                            <a:outerShdw blurRad="38100" dist="19050" dir="2700000" algn="tl" rotWithShape="0">
                              <a:schemeClr val="dk1">
                                <a:alpha val="40000"/>
                              </a:schemeClr>
                            </a:outerShdw>
                          </a:effectLst>
                        </a:rPr>
                        <a:t> 2 (</a:t>
                      </a:r>
                      <a:r>
                        <a:rPr lang="en-US" sz="1400" b="1" kern="100" cap="none" spc="0" dirty="0" err="1">
                          <a:ln w="0"/>
                          <a:solidFill>
                            <a:schemeClr val="tx1"/>
                          </a:solidFill>
                          <a:effectLst>
                            <a:outerShdw blurRad="38100" dist="19050" dir="2700000" algn="tl" rotWithShape="0">
                              <a:schemeClr val="dk1">
                                <a:alpha val="40000"/>
                              </a:schemeClr>
                            </a:outerShdw>
                          </a:effectLst>
                        </a:rPr>
                        <a:t>масштабирование</a:t>
                      </a:r>
                      <a:r>
                        <a:rPr lang="en-US" sz="1400" b="1" kern="100" cap="none" spc="0" dirty="0">
                          <a:ln w="0"/>
                          <a:solidFill>
                            <a:schemeClr val="tx1"/>
                          </a:solidFill>
                          <a:effectLst>
                            <a:outerShdw blurRad="38100" dist="19050" dir="2700000" algn="tl" rotWithShape="0">
                              <a:schemeClr val="dk1">
                                <a:alpha val="40000"/>
                              </a:schemeClr>
                            </a:outerShdw>
                          </a:effectLst>
                        </a:rPr>
                        <a:t>)</a:t>
                      </a:r>
                      <a:endParaRPr lang="ru-RU"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FFCFD0"/>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A</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B w="12700" cap="flat" cmpd="sng" algn="ctr">
                      <a:solidFill>
                        <a:schemeClr val="tx1"/>
                      </a:solidFill>
                      <a:prstDash val="solid"/>
                      <a:round/>
                      <a:headEnd type="none" w="med" len="med"/>
                      <a:tailEnd type="none" w="med" len="med"/>
                    </a:lnB>
                    <a:solidFill>
                      <a:srgbClr val="FFE7E8"/>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R</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B w="12700" cap="flat" cmpd="sng" algn="ctr">
                      <a:solidFill>
                        <a:schemeClr val="tx1"/>
                      </a:solidFill>
                      <a:prstDash val="solid"/>
                      <a:round/>
                      <a:headEnd type="none" w="med" len="med"/>
                      <a:tailEnd type="none" w="med" len="med"/>
                    </a:lnB>
                    <a:solidFill>
                      <a:srgbClr val="FFE7E8"/>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C</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B w="12700" cap="flat" cmpd="sng" algn="ctr">
                      <a:solidFill>
                        <a:schemeClr val="tx1"/>
                      </a:solidFill>
                      <a:prstDash val="solid"/>
                      <a:round/>
                      <a:headEnd type="none" w="med" len="med"/>
                      <a:tailEnd type="none" w="med" len="med"/>
                    </a:lnB>
                    <a:solidFill>
                      <a:srgbClr val="FFE7E8"/>
                    </a:solidFill>
                  </a:tcPr>
                </a:tc>
                <a:tc>
                  <a:txBody>
                    <a:bodyPr/>
                    <a:lstStyle/>
                    <a:p>
                      <a:pPr marL="0" marR="0" algn="ctr">
                        <a:lnSpc>
                          <a:spcPct val="115000"/>
                        </a:lnSpc>
                        <a:spcAft>
                          <a:spcPts val="800"/>
                        </a:spcAft>
                        <a:buNone/>
                      </a:pPr>
                      <a:r>
                        <a:rPr lang="en-US"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C</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B w="12700" cap="flat" cmpd="sng" algn="ctr">
                      <a:solidFill>
                        <a:schemeClr val="tx1"/>
                      </a:solidFill>
                      <a:prstDash val="solid"/>
                      <a:round/>
                      <a:headEnd type="none" w="med" len="med"/>
                      <a:tailEnd type="none" w="med" len="med"/>
                    </a:lnB>
                    <a:solidFill>
                      <a:srgbClr val="FFE7E8"/>
                    </a:solidFill>
                  </a:tcPr>
                </a:tc>
                <a:tc>
                  <a:txBody>
                    <a:bodyPr/>
                    <a:lstStyle/>
                    <a:p>
                      <a:pPr marL="0" marR="0" algn="ctr">
                        <a:lnSpc>
                          <a:spcPct val="115000"/>
                        </a:lnSpc>
                        <a:spcAft>
                          <a:spcPts val="800"/>
                        </a:spcAft>
                        <a:buNone/>
                      </a:pPr>
                      <a:r>
                        <a:rPr lang="ru-RU" sz="1400" b="1" kern="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 </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B w="12700" cap="flat" cmpd="sng" algn="ctr">
                      <a:solidFill>
                        <a:schemeClr val="tx1"/>
                      </a:solidFill>
                      <a:prstDash val="solid"/>
                      <a:round/>
                      <a:headEnd type="none" w="med" len="med"/>
                      <a:tailEnd type="none" w="med" len="med"/>
                    </a:lnB>
                    <a:solidFill>
                      <a:srgbClr val="FFE7E8"/>
                    </a:solidFill>
                  </a:tcPr>
                </a:tc>
                <a:tc>
                  <a:txBody>
                    <a:bodyPr/>
                    <a:lstStyle/>
                    <a:p>
                      <a:pPr marL="0" marR="0" algn="ctr">
                        <a:lnSpc>
                          <a:spcPct val="115000"/>
                        </a:lnSpc>
                        <a:spcAft>
                          <a:spcPts val="800"/>
                        </a:spcAft>
                        <a:buNone/>
                      </a:pPr>
                      <a:r>
                        <a:rPr lang="ru-RU" sz="1400" b="1" kern="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 </a:t>
                      </a:r>
                      <a:endParaRPr lang="ru-RU" sz="1400" b="1" kern="100"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txBody>
                  <a:tcPr marL="31210" marR="31210" marT="0" marB="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E7E8"/>
                    </a:solidFill>
                  </a:tcPr>
                </a:tc>
                <a:extLst>
                  <a:ext uri="{0D108BD9-81ED-4DB2-BD59-A6C34878D82A}">
                    <a16:rowId xmlns:a16="http://schemas.microsoft.com/office/drawing/2014/main" val="1166853182"/>
                  </a:ext>
                </a:extLst>
              </a:tr>
            </a:tbl>
          </a:graphicData>
        </a:graphic>
      </p:graphicFrame>
      <p:sp>
        <p:nvSpPr>
          <p:cNvPr id="6" name="TextBox 5">
            <a:extLst>
              <a:ext uri="{FF2B5EF4-FFF2-40B4-BE49-F238E27FC236}">
                <a16:creationId xmlns:a16="http://schemas.microsoft.com/office/drawing/2014/main" id="{80322EB8-F1DA-D2E4-8C8D-2EB865207E06}"/>
              </a:ext>
            </a:extLst>
          </p:cNvPr>
          <p:cNvSpPr txBox="1"/>
          <p:nvPr/>
        </p:nvSpPr>
        <p:spPr>
          <a:xfrm>
            <a:off x="9637775" y="2285768"/>
            <a:ext cx="2926958" cy="3754874"/>
          </a:xfrm>
          <a:prstGeom prst="rect">
            <a:avLst/>
          </a:prstGeom>
          <a:noFill/>
        </p:spPr>
        <p:txBody>
          <a:bodyPr wrap="square">
            <a:spAutoFit/>
          </a:bodyPr>
          <a:lstStyle/>
          <a:p>
            <a:r>
              <a:rPr lang="ru-RU" sz="3600" b="1" dirty="0">
                <a:ln w="0"/>
                <a:solidFill>
                  <a:schemeClr val="bg1"/>
                </a:solidFill>
                <a:effectLst>
                  <a:outerShdw blurRad="38100" dist="19050" dir="2700000" algn="tl" rotWithShape="0">
                    <a:schemeClr val="dk1">
                      <a:alpha val="40000"/>
                    </a:schemeClr>
                  </a:outerShdw>
                </a:effectLst>
              </a:rPr>
              <a:t>Матрица RACI – Проект внедрения HRM в компании</a:t>
            </a:r>
            <a:r>
              <a:rPr lang="ru-RU" sz="4000" b="1" dirty="0">
                <a:ln w="0"/>
                <a:solidFill>
                  <a:schemeClr val="bg1"/>
                </a:solidFill>
                <a:effectLst>
                  <a:outerShdw blurRad="38100" dist="19050" dir="2700000" algn="tl" rotWithShape="0">
                    <a:schemeClr val="dk1">
                      <a:alpha val="40000"/>
                    </a:schemeClr>
                  </a:outerShdw>
                </a:effectLst>
              </a:rPr>
              <a:t> </a:t>
            </a:r>
            <a:r>
              <a:rPr lang="ru-RU" dirty="0" err="1"/>
              <a:t>Vinamilk</a:t>
            </a:r>
            <a:endParaRPr lang="ru-RU" dirty="0"/>
          </a:p>
        </p:txBody>
      </p:sp>
    </p:spTree>
    <p:extLst>
      <p:ext uri="{BB962C8B-B14F-4D97-AF65-F5344CB8AC3E}">
        <p14:creationId xmlns:p14="http://schemas.microsoft.com/office/powerpoint/2010/main" val="30922737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60A74BAA-4432-B311-22ED-20990A571D42}"/>
              </a:ext>
            </a:extLst>
          </p:cNvPr>
          <p:cNvPicPr>
            <a:picLocks noChangeAspect="1"/>
          </p:cNvPicPr>
          <p:nvPr/>
        </p:nvPicPr>
        <p:blipFill>
          <a:blip r:embed="rId2"/>
          <a:stretch>
            <a:fillRect/>
          </a:stretch>
        </p:blipFill>
        <p:spPr>
          <a:xfrm>
            <a:off x="156325" y="0"/>
            <a:ext cx="11879350" cy="6858000"/>
          </a:xfrm>
          <a:prstGeom prst="rect">
            <a:avLst/>
          </a:prstGeom>
        </p:spPr>
      </p:pic>
      <p:pic>
        <p:nvPicPr>
          <p:cNvPr id="4" name="Рисунок 3">
            <a:extLst>
              <a:ext uri="{FF2B5EF4-FFF2-40B4-BE49-F238E27FC236}">
                <a16:creationId xmlns:a16="http://schemas.microsoft.com/office/drawing/2014/main" id="{3C098038-3AD6-8510-CC38-564D8CECF6E9}"/>
              </a:ext>
            </a:extLst>
          </p:cNvPr>
          <p:cNvPicPr>
            <a:picLocks noChangeAspect="1"/>
          </p:cNvPicPr>
          <p:nvPr/>
        </p:nvPicPr>
        <p:blipFill>
          <a:blip r:embed="rId3"/>
          <a:stretch>
            <a:fillRect/>
          </a:stretch>
        </p:blipFill>
        <p:spPr>
          <a:xfrm>
            <a:off x="12191" y="0"/>
            <a:ext cx="12179809" cy="6986453"/>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graphicFrame>
        <p:nvGraphicFramePr>
          <p:cNvPr id="2" name="Таблица 1">
            <a:extLst>
              <a:ext uri="{FF2B5EF4-FFF2-40B4-BE49-F238E27FC236}">
                <a16:creationId xmlns:a16="http://schemas.microsoft.com/office/drawing/2014/main" id="{E6BC3F98-C579-F3BD-DB54-C37AFEA34236}"/>
              </a:ext>
            </a:extLst>
          </p:cNvPr>
          <p:cNvGraphicFramePr>
            <a:graphicFrameLocks noGrp="1"/>
          </p:cNvGraphicFramePr>
          <p:nvPr>
            <p:extLst>
              <p:ext uri="{D42A27DB-BD31-4B8C-83A1-F6EECF244321}">
                <p14:modId xmlns:p14="http://schemas.microsoft.com/office/powerpoint/2010/main" val="3584143103"/>
              </p:ext>
            </p:extLst>
          </p:nvPr>
        </p:nvGraphicFramePr>
        <p:xfrm>
          <a:off x="376693" y="267843"/>
          <a:ext cx="8478495" cy="6551413"/>
        </p:xfrm>
        <a:graphic>
          <a:graphicData uri="http://schemas.openxmlformats.org/drawingml/2006/table">
            <a:tbl>
              <a:tblPr firstRow="1" firstCol="1" bandRow="1"/>
              <a:tblGrid>
                <a:gridCol w="3293733">
                  <a:extLst>
                    <a:ext uri="{9D8B030D-6E8A-4147-A177-3AD203B41FA5}">
                      <a16:colId xmlns:a16="http://schemas.microsoft.com/office/drawing/2014/main" val="2350509106"/>
                    </a:ext>
                  </a:extLst>
                </a:gridCol>
                <a:gridCol w="1727762">
                  <a:extLst>
                    <a:ext uri="{9D8B030D-6E8A-4147-A177-3AD203B41FA5}">
                      <a16:colId xmlns:a16="http://schemas.microsoft.com/office/drawing/2014/main" val="2960223358"/>
                    </a:ext>
                  </a:extLst>
                </a:gridCol>
                <a:gridCol w="1728500">
                  <a:extLst>
                    <a:ext uri="{9D8B030D-6E8A-4147-A177-3AD203B41FA5}">
                      <a16:colId xmlns:a16="http://schemas.microsoft.com/office/drawing/2014/main" val="1205496097"/>
                    </a:ext>
                  </a:extLst>
                </a:gridCol>
                <a:gridCol w="1728500">
                  <a:extLst>
                    <a:ext uri="{9D8B030D-6E8A-4147-A177-3AD203B41FA5}">
                      <a16:colId xmlns:a16="http://schemas.microsoft.com/office/drawing/2014/main" val="218917351"/>
                    </a:ext>
                  </a:extLst>
                </a:gridCol>
              </a:tblGrid>
              <a:tr h="365694">
                <a:tc>
                  <a:txBody>
                    <a:bodyPr/>
                    <a:lstStyle/>
                    <a:p>
                      <a:pPr marL="0" marR="0" algn="ctr">
                        <a:lnSpc>
                          <a:spcPct val="115000"/>
                        </a:lnSpc>
                        <a:spcAft>
                          <a:spcPts val="800"/>
                        </a:spcAft>
                        <a:buNone/>
                      </a:pPr>
                      <a:r>
                        <a:rPr lang="en-US" sz="1400" b="1" kern="10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Статья</a:t>
                      </a:r>
                      <a:r>
                        <a:rPr lang="en-US"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1" kern="10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расходов</a:t>
                      </a:r>
                      <a:endParaRPr lang="ru-RU" sz="1400" b="1"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solidFill>
                      <a:srgbClr val="FFCFD0"/>
                    </a:solidFill>
                  </a:tcPr>
                </a:tc>
                <a:tc>
                  <a:txBody>
                    <a:bodyPr/>
                    <a:lstStyle/>
                    <a:p>
                      <a:pPr marL="0" marR="0" algn="ctr">
                        <a:lnSpc>
                          <a:spcPct val="115000"/>
                        </a:lnSpc>
                        <a:spcAft>
                          <a:spcPts val="800"/>
                        </a:spcAft>
                        <a:buNone/>
                      </a:pPr>
                      <a:r>
                        <a:rPr lang="en-US" sz="1400" b="1" kern="10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Описание</a:t>
                      </a:r>
                      <a:endParaRPr lang="ru-RU" sz="1400" b="1"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FD0"/>
                    </a:solidFill>
                  </a:tcPr>
                </a:tc>
                <a:tc>
                  <a:txBody>
                    <a:bodyPr/>
                    <a:lstStyle/>
                    <a:p>
                      <a:pPr marL="0" marR="0" algn="ctr">
                        <a:lnSpc>
                          <a:spcPct val="115000"/>
                        </a:lnSpc>
                        <a:spcAft>
                          <a:spcPts val="800"/>
                        </a:spcAft>
                        <a:buNone/>
                      </a:pPr>
                      <a:r>
                        <a:rPr lang="ru-RU"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Кол-во человек / часов (оценка)</a:t>
                      </a:r>
                      <a:endParaRPr lang="ru-RU" sz="1400" b="1"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FD0"/>
                    </a:solidFill>
                  </a:tcPr>
                </a:tc>
                <a:tc>
                  <a:txBody>
                    <a:bodyPr/>
                    <a:lstStyle/>
                    <a:p>
                      <a:pPr marL="0" marR="0" algn="ctr">
                        <a:lnSpc>
                          <a:spcPct val="115000"/>
                        </a:lnSpc>
                        <a:spcAft>
                          <a:spcPts val="800"/>
                        </a:spcAft>
                        <a:buNone/>
                      </a:pPr>
                      <a:r>
                        <a:rPr lang="en-US" sz="1400" b="1" kern="10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Сумма</a:t>
                      </a:r>
                      <a:r>
                        <a:rPr lang="en-US"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(RUB)</a:t>
                      </a:r>
                      <a:endParaRPr lang="ru-RU" sz="1400" b="1"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FD0"/>
                    </a:solidFill>
                  </a:tcPr>
                </a:tc>
                <a:extLst>
                  <a:ext uri="{0D108BD9-81ED-4DB2-BD59-A6C34878D82A}">
                    <a16:rowId xmlns:a16="http://schemas.microsoft.com/office/drawing/2014/main" val="2937257934"/>
                  </a:ext>
                </a:extLst>
              </a:tr>
              <a:tr h="743301">
                <a:tc>
                  <a:txBody>
                    <a:bodyPr/>
                    <a:lstStyle/>
                    <a:p>
                      <a:pPr marL="0" marR="0" algn="l">
                        <a:lnSpc>
                          <a:spcPct val="115000"/>
                        </a:lnSpc>
                        <a:spcAft>
                          <a:spcPts val="800"/>
                        </a:spcAft>
                        <a:buNone/>
                      </a:pPr>
                      <a:r>
                        <a:rPr lang="en-US"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1. </a:t>
                      </a:r>
                      <a:r>
                        <a:rPr lang="en-US" sz="1400" b="1" kern="10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Лицензия</a:t>
                      </a:r>
                      <a:r>
                        <a:rPr lang="en-US"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1" kern="10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на</a:t>
                      </a:r>
                      <a:r>
                        <a:rPr lang="en-US"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ПО HRM</a:t>
                      </a:r>
                      <a:endParaRPr lang="ru-RU" sz="1400" b="1"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CFD0"/>
                    </a:solidFill>
                  </a:tcPr>
                </a:tc>
                <a:tc>
                  <a:txBody>
                    <a:bodyPr/>
                    <a:lstStyle/>
                    <a:p>
                      <a:pPr marL="0" marR="0" algn="ctr">
                        <a:lnSpc>
                          <a:spcPct val="115000"/>
                        </a:lnSpc>
                        <a:spcAft>
                          <a:spcPts val="800"/>
                        </a:spcAft>
                        <a:buNone/>
                      </a:pPr>
                      <a:r>
                        <a:rPr lang="ru-RU" sz="1200" kern="100" dirty="0">
                          <a:effectLst/>
                          <a:latin typeface="Times New Roman" panose="02020603050405020304" pitchFamily="18" charset="0"/>
                          <a:ea typeface="Calibri" panose="020F0502020204030204" pitchFamily="34" charset="0"/>
                          <a:cs typeface="Times New Roman" panose="02020603050405020304" pitchFamily="18" charset="0"/>
                        </a:rPr>
                        <a:t>Стоимость использования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HRM</a:t>
                      </a:r>
                      <a:r>
                        <a:rPr lang="ru-RU" sz="1200" kern="100" dirty="0">
                          <a:effectLst/>
                          <a:latin typeface="Times New Roman" panose="02020603050405020304" pitchFamily="18" charset="0"/>
                          <a:ea typeface="Calibri" panose="020F0502020204030204" pitchFamily="34" charset="0"/>
                          <a:cs typeface="Times New Roman" panose="02020603050405020304" pitchFamily="18" charset="0"/>
                        </a:rPr>
                        <a:t>-системы для всей организации</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pPr marL="0" marR="0" algn="ctr">
                        <a:lnSpc>
                          <a:spcPct val="115000"/>
                        </a:lnSpc>
                        <a:spcAft>
                          <a:spcPts val="800"/>
                        </a:spcAft>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1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лицензия</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pPr marL="0" marR="0" algn="ctr">
                        <a:lnSpc>
                          <a:spcPct val="115000"/>
                        </a:lnSpc>
                        <a:spcAft>
                          <a:spcPts val="800"/>
                        </a:spcAft>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1.000.000 RUB</a:t>
                      </a:r>
                      <a:endParaRPr lang="ru-RU"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extLst>
                  <a:ext uri="{0D108BD9-81ED-4DB2-BD59-A6C34878D82A}">
                    <a16:rowId xmlns:a16="http://schemas.microsoft.com/office/drawing/2014/main" val="2282720216"/>
                  </a:ext>
                </a:extLst>
              </a:tr>
              <a:tr h="743301">
                <a:tc>
                  <a:txBody>
                    <a:bodyPr/>
                    <a:lstStyle/>
                    <a:p>
                      <a:pPr marL="0" marR="0" algn="l">
                        <a:lnSpc>
                          <a:spcPct val="115000"/>
                        </a:lnSpc>
                        <a:spcAft>
                          <a:spcPts val="800"/>
                        </a:spcAft>
                        <a:buNone/>
                      </a:pPr>
                      <a:r>
                        <a:rPr lang="en-US"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2. </a:t>
                      </a:r>
                      <a:r>
                        <a:rPr lang="en-US" sz="1400" b="1" kern="10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Облачная</a:t>
                      </a:r>
                      <a:r>
                        <a:rPr lang="en-US"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1" kern="10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инфраструктура</a:t>
                      </a:r>
                      <a:r>
                        <a:rPr lang="en-US"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 </a:t>
                      </a:r>
                      <a:r>
                        <a:rPr lang="en-US" sz="1400" b="1" kern="10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серверы</a:t>
                      </a:r>
                      <a:endParaRPr lang="ru-RU" sz="1400" b="1"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CFD0"/>
                    </a:solidFill>
                  </a:tcPr>
                </a:tc>
                <a:tc>
                  <a:txBody>
                    <a:bodyPr/>
                    <a:lstStyle/>
                    <a:p>
                      <a:pPr marL="0" marR="0" algn="ctr">
                        <a:lnSpc>
                          <a:spcPct val="115000"/>
                        </a:lnSpc>
                        <a:spcAft>
                          <a:spcPts val="800"/>
                        </a:spcAft>
                        <a:buNone/>
                      </a:pPr>
                      <a:r>
                        <a:rPr lang="ru-RU" sz="1200" kern="100" dirty="0">
                          <a:effectLst/>
                          <a:latin typeface="Times New Roman" panose="02020603050405020304" pitchFamily="18" charset="0"/>
                          <a:ea typeface="Calibri" panose="020F0502020204030204" pitchFamily="34" charset="0"/>
                          <a:cs typeface="Times New Roman" panose="02020603050405020304" pitchFamily="18" charset="0"/>
                        </a:rPr>
                        <a:t>Аренда серверов, облачное хранилище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Azure</a:t>
                      </a:r>
                      <a:r>
                        <a:rPr lang="ru-RU" sz="1200" kern="100" dirty="0">
                          <a:effectLst/>
                          <a:latin typeface="Times New Roman" panose="02020603050405020304" pitchFamily="18" charset="0"/>
                          <a:ea typeface="Calibri" panose="020F0502020204030204" pitchFamily="34" charset="0"/>
                          <a:cs typeface="Times New Roman" panose="02020603050405020304" pitchFamily="18" charset="0"/>
                        </a:rPr>
                        <a:t>), безопасность</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pPr marL="0" marR="0" algn="ctr">
                        <a:lnSpc>
                          <a:spcPct val="115000"/>
                        </a:lnSpc>
                        <a:spcAft>
                          <a:spcPts val="800"/>
                        </a:spcAft>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1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система</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pPr marL="0" marR="0" algn="ctr">
                        <a:lnSpc>
                          <a:spcPct val="115000"/>
                        </a:lnSpc>
                        <a:spcAft>
                          <a:spcPts val="800"/>
                        </a:spcAft>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500.000 RUB</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extLst>
                  <a:ext uri="{0D108BD9-81ED-4DB2-BD59-A6C34878D82A}">
                    <a16:rowId xmlns:a16="http://schemas.microsoft.com/office/drawing/2014/main" val="3055862547"/>
                  </a:ext>
                </a:extLst>
              </a:tr>
              <a:tr h="554497">
                <a:tc>
                  <a:txBody>
                    <a:bodyPr/>
                    <a:lstStyle/>
                    <a:p>
                      <a:pPr marL="0" marR="0" algn="l">
                        <a:lnSpc>
                          <a:spcPct val="115000"/>
                        </a:lnSpc>
                        <a:spcAft>
                          <a:spcPts val="800"/>
                        </a:spcAft>
                        <a:buNone/>
                      </a:pPr>
                      <a:r>
                        <a:rPr lang="en-US"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3. </a:t>
                      </a:r>
                      <a:r>
                        <a:rPr lang="en-US" sz="1400" b="1" kern="10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Разработка</a:t>
                      </a:r>
                      <a:r>
                        <a:rPr lang="en-US"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и </a:t>
                      </a:r>
                      <a:r>
                        <a:rPr lang="en-US" sz="1400" b="1" kern="10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настройка</a:t>
                      </a:r>
                      <a:r>
                        <a:rPr lang="en-US"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1" kern="10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системы</a:t>
                      </a:r>
                      <a:endParaRPr lang="ru-RU" sz="1400" b="1"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CFD0"/>
                    </a:solidFill>
                  </a:tcPr>
                </a:tc>
                <a:tc>
                  <a:txBody>
                    <a:bodyPr/>
                    <a:lstStyle/>
                    <a:p>
                      <a:pPr marL="0" marR="0" algn="ctr">
                        <a:lnSpc>
                          <a:spcPct val="115000"/>
                        </a:lnSpc>
                        <a:spcAft>
                          <a:spcPts val="800"/>
                        </a:spcAft>
                        <a:buNone/>
                      </a:pPr>
                      <a:r>
                        <a:rPr lang="ru-RU" sz="1200" kern="100" dirty="0">
                          <a:effectLst/>
                          <a:latin typeface="Times New Roman" panose="02020603050405020304" pitchFamily="18" charset="0"/>
                          <a:ea typeface="Calibri" panose="020F0502020204030204" pitchFamily="34" charset="0"/>
                          <a:cs typeface="Times New Roman" panose="02020603050405020304" pitchFamily="18" charset="0"/>
                        </a:rPr>
                        <a:t>Кастомизация модулей: зарплата, смены, отпуска</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pPr marL="0" marR="0" algn="ctr">
                        <a:lnSpc>
                          <a:spcPct val="115000"/>
                        </a:lnSpc>
                        <a:spcAft>
                          <a:spcPts val="800"/>
                        </a:spcAft>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4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человека</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pPr marL="0" marR="0" algn="ctr">
                        <a:lnSpc>
                          <a:spcPct val="115000"/>
                        </a:lnSpc>
                        <a:spcAft>
                          <a:spcPts val="800"/>
                        </a:spcAft>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600.000 RUB</a:t>
                      </a:r>
                      <a:endParaRPr lang="ru-RU"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extLst>
                  <a:ext uri="{0D108BD9-81ED-4DB2-BD59-A6C34878D82A}">
                    <a16:rowId xmlns:a16="http://schemas.microsoft.com/office/drawing/2014/main" val="1011771928"/>
                  </a:ext>
                </a:extLst>
              </a:tr>
              <a:tr h="743301">
                <a:tc>
                  <a:txBody>
                    <a:bodyPr/>
                    <a:lstStyle/>
                    <a:p>
                      <a:pPr marL="0" marR="0" algn="l">
                        <a:lnSpc>
                          <a:spcPct val="115000"/>
                        </a:lnSpc>
                        <a:spcAft>
                          <a:spcPts val="800"/>
                        </a:spcAft>
                        <a:buNone/>
                      </a:pPr>
                      <a:r>
                        <a:rPr lang="en-US"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4. </a:t>
                      </a:r>
                      <a:r>
                        <a:rPr lang="en-US" sz="1400" b="1" kern="10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Миграция</a:t>
                      </a:r>
                      <a:r>
                        <a:rPr lang="en-US"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и </a:t>
                      </a:r>
                      <a:r>
                        <a:rPr lang="en-US" sz="1400" b="1" kern="10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интеграция</a:t>
                      </a:r>
                      <a:r>
                        <a:rPr lang="en-US"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1" kern="10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данных</a:t>
                      </a:r>
                      <a:endParaRPr lang="ru-RU" sz="1400" b="1"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CFD0"/>
                    </a:solidFill>
                  </a:tcPr>
                </a:tc>
                <a:tc>
                  <a:txBody>
                    <a:bodyPr/>
                    <a:lstStyle/>
                    <a:p>
                      <a:pPr marL="0" marR="0" algn="ctr">
                        <a:lnSpc>
                          <a:spcPct val="115000"/>
                        </a:lnSpc>
                        <a:spcAft>
                          <a:spcPts val="800"/>
                        </a:spcAft>
                        <a:buNone/>
                      </a:pPr>
                      <a:r>
                        <a:rPr lang="ru-RU" sz="1200" kern="100" dirty="0">
                          <a:effectLst/>
                          <a:latin typeface="Times New Roman" panose="02020603050405020304" pitchFamily="18" charset="0"/>
                          <a:ea typeface="Calibri" panose="020F0502020204030204" pitchFamily="34" charset="0"/>
                          <a:cs typeface="Times New Roman" panose="02020603050405020304" pitchFamily="18" charset="0"/>
                        </a:rPr>
                        <a:t>Перенос исторических данных, интеграция с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SAP</a:t>
                      </a:r>
                      <a:r>
                        <a:rPr lang="ru-RU" sz="1200" kern="100" dirty="0">
                          <a:effectLst/>
                          <a:latin typeface="Times New Roman" panose="02020603050405020304" pitchFamily="18" charset="0"/>
                          <a:ea typeface="Calibri" panose="020F0502020204030204" pitchFamily="34" charset="0"/>
                          <a:cs typeface="Times New Roman" panose="02020603050405020304" pitchFamily="18" charset="0"/>
                        </a:rPr>
                        <a:t> / 1С</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pPr marL="0" marR="0" algn="ctr">
                        <a:lnSpc>
                          <a:spcPct val="115000"/>
                        </a:lnSpc>
                        <a:spcAft>
                          <a:spcPts val="800"/>
                        </a:spcAft>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2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человека</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pPr marL="0" marR="0" algn="ctr">
                        <a:lnSpc>
                          <a:spcPct val="115000"/>
                        </a:lnSpc>
                        <a:spcAft>
                          <a:spcPts val="800"/>
                        </a:spcAft>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400.000 RUB</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extLst>
                  <a:ext uri="{0D108BD9-81ED-4DB2-BD59-A6C34878D82A}">
                    <a16:rowId xmlns:a16="http://schemas.microsoft.com/office/drawing/2014/main" val="2539309043"/>
                  </a:ext>
                </a:extLst>
              </a:tr>
              <a:tr h="554497">
                <a:tc>
                  <a:txBody>
                    <a:bodyPr/>
                    <a:lstStyle/>
                    <a:p>
                      <a:pPr marL="0" marR="0" algn="l">
                        <a:lnSpc>
                          <a:spcPct val="115000"/>
                        </a:lnSpc>
                        <a:spcAft>
                          <a:spcPts val="800"/>
                        </a:spcAft>
                        <a:buNone/>
                      </a:pPr>
                      <a:r>
                        <a:rPr lang="en-US"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5. </a:t>
                      </a:r>
                      <a:r>
                        <a:rPr lang="en-US" sz="1400" b="1" kern="10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Обучение</a:t>
                      </a:r>
                      <a:r>
                        <a:rPr lang="en-US"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1" kern="10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пользователей</a:t>
                      </a:r>
                      <a:endParaRPr lang="ru-RU" sz="1400" b="1"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CFD0"/>
                    </a:solidFill>
                  </a:tcPr>
                </a:tc>
                <a:tc>
                  <a:txBody>
                    <a:bodyPr/>
                    <a:lstStyle/>
                    <a:p>
                      <a:pPr marL="0" marR="0" algn="ctr">
                        <a:lnSpc>
                          <a:spcPct val="115000"/>
                        </a:lnSpc>
                        <a:spcAft>
                          <a:spcPts val="800"/>
                        </a:spcAft>
                        <a:buNone/>
                      </a:pP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Тренинги</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инструкции</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видеоуроки</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pPr marL="0" marR="0" algn="ctr">
                        <a:lnSpc>
                          <a:spcPct val="115000"/>
                        </a:lnSpc>
                        <a:spcAft>
                          <a:spcPts val="800"/>
                        </a:spcAft>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180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часов</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pPr marL="0" marR="0" algn="ctr">
                        <a:lnSpc>
                          <a:spcPct val="115000"/>
                        </a:lnSpc>
                        <a:spcAft>
                          <a:spcPts val="800"/>
                        </a:spcAft>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166.666 RUB</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extLst>
                  <a:ext uri="{0D108BD9-81ED-4DB2-BD59-A6C34878D82A}">
                    <a16:rowId xmlns:a16="http://schemas.microsoft.com/office/drawing/2014/main" val="1081867401"/>
                  </a:ext>
                </a:extLst>
              </a:tr>
              <a:tr h="554497">
                <a:tc>
                  <a:txBody>
                    <a:bodyPr/>
                    <a:lstStyle/>
                    <a:p>
                      <a:pPr marL="0" marR="0" algn="l">
                        <a:lnSpc>
                          <a:spcPct val="115000"/>
                        </a:lnSpc>
                        <a:spcAft>
                          <a:spcPts val="800"/>
                        </a:spcAft>
                        <a:buNone/>
                      </a:pPr>
                      <a:r>
                        <a:rPr lang="en-US"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6. </a:t>
                      </a:r>
                      <a:r>
                        <a:rPr lang="en-US" sz="1400" b="1" kern="10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Тестирование</a:t>
                      </a:r>
                      <a:r>
                        <a:rPr lang="en-US"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и </a:t>
                      </a:r>
                      <a:r>
                        <a:rPr lang="en-US" sz="1400" b="1" kern="10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контроль</a:t>
                      </a:r>
                      <a:r>
                        <a:rPr lang="en-US"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1" kern="10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качества</a:t>
                      </a:r>
                      <a:endParaRPr lang="ru-RU" sz="1400" b="1"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CFD0"/>
                    </a:solidFill>
                  </a:tcPr>
                </a:tc>
                <a:tc>
                  <a:txBody>
                    <a:bodyPr/>
                    <a:lstStyle/>
                    <a:p>
                      <a:pPr marL="0" marR="0" algn="ctr">
                        <a:lnSpc>
                          <a:spcPct val="115000"/>
                        </a:lnSpc>
                        <a:spcAft>
                          <a:spcPts val="800"/>
                        </a:spcAft>
                        <a:buNone/>
                      </a:pP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Внутреннее</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тестирование</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пилотное</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внедрение</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pPr marL="0" marR="0" algn="ctr">
                        <a:lnSpc>
                          <a:spcPct val="115000"/>
                        </a:lnSpc>
                        <a:spcAft>
                          <a:spcPts val="800"/>
                        </a:spcAft>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2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человека</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pPr marL="0" marR="0" algn="ctr">
                        <a:lnSpc>
                          <a:spcPct val="115000"/>
                        </a:lnSpc>
                        <a:spcAft>
                          <a:spcPts val="800"/>
                        </a:spcAft>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100.000 RUB</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extLst>
                  <a:ext uri="{0D108BD9-81ED-4DB2-BD59-A6C34878D82A}">
                    <a16:rowId xmlns:a16="http://schemas.microsoft.com/office/drawing/2014/main" val="3227391032"/>
                  </a:ext>
                </a:extLst>
              </a:tr>
              <a:tr h="743301">
                <a:tc>
                  <a:txBody>
                    <a:bodyPr/>
                    <a:lstStyle/>
                    <a:p>
                      <a:pPr marL="0" marR="0" algn="l">
                        <a:lnSpc>
                          <a:spcPct val="115000"/>
                        </a:lnSpc>
                        <a:spcAft>
                          <a:spcPts val="800"/>
                        </a:spcAft>
                        <a:buNone/>
                      </a:pPr>
                      <a:r>
                        <a:rPr lang="en-US"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7. </a:t>
                      </a:r>
                      <a:r>
                        <a:rPr lang="en-US" sz="1400" b="1" kern="10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Консультации</a:t>
                      </a:r>
                      <a:r>
                        <a:rPr lang="en-US"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и </a:t>
                      </a:r>
                      <a:r>
                        <a:rPr lang="en-US" sz="1400" b="1" kern="10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техподдержка</a:t>
                      </a:r>
                      <a:endParaRPr lang="ru-RU" sz="1400" b="1"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CFD0"/>
                    </a:solidFill>
                  </a:tcPr>
                </a:tc>
                <a:tc>
                  <a:txBody>
                    <a:bodyPr/>
                    <a:lstStyle/>
                    <a:p>
                      <a:pPr marL="0" marR="0" algn="ctr">
                        <a:lnSpc>
                          <a:spcPct val="115000"/>
                        </a:lnSpc>
                        <a:spcAft>
                          <a:spcPts val="800"/>
                        </a:spcAft>
                        <a:buNone/>
                      </a:pPr>
                      <a:r>
                        <a:rPr lang="ru-RU" sz="1200" kern="100" dirty="0">
                          <a:effectLst/>
                          <a:latin typeface="Times New Roman" panose="02020603050405020304" pitchFamily="18" charset="0"/>
                          <a:ea typeface="Calibri" panose="020F0502020204030204" pitchFamily="34" charset="0"/>
                          <a:cs typeface="Times New Roman" panose="02020603050405020304" pitchFamily="18" charset="0"/>
                        </a:rPr>
                        <a:t>Привлечение внешних экспертов для поддержки и внедрения</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pPr marL="0" marR="0" algn="ctr">
                        <a:lnSpc>
                          <a:spcPct val="115000"/>
                        </a:lnSpc>
                        <a:spcAft>
                          <a:spcPts val="800"/>
                        </a:spcAft>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2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человека</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pPr marL="0" marR="0" algn="ctr">
                        <a:lnSpc>
                          <a:spcPct val="115000"/>
                        </a:lnSpc>
                        <a:spcAft>
                          <a:spcPts val="800"/>
                        </a:spcAft>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200.000 RUB</a:t>
                      </a:r>
                      <a:endParaRPr lang="ru-RU"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extLst>
                  <a:ext uri="{0D108BD9-81ED-4DB2-BD59-A6C34878D82A}">
                    <a16:rowId xmlns:a16="http://schemas.microsoft.com/office/drawing/2014/main" val="3519494019"/>
                  </a:ext>
                </a:extLst>
              </a:tr>
              <a:tr h="743301">
                <a:tc>
                  <a:txBody>
                    <a:bodyPr/>
                    <a:lstStyle/>
                    <a:p>
                      <a:pPr marL="0" marR="0" algn="l">
                        <a:lnSpc>
                          <a:spcPct val="115000"/>
                        </a:lnSpc>
                        <a:spcAft>
                          <a:spcPts val="800"/>
                        </a:spcAft>
                        <a:buNone/>
                      </a:pPr>
                      <a:r>
                        <a:rPr lang="en-US"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8. </a:t>
                      </a:r>
                      <a:r>
                        <a:rPr lang="en-US" sz="1400" b="1" kern="10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Резервные</a:t>
                      </a:r>
                      <a:r>
                        <a:rPr lang="en-US"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1" kern="10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расходы</a:t>
                      </a:r>
                      <a:r>
                        <a:rPr lang="en-US" sz="14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(5–10%)</a:t>
                      </a:r>
                      <a:endParaRPr lang="ru-RU" sz="1400" b="1"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CFD0"/>
                    </a:solidFill>
                  </a:tcPr>
                </a:tc>
                <a:tc>
                  <a:txBody>
                    <a:bodyPr/>
                    <a:lstStyle/>
                    <a:p>
                      <a:pPr marL="0" marR="0" algn="ctr">
                        <a:lnSpc>
                          <a:spcPct val="115000"/>
                        </a:lnSpc>
                        <a:spcAft>
                          <a:spcPts val="800"/>
                        </a:spcAft>
                        <a:buNone/>
                      </a:pPr>
                      <a:r>
                        <a:rPr lang="en-US" sz="1400" kern="100" dirty="0" err="1">
                          <a:effectLst/>
                          <a:latin typeface="Times New Roman" panose="02020603050405020304" pitchFamily="18" charset="0"/>
                          <a:ea typeface="Calibri" panose="020F0502020204030204" pitchFamily="34" charset="0"/>
                          <a:cs typeface="Times New Roman" panose="02020603050405020304" pitchFamily="18" charset="0"/>
                        </a:rPr>
                        <a:t>Непредвиденные</a:t>
                      </a: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kern="100" dirty="0" err="1">
                          <a:effectLst/>
                          <a:latin typeface="Times New Roman" panose="02020603050405020304" pitchFamily="18" charset="0"/>
                          <a:ea typeface="Calibri" panose="020F0502020204030204" pitchFamily="34" charset="0"/>
                          <a:cs typeface="Times New Roman" panose="02020603050405020304" pitchFamily="18" charset="0"/>
                        </a:rPr>
                        <a:t>издержки</a:t>
                      </a: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kern="100" dirty="0" err="1">
                          <a:effectLst/>
                          <a:latin typeface="Times New Roman" panose="02020603050405020304" pitchFamily="18" charset="0"/>
                          <a:ea typeface="Calibri" panose="020F0502020204030204" pitchFamily="34" charset="0"/>
                          <a:cs typeface="Times New Roman" panose="02020603050405020304" pitchFamily="18" charset="0"/>
                        </a:rPr>
                        <a:t>технические</a:t>
                      </a: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kern="100" dirty="0" err="1">
                          <a:effectLst/>
                          <a:latin typeface="Times New Roman" panose="02020603050405020304" pitchFamily="18" charset="0"/>
                          <a:ea typeface="Calibri" panose="020F0502020204030204" pitchFamily="34" charset="0"/>
                          <a:cs typeface="Times New Roman" panose="02020603050405020304" pitchFamily="18" charset="0"/>
                        </a:rPr>
                        <a:t>доработки</a:t>
                      </a:r>
                      <a:endParaRPr lang="ru-RU"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pPr marL="0" marR="0" algn="ctr">
                        <a:lnSpc>
                          <a:spcPct val="115000"/>
                        </a:lnSpc>
                        <a:spcAft>
                          <a:spcPts val="800"/>
                        </a:spcAft>
                        <a:buNone/>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ru-RU"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tc>
                  <a:txBody>
                    <a:bodyPr/>
                    <a:lstStyle/>
                    <a:p>
                      <a:pPr marL="0" marR="0" algn="ctr">
                        <a:lnSpc>
                          <a:spcPct val="115000"/>
                        </a:lnSpc>
                        <a:spcAft>
                          <a:spcPts val="800"/>
                        </a:spcAft>
                        <a:buNone/>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296.666 RUB</a:t>
                      </a:r>
                      <a:endParaRPr lang="ru-RU"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7E8"/>
                    </a:solidFill>
                  </a:tcPr>
                </a:tc>
                <a:extLst>
                  <a:ext uri="{0D108BD9-81ED-4DB2-BD59-A6C34878D82A}">
                    <a16:rowId xmlns:a16="http://schemas.microsoft.com/office/drawing/2014/main" val="365825958"/>
                  </a:ext>
                </a:extLst>
              </a:tr>
              <a:tr h="176890">
                <a:tc gridSpan="3">
                  <a:txBody>
                    <a:bodyPr/>
                    <a:lstStyle/>
                    <a:p>
                      <a:pPr marL="0" marR="0" algn="ctr">
                        <a:lnSpc>
                          <a:spcPct val="115000"/>
                        </a:lnSpc>
                        <a:spcAft>
                          <a:spcPts val="800"/>
                        </a:spcAft>
                        <a:buNone/>
                      </a:pPr>
                      <a:r>
                        <a:rPr lang="en-US" sz="1600" b="1" kern="1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ИТОГО:</a:t>
                      </a:r>
                      <a:endParaRPr lang="ru-RU" sz="1600" b="1"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7B9"/>
                    </a:solidFill>
                  </a:tcPr>
                </a:tc>
                <a:tc hMerge="1">
                  <a:txBody>
                    <a:bodyPr/>
                    <a:lstStyle/>
                    <a:p>
                      <a:endParaRPr lang="ru-RU"/>
                    </a:p>
                  </a:txBody>
                  <a:tcPr/>
                </a:tc>
                <a:tc hMerge="1">
                  <a:txBody>
                    <a:bodyPr/>
                    <a:lstStyle/>
                    <a:p>
                      <a:endParaRPr lang="ru-RU"/>
                    </a:p>
                  </a:txBody>
                  <a:tcPr/>
                </a:tc>
                <a:tc>
                  <a:txBody>
                    <a:bodyPr/>
                    <a:lstStyle/>
                    <a:p>
                      <a:pPr marL="0" marR="0" algn="just">
                        <a:lnSpc>
                          <a:spcPct val="115000"/>
                        </a:lnSpc>
                        <a:spcAft>
                          <a:spcPts val="800"/>
                        </a:spcAft>
                        <a:buNone/>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3.263.332 RUB</a:t>
                      </a:r>
                      <a:endParaRPr lang="ru-RU"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7873" marR="47873"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7B9"/>
                    </a:solidFill>
                  </a:tcPr>
                </a:tc>
                <a:extLst>
                  <a:ext uri="{0D108BD9-81ED-4DB2-BD59-A6C34878D82A}">
                    <a16:rowId xmlns:a16="http://schemas.microsoft.com/office/drawing/2014/main" val="2636939852"/>
                  </a:ext>
                </a:extLst>
              </a:tr>
            </a:tbl>
          </a:graphicData>
        </a:graphic>
      </p:graphicFrame>
      <p:sp>
        <p:nvSpPr>
          <p:cNvPr id="6" name="TextBox 5">
            <a:extLst>
              <a:ext uri="{FF2B5EF4-FFF2-40B4-BE49-F238E27FC236}">
                <a16:creationId xmlns:a16="http://schemas.microsoft.com/office/drawing/2014/main" id="{55B0DA7C-BC68-249F-E78F-74C7FFB22EBE}"/>
              </a:ext>
            </a:extLst>
          </p:cNvPr>
          <p:cNvSpPr txBox="1"/>
          <p:nvPr/>
        </p:nvSpPr>
        <p:spPr>
          <a:xfrm>
            <a:off x="9062963" y="2480198"/>
            <a:ext cx="2752344" cy="3046988"/>
          </a:xfrm>
          <a:prstGeom prst="rect">
            <a:avLst/>
          </a:prstGeom>
          <a:noFill/>
        </p:spPr>
        <p:txBody>
          <a:bodyPr wrap="square">
            <a:spAutoFit/>
          </a:bodyPr>
          <a:lstStyle/>
          <a:p>
            <a:r>
              <a:rPr lang="ru-RU" sz="3200" b="1" dirty="0">
                <a:ln w="0"/>
                <a:solidFill>
                  <a:schemeClr val="bg1"/>
                </a:solidFill>
                <a:effectLst>
                  <a:outerShdw blurRad="38100" dist="19050" dir="2700000" algn="tl" rotWithShape="0">
                    <a:schemeClr val="dk1">
                      <a:alpha val="40000"/>
                    </a:schemeClr>
                  </a:outerShdw>
                </a:effectLst>
              </a:rPr>
              <a:t>СМЕТА ЗАТРАТ НА ВНЕДРЕНИЕ HRM-СИСТЕМЫ (RUB)</a:t>
            </a:r>
          </a:p>
        </p:txBody>
      </p:sp>
    </p:spTree>
    <p:extLst>
      <p:ext uri="{BB962C8B-B14F-4D97-AF65-F5344CB8AC3E}">
        <p14:creationId xmlns:p14="http://schemas.microsoft.com/office/powerpoint/2010/main" val="1730221005"/>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SWOT Analysis Infographics by Slidesgo">
  <a:themeElements>
    <a:clrScheme name="Simple Light">
      <a:dk1>
        <a:srgbClr val="000000"/>
      </a:dk1>
      <a:lt1>
        <a:srgbClr val="FFFFFF"/>
      </a:lt1>
      <a:dk2>
        <a:srgbClr val="595959"/>
      </a:dk2>
      <a:lt2>
        <a:srgbClr val="EEEEEE"/>
      </a:lt2>
      <a:accent1>
        <a:srgbClr val="5EB2FC"/>
      </a:accent1>
      <a:accent2>
        <a:srgbClr val="69E781"/>
      </a:accent2>
      <a:accent3>
        <a:srgbClr val="869FB2"/>
      </a:accent3>
      <a:accent4>
        <a:srgbClr val="4949E7"/>
      </a:accent4>
      <a:accent5>
        <a:srgbClr val="FCBD24"/>
      </a:accent5>
      <a:accent6>
        <a:srgbClr val="EC3A3B"/>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Gradient Mindmaps by Slidesgo">
  <a:themeElements>
    <a:clrScheme name="Simple Light">
      <a:dk1>
        <a:srgbClr val="000000"/>
      </a:dk1>
      <a:lt1>
        <a:srgbClr val="FFFFFF"/>
      </a:lt1>
      <a:dk2>
        <a:srgbClr val="B7094C"/>
      </a:dk2>
      <a:lt2>
        <a:srgbClr val="A01A58"/>
      </a:lt2>
      <a:accent1>
        <a:srgbClr val="892B64"/>
      </a:accent1>
      <a:accent2>
        <a:srgbClr val="723C70"/>
      </a:accent2>
      <a:accent3>
        <a:srgbClr val="5C4D7D"/>
      </a:accent3>
      <a:accent4>
        <a:srgbClr val="455E89"/>
      </a:accent4>
      <a:accent5>
        <a:srgbClr val="2E6F95"/>
      </a:accent5>
      <a:accent6>
        <a:srgbClr val="1780A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Meeting and Report Mind Map XL by Slidesgo">
  <a:themeElements>
    <a:clrScheme name="Simple Light">
      <a:dk1>
        <a:srgbClr val="2D0557"/>
      </a:dk1>
      <a:lt1>
        <a:srgbClr val="FFFFFF"/>
      </a:lt1>
      <a:dk2>
        <a:srgbClr val="F3F3F3"/>
      </a:dk2>
      <a:lt2>
        <a:srgbClr val="D9D9D9"/>
      </a:lt2>
      <a:accent1>
        <a:srgbClr val="B7B7B7"/>
      </a:accent1>
      <a:accent2>
        <a:srgbClr val="2D0557"/>
      </a:accent2>
      <a:accent3>
        <a:srgbClr val="D9D9D9"/>
      </a:accent3>
      <a:accent4>
        <a:srgbClr val="FF878A"/>
      </a:accent4>
      <a:accent5>
        <a:srgbClr val="FFA7A9"/>
      </a:accent5>
      <a:accent6>
        <a:srgbClr val="2D0557"/>
      </a:accent6>
      <a:hlink>
        <a:srgbClr val="2D055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6636</TotalTime>
  <Words>5337</Words>
  <Application>Microsoft Office PowerPoint</Application>
  <PresentationFormat>Широкоэкранный</PresentationFormat>
  <Paragraphs>924</Paragraphs>
  <Slides>44</Slides>
  <Notes>16</Notes>
  <HiddenSlides>0</HiddenSlides>
  <MMClips>0</MMClips>
  <ScaleCrop>false</ScaleCrop>
  <HeadingPairs>
    <vt:vector size="6" baseType="variant">
      <vt:variant>
        <vt:lpstr>Использованные шрифты</vt:lpstr>
      </vt:variant>
      <vt:variant>
        <vt:i4>13</vt:i4>
      </vt:variant>
      <vt:variant>
        <vt:lpstr>Тема</vt:lpstr>
      </vt:variant>
      <vt:variant>
        <vt:i4>4</vt:i4>
      </vt:variant>
      <vt:variant>
        <vt:lpstr>Заголовки слайдов</vt:lpstr>
      </vt:variant>
      <vt:variant>
        <vt:i4>44</vt:i4>
      </vt:variant>
    </vt:vector>
  </HeadingPairs>
  <TitlesOfParts>
    <vt:vector size="61" baseType="lpstr">
      <vt:lpstr>Aptos</vt:lpstr>
      <vt:lpstr>Aptos Display</vt:lpstr>
      <vt:lpstr>Arial</vt:lpstr>
      <vt:lpstr>Calibri</vt:lpstr>
      <vt:lpstr>DeepSeek-CJK-patch</vt:lpstr>
      <vt:lpstr>Fira Sans Extra Condensed</vt:lpstr>
      <vt:lpstr>Fira Sans Extra Condensed Medium</vt:lpstr>
      <vt:lpstr>Fira Sans Extra Condensed SemiBold</vt:lpstr>
      <vt:lpstr>Oswald</vt:lpstr>
      <vt:lpstr>Oswald Light</vt:lpstr>
      <vt:lpstr>quote-cjk-patch</vt:lpstr>
      <vt:lpstr>Roboto</vt:lpstr>
      <vt:lpstr>Times New Roman</vt:lpstr>
      <vt:lpstr>Тема Office</vt:lpstr>
      <vt:lpstr>SWOT Analysis Infographics by Slidesgo</vt:lpstr>
      <vt:lpstr>Gradient Mindmaps by Slidesgo</vt:lpstr>
      <vt:lpstr>Meeting and Report Mind Map XL by Slidesgo</vt:lpstr>
      <vt:lpstr>VINAMILK</vt:lpstr>
      <vt:lpstr>Презентация PowerPoint</vt:lpstr>
      <vt:lpstr>Презентация PowerPoint</vt:lpstr>
      <vt:lpstr>ROADMAP</vt:lpstr>
      <vt:lpstr>Презентация PowerPoint</vt:lpstr>
      <vt:lpstr>Презентация PowerPoint</vt:lpstr>
      <vt:lpstr>Презентация PowerPoint</vt:lpstr>
      <vt:lpstr>_ Vinamilk предоставляет программы обучения для развития сотрудников и достижения их карьерных целей.  _ Корпоративная культура компании ориентирована на креативность и мотивацию, создавая дружелюбную и профессиональную среду, где сотрудники могут раскрывать свой творческий потенциал.</vt:lpstr>
      <vt:lpstr>Управление   персоналом </vt:lpstr>
      <vt:lpstr>Презентация PowerPoint</vt:lpstr>
      <vt:lpstr>Презентация PowerPoint</vt:lpstr>
      <vt:lpstr>Презентация PowerPoint</vt:lpstr>
      <vt:lpstr>Процесс обработки расходов на заработную плату в компании Vinamilk</vt:lpstr>
      <vt:lpstr>Презентация PowerPoint</vt:lpstr>
      <vt:lpstr>Проверка и утверждение: </vt:lpstr>
      <vt:lpstr>Проблемы текущего процесса</vt:lpstr>
      <vt:lpstr>Презентация PowerPoint</vt:lpstr>
      <vt:lpstr>Описание текущего процесса оформления отпусков в компании Vinamilk (AS-IS):</vt:lpstr>
      <vt:lpstr>Презентация PowerPoint</vt:lpstr>
      <vt:lpstr>Презентация PowerPoint</vt:lpstr>
      <vt:lpstr>VINAMILK</vt:lpstr>
      <vt:lpstr>Vinamilk внедрила HRM-систему для полной автоматизации процесса начисления зарплаты. В расчетный период сотрудники могут войти в систему, чтобы проверить свои данные по учету рабочего времени. При обнаружении расхождений они могут напрямую отправить запрос на корректировку через платформу. Процесс обработки запросов полностью цифровизирован. Система автоматически направляет запросы руководителям для утверждения. Все решения (одобрение/отказ) мгновенно сообщаются сотрудникам через HRM-систему. Проверенные данные автоматически агрегируются. HR на производственных предприятиях собирает информацию о рабочем времени, сменах, отпусках и премиях, после чего система проводит перекрестную проверку и передает данные в бухгалтерию. Весь процесс исключает ручное вмешательство. По завершении процесса сотрудники получают детализированное уведомление о зарплате через HRM. Ключевое отличие от прежней системы - полный отказ от использования email и Excel-файлов. Вся информация теперь доступна в наглядном виде непосредственно в системе.  </vt:lpstr>
      <vt:lpstr>Презентация PowerPoint</vt:lpstr>
      <vt:lpstr>Процесс начинается с того, что система HRM автоматически инициирует новый цикл планирования смен в соответствии с установленным графиком. </vt:lpstr>
      <vt:lpstr>Презентация PowerPoint</vt:lpstr>
      <vt:lpstr>Процесс начинается с того, что сотрудник инициирует запрос на отпуск, заполняя электронную форму в системе HRM. Затем он направляет заявку на утверждение непосредственному руководителю.</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VINAMILK</vt:lpstr>
      <vt:lpstr>Пилотное внедрение, обучение и доработка управленческой документации</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Чан Куанг Тханг</dc:creator>
  <cp:lastModifiedBy>Чан Куанг Тханг</cp:lastModifiedBy>
  <cp:revision>83</cp:revision>
  <dcterms:created xsi:type="dcterms:W3CDTF">2025-03-25T08:27:40Z</dcterms:created>
  <dcterms:modified xsi:type="dcterms:W3CDTF">2025-06-03T09:29:57Z</dcterms:modified>
</cp:coreProperties>
</file>